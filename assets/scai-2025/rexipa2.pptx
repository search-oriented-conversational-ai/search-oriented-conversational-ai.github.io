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2.xml" ContentType="application/vnd.openxmlformats-officedocument.drawingml.diagramLayout+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_rels/drawing1.xml.rels" ContentType="application/vnd.openxmlformats-package.relationships+xml"/>
  <Override PartName="/ppt/diagrams/_rels/data1.xml.rels" ContentType="application/vnd.openxmlformats-package.relationships+xml"/>
  <Override PartName="/ppt/diagrams/drawing1.xml" ContentType="application/vnd.ms-office.drawingml.diagramDrawing+xml"/>
  <Override PartName="/ppt/diagrams/data2.xml" ContentType="application/vnd.openxmlformats-officedocument.drawingml.diagramData+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25.xml.rels" ContentType="application/vnd.openxmlformats-package.relationships+xml"/>
  <Override PartName="/ppt/notesSlides/_rels/notesSlide10.xml.rels" ContentType="application/vnd.openxmlformats-package.relationships+xml"/>
  <Override PartName="/ppt/notesSlides/_rels/notesSlide22.xml.rels" ContentType="application/vnd.openxmlformats-package.relationships+xml"/>
  <Override PartName="/ppt/notesSlides/_rels/notesSlide24.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6.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23.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5.xml.rels" ContentType="application/vnd.openxmlformats-package.relationships+xml"/>
  <Override PartName="/ppt/notesSlides/_rels/notesSlide21.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31.xml.rels" ContentType="application/vnd.openxmlformats-package.relationships+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30.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9.xml" ContentType="application/vnd.openxmlformats-officedocument.presentationml.notesSlide+xml"/>
  <Override PartName="/ppt/_rels/presentation.xml.rels" ContentType="application/vnd.openxmlformats-package.relationships+xml"/>
  <Override PartName="/ppt/media/image233.png" ContentType="image/png"/>
  <Override PartName="/ppt/media/image232.png" ContentType="image/png"/>
  <Override PartName="/ppt/media/image231.png" ContentType="image/png"/>
  <Override PartName="/ppt/media/image230.png" ContentType="image/png"/>
  <Override PartName="/ppt/media/image229.png" ContentType="image/png"/>
  <Override PartName="/ppt/media/image101.png" ContentType="image/png"/>
  <Override PartName="/ppt/media/image227.png" ContentType="image/png"/>
  <Override PartName="/ppt/media/image225.png" ContentType="image/png"/>
  <Override PartName="/ppt/media/image223.png" ContentType="image/png"/>
  <Override PartName="/ppt/media/image222.png" ContentType="image/png"/>
  <Override PartName="/ppt/media/image221.png" ContentType="image/png"/>
  <Override PartName="/ppt/media/image220.png" ContentType="image/png"/>
  <Override PartName="/ppt/media/image219.png" ContentType="image/png"/>
  <Override PartName="/ppt/media/image218.png" ContentType="image/png"/>
  <Override PartName="/ppt/media/image217.png" ContentType="image/png"/>
  <Override PartName="/ppt/media/image216.png" ContentType="image/png"/>
  <Override PartName="/ppt/media/image215.png" ContentType="image/png"/>
  <Override PartName="/ppt/media/image214.png" ContentType="image/png"/>
  <Override PartName="/ppt/media/image213.png" ContentType="image/png"/>
  <Override PartName="/ppt/media/image212.png" ContentType="image/png"/>
  <Override PartName="/ppt/media/image211.png" ContentType="image/png"/>
  <Override PartName="/ppt/media/OOXDiagramDrawingRels1_9.png" ContentType="image/png"/>
  <Override PartName="/ppt/media/image210.png" ContentType="image/png"/>
  <Override PartName="/ppt/media/image209.png" ContentType="image/png"/>
  <Override PartName="/ppt/media/image208.png" ContentType="image/png"/>
  <Override PartName="/ppt/media/image206.png" ContentType="image/png"/>
  <Override PartName="/ppt/media/image205.png" ContentType="image/png"/>
  <Override PartName="/ppt/media/image204.png" ContentType="image/png"/>
  <Override PartName="/ppt/media/image203.png" ContentType="image/png"/>
  <Override PartName="/ppt/media/image202.png" ContentType="image/png"/>
  <Override PartName="/ppt/media/image201.png" ContentType="image/png"/>
  <Override PartName="/ppt/media/image200.png" ContentType="image/png"/>
  <Override PartName="/ppt/media/image199.png" ContentType="image/png"/>
  <Override PartName="/ppt/media/image198.png" ContentType="image/png"/>
  <Override PartName="/ppt/media/image189.png" ContentType="image/png"/>
  <Override PartName="/ppt/media/OOXDiagramDrawingRels1_6.svg" ContentType="image/svg"/>
  <Override PartName="/ppt/media/image188.png" ContentType="image/png"/>
  <Override PartName="/ppt/media/image179.png" ContentType="image/png"/>
  <Override PartName="/ppt/media/image178.png" ContentType="image/png"/>
  <Override PartName="/ppt/media/image168.png" ContentType="image/png"/>
  <Override PartName="/ppt/media/image167.png" ContentType="image/png"/>
  <Override PartName="/ppt/media/image166.png" ContentType="image/png"/>
  <Override PartName="/ppt/media/image165.png" ContentType="image/png"/>
  <Override PartName="/ppt/media/image164.png" ContentType="image/png"/>
  <Override PartName="/ppt/media/image162.png" ContentType="image/png"/>
  <Override PartName="/ppt/media/image160.png" ContentType="image/png"/>
  <Override PartName="/ppt/media/image154.png" ContentType="image/png"/>
  <Override PartName="/ppt/media/image33.png" ContentType="image/png"/>
  <Override PartName="/ppt/media/image155.png" ContentType="image/png"/>
  <Override PartName="/ppt/media/image3.png" ContentType="image/png"/>
  <Override PartName="/ppt/media/image15.png" ContentType="image/png"/>
  <Override PartName="/ppt/media/image12.png" ContentType="image/png"/>
  <Override PartName="/ppt/media/image31.png" ContentType="image/png"/>
  <Override PartName="/ppt/media/image9.png" ContentType="image/png"/>
  <Override PartName="/ppt/media/image2.jpeg" ContentType="image/jpeg"/>
  <Override PartName="/ppt/media/image24.png" ContentType="image/png"/>
  <Override PartName="/ppt/media/image58.png" ContentType="image/png"/>
  <Override PartName="/ppt/media/image57.png" ContentType="image/png"/>
  <Override PartName="/ppt/media/OOXDiagramDrawingRels1_7.png" ContentType="image/png"/>
  <Override PartName="/ppt/media/image110.png" ContentType="image/png"/>
  <Override PartName="/ppt/media/image238.png" ContentType="image/png"/>
  <Override PartName="/ppt/media/image26.png" ContentType="image/png"/>
  <Override PartName="/ppt/media/image23.png" ContentType="image/png"/>
  <Override PartName="/ppt/media/image22.png" ContentType="image/png"/>
  <Override PartName="/ppt/media/image25.png" ContentType="image/png"/>
  <Override PartName="/ppt/media/image90.png" ContentType="image/png"/>
  <Override PartName="/ppt/media/image114.png" ContentType="image/png"/>
  <Override PartName="/ppt/media/image182.png" ContentType="image/png"/>
  <Override PartName="/ppt/media/image60.png" ContentType="image/png"/>
  <Override PartName="/ppt/media/OOXDiagramDataRels1_4.svg" ContentType="image/svg"/>
  <Override PartName="/ppt/media/image17.png" ContentType="image/png"/>
  <Override PartName="/ppt/media/image61.png" ContentType="image/png"/>
  <Override PartName="/ppt/media/image63.png" ContentType="image/png"/>
  <Override PartName="/ppt/media/image65.png" ContentType="image/png"/>
  <Override PartName="/ppt/media/image66.png" ContentType="image/png"/>
  <Override PartName="/ppt/media/image67.png" ContentType="image/png"/>
  <Override PartName="/ppt/media/image68.png" ContentType="image/png"/>
  <Override PartName="/ppt/media/image69.png" ContentType="image/png"/>
  <Override PartName="/ppt/media/image70.png" ContentType="image/png"/>
  <Override PartName="/ppt/media/image71.png" ContentType="image/png"/>
  <Override PartName="/ppt/media/image72.png" ContentType="image/png"/>
  <Override PartName="/ppt/media/image73.png" ContentType="image/png"/>
  <Override PartName="/ppt/media/image74.png" ContentType="image/png"/>
  <Override PartName="/ppt/media/image75.png" ContentType="image/png"/>
  <Override PartName="/ppt/media/image76.png" ContentType="image/png"/>
  <Override PartName="/ppt/media/image77.png" ContentType="image/png"/>
  <Override PartName="/ppt/media/image62.png" ContentType="image/png"/>
  <Override PartName="/ppt/media/OOXDiagramDataRels1_6.svg" ContentType="image/svg"/>
  <Override PartName="/ppt/media/image19.png" ContentType="image/png"/>
  <Override PartName="/ppt/media/image87.png" ContentType="image/png"/>
  <Override PartName="/ppt/media/image64.png" ContentType="image/png"/>
  <Override PartName="/ppt/media/OOXDiagramDataRels1_8.svg" ContentType="image/svg"/>
  <Override PartName="/ppt/media/image89.png" ContentType="image/png"/>
  <Override PartName="/ppt/media/image27.png" ContentType="image/png"/>
  <Override PartName="/ppt/media/image28.png" ContentType="image/png"/>
  <Override PartName="/ppt/media/image96.png" ContentType="image/png"/>
  <Override PartName="/ppt/media/image88.png" ContentType="image/png"/>
  <Override PartName="/ppt/media/OOXDiagramDataRels1_11.png" ContentType="image/png"/>
  <Override PartName="/ppt/media/image94.png" ContentType="image/png"/>
  <Override PartName="/ppt/media/image118.png" ContentType="image/png"/>
  <Override PartName="/ppt/media/image244.png" ContentType="image/png"/>
  <Override PartName="/ppt/media/image112.png" ContentType="image/png"/>
  <Override PartName="/ppt/media/image180.png" ContentType="image/png"/>
  <Override PartName="/ppt/media/image245.png" ContentType="image/png"/>
  <Override PartName="/ppt/media/image113.png" ContentType="image/png"/>
  <Override PartName="/ppt/media/image181.png" ContentType="image/png"/>
  <Override PartName="/ppt/media/image246.png" ContentType="image/png"/>
  <Override PartName="/ppt/media/image247.png" ContentType="image/png"/>
  <Override PartName="/ppt/media/image29.png" ContentType="image/png"/>
  <Override PartName="/ppt/media/image97.png" ContentType="image/png"/>
  <Override PartName="/ppt/media/image250.png" ContentType="image/png"/>
  <Override PartName="/ppt/media/image251.png" ContentType="image/png"/>
  <Override PartName="/ppt/media/image252.png" ContentType="image/png"/>
  <Override PartName="/ppt/media/image34.png" ContentType="image/png"/>
  <Override PartName="/ppt/media/image253.png" ContentType="image/png"/>
  <Override PartName="/ppt/media/image98.png" ContentType="image/png"/>
  <Override PartName="/ppt/media/image254.png" ContentType="image/png"/>
  <Override PartName="/ppt/media/image36.png" ContentType="image/png"/>
  <Override PartName="/ppt/media/image99.png" ContentType="image/png"/>
  <Override PartName="/ppt/media/image255.png" ContentType="image/png"/>
  <Override PartName="/ppt/media/image256.png" ContentType="image/png"/>
  <Override PartName="/ppt/media/image38.png" ContentType="image/png"/>
  <Override PartName="/ppt/media/image257.png" ContentType="image/png"/>
  <Override PartName="/ppt/media/image260.png" ContentType="image/png"/>
  <Override PartName="/ppt/media/image261.png" ContentType="image/png"/>
  <Override PartName="/ppt/media/image262.png" ContentType="image/png"/>
  <Override PartName="/ppt/media/OOXDiagramDataRels1_1.svg" ContentType="image/svg"/>
  <Override PartName="/ppt/media/image14.png" ContentType="image/png"/>
  <Override PartName="/ppt/media/image263.png" ContentType="image/png"/>
  <Override PartName="/ppt/media/image59.png" ContentType="image/png"/>
  <Override PartName="/ppt/media/image280.png" ContentType="image/png"/>
  <Override PartName="/ppt/media/image240.png" ContentType="image/png"/>
  <Override PartName="/ppt/media/image265.png" ContentType="image/png"/>
  <Override PartName="/ppt/media/image264.png" ContentType="image/png"/>
  <Override PartName="/ppt/media/OOXDiagramDataRels1_3.svg" ContentType="image/svg"/>
  <Override PartName="/ppt/media/image16.png" ContentType="image/png"/>
  <Override PartName="/ppt/media/image173.png" ContentType="image/png"/>
  <Override PartName="/ppt/media/image170.png" ContentType="image/png"/>
  <Override PartName="/ppt/media/image102.png" ContentType="image/png"/>
  <Override PartName="/ppt/media/image275.png" ContentType="image/png"/>
  <Override PartName="/ppt/media/OOXDiagramDrawingRels1_10.svg" ContentType="image/svg"/>
  <Override PartName="/ppt/media/image207.png" ContentType="image/png"/>
  <Override PartName="/ppt/media/image80.png" ContentType="image/png"/>
  <Override PartName="/ppt/media/image104.png" ContentType="image/png"/>
  <Override PartName="/ppt/media/image172.png" ContentType="image/png"/>
  <Override PartName="/ppt/media/image274.png" ContentType="image/png"/>
  <Override PartName="/ppt/media/image272.png" ContentType="image/png"/>
  <Override PartName="/ppt/media/image271.png" ContentType="image/png"/>
  <Override PartName="/ppt/media/image270.png" ContentType="image/png"/>
  <Override PartName="/ppt/media/image267.png" ContentType="image/png"/>
  <Override PartName="/ppt/media/image266.png" ContentType="image/png"/>
  <Override PartName="/ppt/media/image243.png" ContentType="image/png"/>
  <Override PartName="/ppt/media/image242.png" ContentType="image/png"/>
  <Override PartName="/ppt/media/image241.png" ContentType="image/png"/>
  <Override PartName="/ppt/media/image237.png" ContentType="image/png"/>
  <Override PartName="/ppt/media/image236.png" ContentType="image/png"/>
  <Override PartName="/ppt/media/image21.png" ContentType="image/png"/>
  <Override PartName="/ppt/media/image183.png" ContentType="image/png"/>
  <Override PartName="/ppt/media/image91.png" ContentType="image/png"/>
  <Override PartName="/ppt/media/image115.png" ContentType="image/png"/>
  <Override PartName="/ppt/media/image79.png" ContentType="image/png"/>
  <Override PartName="/ppt/media/image235.png" ContentType="image/png"/>
  <Override PartName="/ppt/media/image20.png" ContentType="image/png"/>
  <Override PartName="/ppt/media/image273.png" ContentType="image/png"/>
  <Override PartName="/ppt/media/image103.png" ContentType="image/png"/>
  <Override PartName="/ppt/media/image171.png" ContentType="image/png"/>
  <Override PartName="/ppt/media/image78.png" ContentType="image/png"/>
  <Override PartName="/ppt/media/image234.png" ContentType="image/png"/>
  <Override PartName="/ppt/media/image111.png" ContentType="image/png"/>
  <Override PartName="/ppt/media/image239.png" ContentType="image/png"/>
  <Override PartName="/ppt/media/image174.png" ContentType="image/png"/>
  <Override PartName="/ppt/media/image82.png" ContentType="image/png"/>
  <Override PartName="/ppt/media/image106.png" ContentType="image/png"/>
  <Override PartName="/ppt/media/image277.png" ContentType="image/png"/>
  <Override PartName="/ppt/media/image276.png" ContentType="image/png"/>
  <Override PartName="/ppt/media/image105.png" ContentType="image/png"/>
  <Override PartName="/ppt/media/image81.png" ContentType="image/png"/>
  <Override PartName="/ppt/media/image13.png" ContentType="image/png"/>
  <Override PartName="/ppt/media/image4.png" ContentType="image/png"/>
  <Override PartName="/ppt/media/image156.png" ContentType="image/png"/>
  <Override PartName="/ppt/media/image5.png" ContentType="image/png"/>
  <Override PartName="/ppt/media/image157.png" ContentType="image/png"/>
  <Override PartName="/ppt/media/OOXDiagramDataRels1_0.png" ContentType="image/png"/>
  <Override PartName="/ppt/media/image7.png" ContentType="image/png"/>
  <Override PartName="/ppt/media/image159.png" ContentType="image/png"/>
  <Override PartName="/ppt/media/image35.png" ContentType="image/png"/>
  <Override PartName="/ppt/media/image83.png" ContentType="image/png"/>
  <Override PartName="/ppt/media/image107.png" ContentType="image/png"/>
  <Override PartName="/ppt/media/image175.png" ContentType="image/png"/>
  <Override PartName="/ppt/media/image10.png" ContentType="image/png"/>
  <Override PartName="/ppt/media/image47.png" ContentType="image/png"/>
  <Override PartName="/ppt/media/image18.png" ContentType="image/png"/>
  <Override PartName="/ppt/media/image86.png" ContentType="image/png"/>
  <Override PartName="/ppt/media/image6.png" ContentType="image/png"/>
  <Override PartName="/ppt/media/image158.png" ContentType="image/png"/>
  <Override PartName="/ppt/media/image84.png" ContentType="image/png"/>
  <Override PartName="/ppt/media/image108.png" ContentType="image/png"/>
  <Override PartName="/ppt/media/image176.png" ContentType="image/png"/>
  <Override PartName="/ppt/media/image11.png" ContentType="image/png"/>
  <Override PartName="/ppt/media/OOXDiagramDataRels1_9.png" ContentType="image/png"/>
  <Override PartName="/ppt/media/image48.png" ContentType="image/png"/>
  <Override PartName="/ppt/media/image37.png" ContentType="image/png"/>
  <Override PartName="/ppt/media/image85.png" ContentType="image/png"/>
  <Override PartName="/ppt/media/image109.png" ContentType="image/png"/>
  <Override PartName="/ppt/media/image177.png" ContentType="image/png"/>
  <Override PartName="/ppt/media/image49.png" ContentType="image/png"/>
  <Override PartName="/ppt/media/image8.png" ContentType="image/png"/>
  <Override PartName="/ppt/media/image30.png" ContentType="image/png"/>
  <Override PartName="/ppt/media/image1.png" ContentType="image/png"/>
  <Override PartName="/ppt/media/image153.png" ContentType="image/png"/>
  <Override PartName="/ppt/media/image39.png" ContentType="image/png"/>
  <Override PartName="/ppt/media/image32.png" ContentType="image/png"/>
  <Override PartName="/ppt/media/image40.png" ContentType="image/png"/>
  <Override PartName="/ppt/media/OOXDiagramDataRels1_2.png" ContentType="image/png"/>
  <Override PartName="/ppt/media/image41.png" ContentType="image/png"/>
  <Override PartName="/ppt/media/image42.png" ContentType="image/png"/>
  <Override PartName="/ppt/media/OOXDiagramDataRels1_10.svg" ContentType="image/svg"/>
  <Override PartName="/ppt/media/image169.png" ContentType="image/png"/>
  <Override PartName="/ppt/media/image43.png" ContentType="image/png"/>
  <Override PartName="/ppt/media/OOXDiagramDataRels1_5.png" ContentType="image/png"/>
  <Override PartName="/ppt/media/image44.png" ContentType="image/png"/>
  <Override PartName="/ppt/media/image45.png" ContentType="image/png"/>
  <Override PartName="/ppt/media/OOXDiagramDataRels1_7.png" ContentType="image/png"/>
  <Override PartName="/ppt/media/image46.png" ContentType="image/png"/>
  <Override PartName="/ppt/media/image50.png" ContentType="image/png"/>
  <Override PartName="/ppt/media/image51.png" ContentType="image/png"/>
  <Override PartName="/ppt/media/image52.png" ContentType="image/png"/>
  <Override PartName="/ppt/media/image53.png" ContentType="image/png"/>
  <Override PartName="/ppt/media/image54.png" ContentType="image/png"/>
  <Override PartName="/ppt/media/image55.png" ContentType="image/png"/>
  <Override PartName="/ppt/media/image56.png" ContentType="image/png"/>
  <Override PartName="/ppt/media/OOXDiagramDrawingRels1_0.png" ContentType="image/png"/>
  <Override PartName="/ppt/media/image226.png" ContentType="image/png"/>
  <Override PartName="/ppt/media/OOXDiagramDrawingRels1_2.png" ContentType="image/png"/>
  <Override PartName="/ppt/media/image228.png" ContentType="image/png"/>
  <Override PartName="/ppt/media/image100.png" ContentType="image/png"/>
  <Override PartName="/ppt/media/image186.png" ContentType="image/png"/>
  <Override PartName="/ppt/media/OOXDiagramDrawingRels1_3.svg" ContentType="image/svg"/>
  <Override PartName="/ppt/media/OOXDiagramDrawingRels1_5.png" ContentType="image/png"/>
  <Override PartName="/ppt/media/image161.png" ContentType="image/png"/>
  <Override PartName="/ppt/media/OOXDiagramDrawingRels1_8.svg" ContentType="image/svg"/>
  <Override PartName="/ppt/media/image163.png" ContentType="image/png"/>
  <Override PartName="/ppt/media/OOXDiagramDrawingRels1_11.png" ContentType="image/png"/>
  <Override PartName="/ppt/media/image224.png" ContentType="image/png"/>
  <Override PartName="/ppt/media/image92.png" ContentType="image/png"/>
  <Override PartName="/ppt/media/image116.png" ContentType="image/png"/>
  <Override PartName="/ppt/media/image184.png" ContentType="image/png"/>
  <Override PartName="/ppt/media/OOXDiagramDrawingRels1_1.svg" ContentType="image/svg"/>
  <Override PartName="/ppt/media/image93.png" ContentType="image/png"/>
  <Override PartName="/ppt/media/image117.png" ContentType="image/png"/>
  <Override PartName="/ppt/media/image185.png" ContentType="image/png"/>
  <Override PartName="/ppt/media/image95.png" ContentType="image/png"/>
  <Override PartName="/ppt/media/image119.png" ContentType="image/png"/>
  <Override PartName="/ppt/media/image187.png" ContentType="image/png"/>
  <Override PartName="/ppt/media/OOXDiagramDrawingRels1_4.svg" ContentType="image/svg"/>
  <Override PartName="/ppt/media/image248.png" ContentType="image/png"/>
  <Override PartName="/ppt/media/image120.png" ContentType="image/png"/>
  <Override PartName="/ppt/media/image249.png" ContentType="image/png"/>
  <Override PartName="/ppt/media/image121.png" ContentType="image/png"/>
  <Override PartName="/ppt/media/image122.png" ContentType="image/png"/>
  <Override PartName="/ppt/media/image190.png" ContentType="image/png"/>
  <Override PartName="/ppt/media/image123.png" ContentType="image/png"/>
  <Override PartName="/ppt/media/image191.png" ContentType="image/png"/>
  <Override PartName="/ppt/media/image124.png" ContentType="image/png"/>
  <Override PartName="/ppt/media/image192.png" ContentType="image/png"/>
  <Override PartName="/ppt/media/image125.png" ContentType="image/png"/>
  <Override PartName="/ppt/media/image193.png" ContentType="image/png"/>
  <Override PartName="/ppt/media/image126.png" ContentType="image/png"/>
  <Override PartName="/ppt/media/image194.png" ContentType="image/png"/>
  <Override PartName="/ppt/media/image127.png" ContentType="image/png"/>
  <Override PartName="/ppt/media/image195.png" ContentType="image/png"/>
  <Override PartName="/ppt/media/image128.png" ContentType="image/png"/>
  <Override PartName="/ppt/media/image196.png" ContentType="image/png"/>
  <Override PartName="/ppt/media/image129.png" ContentType="image/png"/>
  <Override PartName="/ppt/media/image197.png" ContentType="image/png"/>
  <Override PartName="/ppt/media/image258.png" ContentType="image/png"/>
  <Override PartName="/ppt/media/image130.png" ContentType="image/png"/>
  <Override PartName="/ppt/media/image259.png" ContentType="image/png"/>
  <Override PartName="/ppt/media/image131.png" ContentType="image/png"/>
  <Override PartName="/ppt/media/image132.png" ContentType="image/png"/>
  <Override PartName="/ppt/media/image133.png" ContentType="image/png"/>
  <Override PartName="/ppt/media/image134.png" ContentType="image/png"/>
  <Override PartName="/ppt/media/image135.png" ContentType="image/png"/>
  <Override PartName="/ppt/media/image136.png" ContentType="image/png"/>
  <Override PartName="/ppt/media/image137.png" ContentType="image/png"/>
  <Override PartName="/ppt/media/image138.png" ContentType="image/png"/>
  <Override PartName="/ppt/media/image139.png" ContentType="image/png"/>
  <Override PartName="/ppt/media/image268.png" ContentType="image/png"/>
  <Override PartName="/ppt/media/image140.png" ContentType="image/png"/>
  <Override PartName="/ppt/media/image269.png" ContentType="image/png"/>
  <Override PartName="/ppt/media/image141.png" ContentType="image/png"/>
  <Override PartName="/ppt/media/image142.png" ContentType="image/png"/>
  <Override PartName="/ppt/media/image143.png" ContentType="image/png"/>
  <Override PartName="/ppt/media/image144.png" ContentType="image/png"/>
  <Override PartName="/ppt/media/image145.png" ContentType="image/png"/>
  <Override PartName="/ppt/media/image146.png" ContentType="image/png"/>
  <Override PartName="/ppt/media/image147.png" ContentType="image/png"/>
  <Override PartName="/ppt/media/image148.png" ContentType="image/png"/>
  <Override PartName="/ppt/media/image149.png" ContentType="image/png"/>
  <Override PartName="/ppt/media/image278.png" ContentType="image/png"/>
  <Override PartName="/ppt/media/image150.png" ContentType="image/png"/>
  <Override PartName="/ppt/media/image279.png" ContentType="image/png"/>
  <Override PartName="/ppt/media/image151.png" ContentType="image/png"/>
  <Override PartName="/ppt/media/image152.png" ContentType="image/png"/>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_rels/slide2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16.xml.rels" ContentType="application/vnd.openxmlformats-package.relationships+xml"/>
  <Override PartName="/ppt/slides/_rels/slide32.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21.xml.rels" ContentType="application/vnd.openxmlformats-package.relationships+xml"/>
  <Override PartName="/ppt/slides/_rels/slide8.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14.xml.rels" ContentType="application/vnd.openxmlformats-package.relationships+xml"/>
  <Override PartName="/ppt/slides/_rels/slide23.xml.rels" ContentType="application/vnd.openxmlformats-package.relationships+xml"/>
  <Override PartName="/ppt/slides/slide30.xml" ContentType="application/vnd.openxmlformats-officedocument.presentationml.slide+xml"/>
  <Override PartName="/ppt/slides/slide5.xml" ContentType="application/vnd.openxmlformats-officedocument.presentationml.slide+xml"/>
  <Override PartName="/ppt/slides/slide31.xml" ContentType="application/vnd.openxmlformats-officedocument.presentationml.slide+xml"/>
  <Override PartName="/ppt/slides/slide6.xml" ContentType="application/vnd.openxmlformats-officedocument.presentationml.slide+xml"/>
  <Override PartName="/ppt/slides/slide32.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presProps" Target="presProps.xml"/>
</Relationships>
</file>

<file path=ppt/diagrams/_rels/data1.xml.rels><?xml version="1.0" encoding="UTF-8"?>
<Relationships xmlns="http://schemas.openxmlformats.org/package/2006/relationships"><Relationship Id="rId1" Type="http://schemas.openxmlformats.org/officeDocument/2006/relationships/image" Target="../media/OOXDiagramDataRels1_0.png"/><Relationship Id="rId10" Type="http://schemas.openxmlformats.org/officeDocument/2006/relationships/image" Target="../media/OOXDiagramDataRels1_1.svg"/><Relationship Id="rId11" Type="http://schemas.openxmlformats.org/officeDocument/2006/relationships/image" Target="../media/OOXDiagramDataRels1_2.png"/><Relationship Id="rId12" Type="http://schemas.openxmlformats.org/officeDocument/2006/relationships/image" Target="../media/OOXDiagramDataRels1_3.svg"/><Relationship Id="rId2" Type="http://schemas.openxmlformats.org/officeDocument/2006/relationships/image" Target="../media/OOXDiagramDataRels1_4.svg"/><Relationship Id="rId3" Type="http://schemas.openxmlformats.org/officeDocument/2006/relationships/image" Target="../media/OOXDiagramDataRels1_5.png"/><Relationship Id="rId4" Type="http://schemas.openxmlformats.org/officeDocument/2006/relationships/image" Target="../media/OOXDiagramDataRels1_6.svg"/><Relationship Id="rId5" Type="http://schemas.openxmlformats.org/officeDocument/2006/relationships/image" Target="../media/OOXDiagramDataRels1_7.png"/><Relationship Id="rId6" Type="http://schemas.openxmlformats.org/officeDocument/2006/relationships/image" Target="../media/OOXDiagramDataRels1_8.svg"/><Relationship Id="rId7" Type="http://schemas.openxmlformats.org/officeDocument/2006/relationships/image" Target="../media/OOXDiagramDataRels1_9.png"/><Relationship Id="rId8" Type="http://schemas.openxmlformats.org/officeDocument/2006/relationships/image" Target="../media/OOXDiagramDataRels1_10.svg"/><Relationship Id="rId9" Type="http://schemas.openxmlformats.org/officeDocument/2006/relationships/image" Target="../media/OOXDiagramDataRels1_11.png"/>
</Relationships>
</file>

<file path=ppt/diagrams/_rels/drawing1.xml.rels><?xml version="1.0" encoding="UTF-8"?>
<Relationships xmlns="http://schemas.openxmlformats.org/package/2006/relationships"><Relationship Id="rId1" Type="http://schemas.openxmlformats.org/officeDocument/2006/relationships/image" Target="../media/OOXDiagramDrawingRels1_0.png"/><Relationship Id="rId10" Type="http://schemas.openxmlformats.org/officeDocument/2006/relationships/image" Target="../media/OOXDiagramDrawingRels1_1.svg"/><Relationship Id="rId11" Type="http://schemas.openxmlformats.org/officeDocument/2006/relationships/image" Target="../media/OOXDiagramDrawingRels1_2.png"/><Relationship Id="rId12" Type="http://schemas.openxmlformats.org/officeDocument/2006/relationships/image" Target="../media/OOXDiagramDrawingRels1_3.svg"/><Relationship Id="rId2" Type="http://schemas.openxmlformats.org/officeDocument/2006/relationships/image" Target="../media/OOXDiagramDrawingRels1_4.svg"/><Relationship Id="rId3" Type="http://schemas.openxmlformats.org/officeDocument/2006/relationships/image" Target="../media/OOXDiagramDrawingRels1_5.png"/><Relationship Id="rId4" Type="http://schemas.openxmlformats.org/officeDocument/2006/relationships/image" Target="../media/OOXDiagramDrawingRels1_6.svg"/><Relationship Id="rId5" Type="http://schemas.openxmlformats.org/officeDocument/2006/relationships/image" Target="../media/OOXDiagramDrawingRels1_7.png"/><Relationship Id="rId6" Type="http://schemas.openxmlformats.org/officeDocument/2006/relationships/image" Target="../media/OOXDiagramDrawingRels1_8.svg"/><Relationship Id="rId7" Type="http://schemas.openxmlformats.org/officeDocument/2006/relationships/image" Target="../media/OOXDiagramDrawingRels1_9.png"/><Relationship Id="rId8" Type="http://schemas.openxmlformats.org/officeDocument/2006/relationships/image" Target="../media/OOXDiagramDrawingRels1_10.svg"/><Relationship Id="rId9" Type="http://schemas.openxmlformats.org/officeDocument/2006/relationships/image" Target="../media/OOXDiagramDrawingRels1_11.png"/>
</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A2A077-1AD7-4A47-BB5A-7C47A1EAE86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9D3A248-7AED-4BA9-926A-637E229A9D26}">
      <dgm:prSet/>
      <dgm:spPr/>
      <dgm:t>
        <a:bodyPr/>
        <a:lstStyle/>
        <a:p>
          <a:r>
            <a:rPr lang="de-DE" dirty="0"/>
            <a:t>Motivation</a:t>
          </a:r>
          <a:endParaRPr lang="en-US" dirty="0"/>
        </a:p>
      </dgm:t>
    </dgm:pt>
    <dgm:pt modelId="{92699862-8484-4E84-896F-98BD9D39D007}" type="parTrans" cxnId="{1259EEF6-C44C-48E2-9D9B-C42BD7F16A92}">
      <dgm:prSet/>
      <dgm:spPr/>
      <dgm:t>
        <a:bodyPr/>
        <a:lstStyle/>
        <a:p>
          <a:endParaRPr lang="en-US"/>
        </a:p>
      </dgm:t>
    </dgm:pt>
    <dgm:pt modelId="{CC19A8BF-63DC-4A08-8485-7A729278D00F}" type="sibTrans" cxnId="{1259EEF6-C44C-48E2-9D9B-C42BD7F16A92}">
      <dgm:prSet/>
      <dgm:spPr/>
      <dgm:t>
        <a:bodyPr/>
        <a:lstStyle/>
        <a:p>
          <a:endParaRPr lang="en-US"/>
        </a:p>
      </dgm:t>
    </dgm:pt>
    <dgm:pt modelId="{BE8B713C-A8A0-40EF-B3D3-A3220B2EDF50}">
      <dgm:prSet/>
      <dgm:spPr/>
      <dgm:t>
        <a:bodyPr/>
        <a:lstStyle/>
        <a:p>
          <a:r>
            <a:rPr lang="de-DE" dirty="0"/>
            <a:t>Foundations </a:t>
          </a:r>
          <a:r>
            <a:rPr lang="de-DE" dirty="0" err="1"/>
            <a:t>of</a:t>
          </a:r>
          <a:r>
            <a:rPr lang="de-DE" dirty="0"/>
            <a:t> XAI</a:t>
          </a:r>
          <a:endParaRPr lang="en-US" dirty="0"/>
        </a:p>
      </dgm:t>
    </dgm:pt>
    <dgm:pt modelId="{E3E15B5C-151B-4593-81E6-C6EDC7F1E3C1}" type="parTrans" cxnId="{71BE474C-E61C-48F5-9DAA-BE8C5EF3A926}">
      <dgm:prSet/>
      <dgm:spPr/>
      <dgm:t>
        <a:bodyPr/>
        <a:lstStyle/>
        <a:p>
          <a:endParaRPr lang="en-US"/>
        </a:p>
      </dgm:t>
    </dgm:pt>
    <dgm:pt modelId="{AB7F9119-9237-4E03-B2E1-4A1665369F52}" type="sibTrans" cxnId="{71BE474C-E61C-48F5-9DAA-BE8C5EF3A926}">
      <dgm:prSet/>
      <dgm:spPr/>
      <dgm:t>
        <a:bodyPr/>
        <a:lstStyle/>
        <a:p>
          <a:endParaRPr lang="en-US"/>
        </a:p>
      </dgm:t>
    </dgm:pt>
    <dgm:pt modelId="{8DB5AE72-FB3C-486F-8564-A7170CF56279}">
      <dgm:prSet/>
      <dgm:spPr/>
      <dgm:t>
        <a:bodyPr/>
        <a:lstStyle/>
        <a:p>
          <a:r>
            <a:rPr lang="de-DE" dirty="0"/>
            <a:t>Concept </a:t>
          </a:r>
          <a:r>
            <a:rPr lang="de-DE" dirty="0" err="1"/>
            <a:t>for</a:t>
          </a:r>
          <a:r>
            <a:rPr lang="de-DE" dirty="0"/>
            <a:t> Domain Knowledge Integration</a:t>
          </a:r>
          <a:endParaRPr lang="en-US" dirty="0"/>
        </a:p>
      </dgm:t>
    </dgm:pt>
    <dgm:pt modelId="{57F34DCF-77F3-4DE0-B8CF-4378DB143EDA}" type="parTrans" cxnId="{FB6D306B-17F9-4F96-B22B-F6EE3451EF79}">
      <dgm:prSet/>
      <dgm:spPr/>
      <dgm:t>
        <a:bodyPr/>
        <a:lstStyle/>
        <a:p>
          <a:endParaRPr lang="en-US"/>
        </a:p>
      </dgm:t>
    </dgm:pt>
    <dgm:pt modelId="{A8F7831D-727D-48C0-B576-909ACB82495B}" type="sibTrans" cxnId="{FB6D306B-17F9-4F96-B22B-F6EE3451EF79}">
      <dgm:prSet/>
      <dgm:spPr/>
      <dgm:t>
        <a:bodyPr/>
        <a:lstStyle/>
        <a:p>
          <a:endParaRPr lang="en-US"/>
        </a:p>
      </dgm:t>
    </dgm:pt>
    <dgm:pt modelId="{FB42F33C-D110-4153-B83E-E17382B4EE4D}">
      <dgm:prSet/>
      <dgm:spPr/>
      <dgm:t>
        <a:bodyPr/>
        <a:lstStyle/>
        <a:p>
          <a:r>
            <a:rPr lang="de-DE" dirty="0" err="1"/>
            <a:t>Automatic</a:t>
          </a:r>
          <a:r>
            <a:rPr lang="de-DE" dirty="0"/>
            <a:t> Generation </a:t>
          </a:r>
          <a:r>
            <a:rPr lang="de-DE" dirty="0" err="1"/>
            <a:t>of</a:t>
          </a:r>
          <a:r>
            <a:rPr lang="de-DE" dirty="0"/>
            <a:t> Structured Knowledge</a:t>
          </a:r>
          <a:endParaRPr lang="en-US" dirty="0"/>
        </a:p>
      </dgm:t>
    </dgm:pt>
    <dgm:pt modelId="{38EE9AD5-F38A-49F0-8C87-7E26D29CF787}" type="parTrans" cxnId="{A780F286-325E-464F-A194-34A6A1F8BFF4}">
      <dgm:prSet/>
      <dgm:spPr/>
      <dgm:t>
        <a:bodyPr/>
        <a:lstStyle/>
        <a:p>
          <a:endParaRPr lang="en-US"/>
        </a:p>
      </dgm:t>
    </dgm:pt>
    <dgm:pt modelId="{6A516003-15CD-41C5-ADD7-641B36E88D5C}" type="sibTrans" cxnId="{A780F286-325E-464F-A194-34A6A1F8BFF4}">
      <dgm:prSet/>
      <dgm:spPr/>
      <dgm:t>
        <a:bodyPr/>
        <a:lstStyle/>
        <a:p>
          <a:endParaRPr lang="en-US"/>
        </a:p>
      </dgm:t>
    </dgm:pt>
    <dgm:pt modelId="{4046D48A-71AD-4E26-94E2-D454B35C2DE7}">
      <dgm:prSet/>
      <dgm:spPr/>
      <dgm:t>
        <a:bodyPr/>
        <a:lstStyle/>
        <a:p>
          <a:r>
            <a:rPr lang="de-DE"/>
            <a:t>Evaluation</a:t>
          </a:r>
          <a:endParaRPr lang="en-US"/>
        </a:p>
      </dgm:t>
    </dgm:pt>
    <dgm:pt modelId="{C63A2B48-B3A6-460A-B6CC-10CF2A2F73CD}" type="parTrans" cxnId="{277C9FAB-0BF6-4972-AEC5-8509B34A6EB5}">
      <dgm:prSet/>
      <dgm:spPr/>
      <dgm:t>
        <a:bodyPr/>
        <a:lstStyle/>
        <a:p>
          <a:endParaRPr lang="en-US"/>
        </a:p>
      </dgm:t>
    </dgm:pt>
    <dgm:pt modelId="{885A181D-B0DF-4F07-875C-A3ECE1867446}" type="sibTrans" cxnId="{277C9FAB-0BF6-4972-AEC5-8509B34A6EB5}">
      <dgm:prSet/>
      <dgm:spPr/>
      <dgm:t>
        <a:bodyPr/>
        <a:lstStyle/>
        <a:p>
          <a:endParaRPr lang="en-US"/>
        </a:p>
      </dgm:t>
    </dgm:pt>
    <dgm:pt modelId="{844CE739-53A9-4119-B743-A341714707BC}">
      <dgm:prSet/>
      <dgm:spPr/>
      <dgm:t>
        <a:bodyPr/>
        <a:lstStyle/>
        <a:p>
          <a:r>
            <a:rPr lang="de-DE" dirty="0" err="1"/>
            <a:t>Conclusion</a:t>
          </a:r>
          <a:endParaRPr lang="en-US" dirty="0"/>
        </a:p>
      </dgm:t>
    </dgm:pt>
    <dgm:pt modelId="{F3BE50C5-CE61-426A-9116-DB4AD1D73E62}" type="parTrans" cxnId="{0FA70E5B-6C12-4F01-8784-1BDACC17A2BF}">
      <dgm:prSet/>
      <dgm:spPr/>
      <dgm:t>
        <a:bodyPr/>
        <a:lstStyle/>
        <a:p>
          <a:endParaRPr lang="en-US"/>
        </a:p>
      </dgm:t>
    </dgm:pt>
    <dgm:pt modelId="{A21D2F56-DB37-492A-BDFD-5ADE9B879CB3}" type="sibTrans" cxnId="{0FA70E5B-6C12-4F01-8784-1BDACC17A2BF}">
      <dgm:prSet/>
      <dgm:spPr/>
      <dgm:t>
        <a:bodyPr/>
        <a:lstStyle/>
        <a:p>
          <a:endParaRPr lang="en-US"/>
        </a:p>
      </dgm:t>
    </dgm:pt>
    <dgm:pt modelId="{7A3F4739-0976-4922-A154-F299522A7D97}" type="pres">
      <dgm:prSet presAssocID="{41A2A077-1AD7-4A47-BB5A-7C47A1EAE863}" presName="root" presStyleCnt="0">
        <dgm:presLayoutVars>
          <dgm:dir/>
          <dgm:resizeHandles val="exact"/>
        </dgm:presLayoutVars>
      </dgm:prSet>
      <dgm:spPr/>
    </dgm:pt>
    <dgm:pt modelId="{ED7D2D1C-761D-4CCB-B550-C3DFB8073ADE}" type="pres">
      <dgm:prSet presAssocID="{C9D3A248-7AED-4BA9-926A-637E229A9D26}" presName="compNode" presStyleCnt="0"/>
      <dgm:spPr/>
    </dgm:pt>
    <dgm:pt modelId="{EF19A54D-CFCE-449F-99AF-C9D74824E652}" type="pres">
      <dgm:prSet presAssocID="{C9D3A248-7AED-4BA9-926A-637E229A9D26}" presName="bgRect" presStyleLbl="bgShp" presStyleIdx="0" presStyleCnt="6"/>
      <dgm:spPr>
        <a:solidFill>
          <a:schemeClr val="accent3">
            <a:lumMod val="60000"/>
            <a:lumOff val="40000"/>
          </a:schemeClr>
        </a:solidFill>
      </dgm:spPr>
    </dgm:pt>
    <dgm:pt modelId="{2CEA8E54-821E-4F59-AD6A-15C44EBD440E}" type="pres">
      <dgm:prSet presAssocID="{C9D3A248-7AED-4BA9-926A-637E229A9D26}" presName="iconRect" presStyleLbl="node1" presStyleIdx="0" presStyleCnt="6"/>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Lichter an mit einfarbiger Füllung"/>
        </a:ext>
      </dgm:extLst>
    </dgm:pt>
    <dgm:pt modelId="{06EE0989-32E8-4F45-97A9-D5546BD2BDF3}" type="pres">
      <dgm:prSet presAssocID="{C9D3A248-7AED-4BA9-926A-637E229A9D26}" presName="spaceRect" presStyleCnt="0"/>
      <dgm:spPr/>
    </dgm:pt>
    <dgm:pt modelId="{15333C6F-709F-4D7F-B00A-ED254A0F757D}" type="pres">
      <dgm:prSet presAssocID="{C9D3A248-7AED-4BA9-926A-637E229A9D26}" presName="parTx" presStyleLbl="revTx" presStyleIdx="0" presStyleCnt="6">
        <dgm:presLayoutVars>
          <dgm:chMax val="0"/>
          <dgm:chPref val="0"/>
        </dgm:presLayoutVars>
      </dgm:prSet>
      <dgm:spPr/>
    </dgm:pt>
    <dgm:pt modelId="{BC52804B-049D-4656-BAD7-6869FEA8D947}" type="pres">
      <dgm:prSet presAssocID="{CC19A8BF-63DC-4A08-8485-7A729278D00F}" presName="sibTrans" presStyleCnt="0"/>
      <dgm:spPr/>
    </dgm:pt>
    <dgm:pt modelId="{E22673F7-8EE0-4E80-A012-A0DAF99EFF7E}" type="pres">
      <dgm:prSet presAssocID="{BE8B713C-A8A0-40EF-B3D3-A3220B2EDF50}" presName="compNode" presStyleCnt="0"/>
      <dgm:spPr/>
    </dgm:pt>
    <dgm:pt modelId="{A19D4935-2A89-4ABF-A3D9-4BC912309DFE}" type="pres">
      <dgm:prSet presAssocID="{BE8B713C-A8A0-40EF-B3D3-A3220B2EDF50}" presName="bgRect" presStyleLbl="bgShp" presStyleIdx="1" presStyleCnt="6"/>
      <dgm:spPr>
        <a:solidFill>
          <a:schemeClr val="accent3">
            <a:lumMod val="60000"/>
            <a:lumOff val="40000"/>
          </a:schemeClr>
        </a:solidFill>
      </dgm:spPr>
    </dgm:pt>
    <dgm:pt modelId="{0B02E532-AD48-44A2-9454-59D17A514ABA}" type="pres">
      <dgm:prSet presAssocID="{BE8B713C-A8A0-40EF-B3D3-A3220B2EDF50}" presName="iconRect" presStyleLbl="node1" presStyleIdx="1" presStyleCnt="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Geschlossenes Buch mit einfarbiger Füllung"/>
        </a:ext>
      </dgm:extLst>
    </dgm:pt>
    <dgm:pt modelId="{B1EB2648-B1D0-4957-8839-2DCEFE5910ED}" type="pres">
      <dgm:prSet presAssocID="{BE8B713C-A8A0-40EF-B3D3-A3220B2EDF50}" presName="spaceRect" presStyleCnt="0"/>
      <dgm:spPr/>
    </dgm:pt>
    <dgm:pt modelId="{BCB9E448-F070-4D72-A4B2-DC8BD187B9AD}" type="pres">
      <dgm:prSet presAssocID="{BE8B713C-A8A0-40EF-B3D3-A3220B2EDF50}" presName="parTx" presStyleLbl="revTx" presStyleIdx="1" presStyleCnt="6">
        <dgm:presLayoutVars>
          <dgm:chMax val="0"/>
          <dgm:chPref val="0"/>
        </dgm:presLayoutVars>
      </dgm:prSet>
      <dgm:spPr/>
    </dgm:pt>
    <dgm:pt modelId="{DBD9D5A2-D6C5-4C59-942B-F49418955697}" type="pres">
      <dgm:prSet presAssocID="{AB7F9119-9237-4E03-B2E1-4A1665369F52}" presName="sibTrans" presStyleCnt="0"/>
      <dgm:spPr/>
    </dgm:pt>
    <dgm:pt modelId="{645D82B4-CD39-4995-B580-6F9DE73F4E13}" type="pres">
      <dgm:prSet presAssocID="{8DB5AE72-FB3C-486F-8564-A7170CF56279}" presName="compNode" presStyleCnt="0"/>
      <dgm:spPr/>
    </dgm:pt>
    <dgm:pt modelId="{1726334D-97D6-493C-952A-A3A95FB581EA}" type="pres">
      <dgm:prSet presAssocID="{8DB5AE72-FB3C-486F-8564-A7170CF56279}" presName="bgRect" presStyleLbl="bgShp" presStyleIdx="2" presStyleCnt="6"/>
      <dgm:spPr/>
    </dgm:pt>
    <dgm:pt modelId="{B1C16F36-7510-44D1-8ABE-C60D7B32289A}" type="pres">
      <dgm:prSet presAssocID="{8DB5AE72-FB3C-486F-8564-A7170CF5627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zwerk"/>
        </a:ext>
      </dgm:extLst>
    </dgm:pt>
    <dgm:pt modelId="{106F6C2E-A7FB-4E5F-978D-AA2E3E3174F5}" type="pres">
      <dgm:prSet presAssocID="{8DB5AE72-FB3C-486F-8564-A7170CF56279}" presName="spaceRect" presStyleCnt="0"/>
      <dgm:spPr/>
    </dgm:pt>
    <dgm:pt modelId="{B567ACDF-4AF2-4F1E-9392-9E6A6F7A52AF}" type="pres">
      <dgm:prSet presAssocID="{8DB5AE72-FB3C-486F-8564-A7170CF56279}" presName="parTx" presStyleLbl="revTx" presStyleIdx="2" presStyleCnt="6">
        <dgm:presLayoutVars>
          <dgm:chMax val="0"/>
          <dgm:chPref val="0"/>
        </dgm:presLayoutVars>
      </dgm:prSet>
      <dgm:spPr/>
    </dgm:pt>
    <dgm:pt modelId="{56B09FDC-C438-49B4-BADA-67F3DDE61096}" type="pres">
      <dgm:prSet presAssocID="{A8F7831D-727D-48C0-B576-909ACB82495B}" presName="sibTrans" presStyleCnt="0"/>
      <dgm:spPr/>
    </dgm:pt>
    <dgm:pt modelId="{271F043A-522A-4B04-96F8-A515B7847439}" type="pres">
      <dgm:prSet presAssocID="{FB42F33C-D110-4153-B83E-E17382B4EE4D}" presName="compNode" presStyleCnt="0"/>
      <dgm:spPr/>
    </dgm:pt>
    <dgm:pt modelId="{3E7A0676-A6B3-4023-B903-84ACE8378193}" type="pres">
      <dgm:prSet presAssocID="{FB42F33C-D110-4153-B83E-E17382B4EE4D}" presName="bgRect" presStyleLbl="bgShp" presStyleIdx="3" presStyleCnt="6"/>
      <dgm:spPr/>
    </dgm:pt>
    <dgm:pt modelId="{5764F7B9-F251-4F0E-9FFA-E2453147F81B}" type="pres">
      <dgm:prSet presAssocID="{FB42F33C-D110-4153-B83E-E17382B4EE4D}" presName="iconRect" presStyleLbl="node1" presStyleIdx="3" presStyleCnt="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Kreise mit Pfeilen mit einfarbiger Füllung"/>
        </a:ext>
      </dgm:extLst>
    </dgm:pt>
    <dgm:pt modelId="{459CAB3E-AB40-4231-9731-3F0F95CA3F4D}" type="pres">
      <dgm:prSet presAssocID="{FB42F33C-D110-4153-B83E-E17382B4EE4D}" presName="spaceRect" presStyleCnt="0"/>
      <dgm:spPr/>
    </dgm:pt>
    <dgm:pt modelId="{018E2E0F-A9CF-4D7A-8FC9-E661984AA8A9}" type="pres">
      <dgm:prSet presAssocID="{FB42F33C-D110-4153-B83E-E17382B4EE4D}" presName="parTx" presStyleLbl="revTx" presStyleIdx="3" presStyleCnt="6">
        <dgm:presLayoutVars>
          <dgm:chMax val="0"/>
          <dgm:chPref val="0"/>
        </dgm:presLayoutVars>
      </dgm:prSet>
      <dgm:spPr/>
    </dgm:pt>
    <dgm:pt modelId="{3427E7A0-9DEA-4894-9DFC-70C274F69F72}" type="pres">
      <dgm:prSet presAssocID="{6A516003-15CD-41C5-ADD7-641B36E88D5C}" presName="sibTrans" presStyleCnt="0"/>
      <dgm:spPr/>
    </dgm:pt>
    <dgm:pt modelId="{AEBD0D26-0A41-4522-94FF-81F7A202A71D}" type="pres">
      <dgm:prSet presAssocID="{4046D48A-71AD-4E26-94E2-D454B35C2DE7}" presName="compNode" presStyleCnt="0"/>
      <dgm:spPr/>
    </dgm:pt>
    <dgm:pt modelId="{2B1294A4-607B-429E-B75F-C61F46D5E132}" type="pres">
      <dgm:prSet presAssocID="{4046D48A-71AD-4E26-94E2-D454B35C2DE7}" presName="bgRect" presStyleLbl="bgShp" presStyleIdx="4" presStyleCnt="6"/>
      <dgm:spPr/>
    </dgm:pt>
    <dgm:pt modelId="{A1589B68-4E27-41B2-B24B-B9922CB4F44A}" type="pres">
      <dgm:prSet presAssocID="{4046D48A-71AD-4E26-94E2-D454B35C2DE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üfliste"/>
        </a:ext>
      </dgm:extLst>
    </dgm:pt>
    <dgm:pt modelId="{F8FEF99E-1A7A-4B96-B867-EE1E43FC0AF8}" type="pres">
      <dgm:prSet presAssocID="{4046D48A-71AD-4E26-94E2-D454B35C2DE7}" presName="spaceRect" presStyleCnt="0"/>
      <dgm:spPr/>
    </dgm:pt>
    <dgm:pt modelId="{098F3509-BD77-4DE1-ADC6-F7E8BA7D64BB}" type="pres">
      <dgm:prSet presAssocID="{4046D48A-71AD-4E26-94E2-D454B35C2DE7}" presName="parTx" presStyleLbl="revTx" presStyleIdx="4" presStyleCnt="6">
        <dgm:presLayoutVars>
          <dgm:chMax val="0"/>
          <dgm:chPref val="0"/>
        </dgm:presLayoutVars>
      </dgm:prSet>
      <dgm:spPr/>
    </dgm:pt>
    <dgm:pt modelId="{9E3CA00A-10B4-45D4-B9D6-DA350A7AA44A}" type="pres">
      <dgm:prSet presAssocID="{885A181D-B0DF-4F07-875C-A3ECE1867446}" presName="sibTrans" presStyleCnt="0"/>
      <dgm:spPr/>
    </dgm:pt>
    <dgm:pt modelId="{C15A1B4E-1908-4C71-8692-60E376121C3E}" type="pres">
      <dgm:prSet presAssocID="{844CE739-53A9-4119-B743-A341714707BC}" presName="compNode" presStyleCnt="0"/>
      <dgm:spPr/>
    </dgm:pt>
    <dgm:pt modelId="{6CE9E455-F6AB-4714-8D39-8B38CA81D4E1}" type="pres">
      <dgm:prSet presAssocID="{844CE739-53A9-4119-B743-A341714707BC}" presName="bgRect" presStyleLbl="bgShp" presStyleIdx="5" presStyleCnt="6"/>
      <dgm:spPr/>
    </dgm:pt>
    <dgm:pt modelId="{E5D981AA-E427-44D0-9E6F-66657C983059}" type="pres">
      <dgm:prSet presAssocID="{844CE739-53A9-4119-B743-A341714707B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Auktionshammer"/>
        </a:ext>
      </dgm:extLst>
    </dgm:pt>
    <dgm:pt modelId="{B64EF20D-842A-42E0-B647-E63BECEE5C67}" type="pres">
      <dgm:prSet presAssocID="{844CE739-53A9-4119-B743-A341714707BC}" presName="spaceRect" presStyleCnt="0"/>
      <dgm:spPr/>
    </dgm:pt>
    <dgm:pt modelId="{E9692759-EFDC-431D-BE58-94A8A69B6566}" type="pres">
      <dgm:prSet presAssocID="{844CE739-53A9-4119-B743-A341714707BC}" presName="parTx" presStyleLbl="revTx" presStyleIdx="5" presStyleCnt="6">
        <dgm:presLayoutVars>
          <dgm:chMax val="0"/>
          <dgm:chPref val="0"/>
        </dgm:presLayoutVars>
      </dgm:prSet>
      <dgm:spPr/>
    </dgm:pt>
  </dgm:ptLst>
  <dgm:cxnLst>
    <dgm:cxn modelId="{0FA70E5B-6C12-4F01-8784-1BDACC17A2BF}" srcId="{41A2A077-1AD7-4A47-BB5A-7C47A1EAE863}" destId="{844CE739-53A9-4119-B743-A341714707BC}" srcOrd="5" destOrd="0" parTransId="{F3BE50C5-CE61-426A-9116-DB4AD1D73E62}" sibTransId="{A21D2F56-DB37-492A-BDFD-5ADE9B879CB3}"/>
    <dgm:cxn modelId="{FB6D306B-17F9-4F96-B22B-F6EE3451EF79}" srcId="{41A2A077-1AD7-4A47-BB5A-7C47A1EAE863}" destId="{8DB5AE72-FB3C-486F-8564-A7170CF56279}" srcOrd="2" destOrd="0" parTransId="{57F34DCF-77F3-4DE0-B8CF-4378DB143EDA}" sibTransId="{A8F7831D-727D-48C0-B576-909ACB82495B}"/>
    <dgm:cxn modelId="{71BE474C-E61C-48F5-9DAA-BE8C5EF3A926}" srcId="{41A2A077-1AD7-4A47-BB5A-7C47A1EAE863}" destId="{BE8B713C-A8A0-40EF-B3D3-A3220B2EDF50}" srcOrd="1" destOrd="0" parTransId="{E3E15B5C-151B-4593-81E6-C6EDC7F1E3C1}" sibTransId="{AB7F9119-9237-4E03-B2E1-4A1665369F52}"/>
    <dgm:cxn modelId="{5A520471-56BB-4EA5-BFF0-7AF6003ED5C1}" type="presOf" srcId="{FB42F33C-D110-4153-B83E-E17382B4EE4D}" destId="{018E2E0F-A9CF-4D7A-8FC9-E661984AA8A9}" srcOrd="0" destOrd="0" presId="urn:microsoft.com/office/officeart/2018/2/layout/IconVerticalSolidList"/>
    <dgm:cxn modelId="{CA345786-FA15-49A5-B1D6-67ECF2BD161E}" type="presOf" srcId="{844CE739-53A9-4119-B743-A341714707BC}" destId="{E9692759-EFDC-431D-BE58-94A8A69B6566}" srcOrd="0" destOrd="0" presId="urn:microsoft.com/office/officeart/2018/2/layout/IconVerticalSolidList"/>
    <dgm:cxn modelId="{A780F286-325E-464F-A194-34A6A1F8BFF4}" srcId="{41A2A077-1AD7-4A47-BB5A-7C47A1EAE863}" destId="{FB42F33C-D110-4153-B83E-E17382B4EE4D}" srcOrd="3" destOrd="0" parTransId="{38EE9AD5-F38A-49F0-8C87-7E26D29CF787}" sibTransId="{6A516003-15CD-41C5-ADD7-641B36E88D5C}"/>
    <dgm:cxn modelId="{1116A18B-17BD-4960-ABC5-6E5849B432B6}" type="presOf" srcId="{4046D48A-71AD-4E26-94E2-D454B35C2DE7}" destId="{098F3509-BD77-4DE1-ADC6-F7E8BA7D64BB}" srcOrd="0" destOrd="0" presId="urn:microsoft.com/office/officeart/2018/2/layout/IconVerticalSolidList"/>
    <dgm:cxn modelId="{277C9FAB-0BF6-4972-AEC5-8509B34A6EB5}" srcId="{41A2A077-1AD7-4A47-BB5A-7C47A1EAE863}" destId="{4046D48A-71AD-4E26-94E2-D454B35C2DE7}" srcOrd="4" destOrd="0" parTransId="{C63A2B48-B3A6-460A-B6CC-10CF2A2F73CD}" sibTransId="{885A181D-B0DF-4F07-875C-A3ECE1867446}"/>
    <dgm:cxn modelId="{82D406B5-9CB6-4C1D-AC1F-15C8E70E1497}" type="presOf" srcId="{BE8B713C-A8A0-40EF-B3D3-A3220B2EDF50}" destId="{BCB9E448-F070-4D72-A4B2-DC8BD187B9AD}" srcOrd="0" destOrd="0" presId="urn:microsoft.com/office/officeart/2018/2/layout/IconVerticalSolidList"/>
    <dgm:cxn modelId="{3B6672C9-BA5C-43CD-86E9-C789FCF27C0F}" type="presOf" srcId="{C9D3A248-7AED-4BA9-926A-637E229A9D26}" destId="{15333C6F-709F-4D7F-B00A-ED254A0F757D}" srcOrd="0" destOrd="0" presId="urn:microsoft.com/office/officeart/2018/2/layout/IconVerticalSolidList"/>
    <dgm:cxn modelId="{036451DD-CD0A-4A3A-9757-C6AF511796C8}" type="presOf" srcId="{8DB5AE72-FB3C-486F-8564-A7170CF56279}" destId="{B567ACDF-4AF2-4F1E-9392-9E6A6F7A52AF}" srcOrd="0" destOrd="0" presId="urn:microsoft.com/office/officeart/2018/2/layout/IconVerticalSolidList"/>
    <dgm:cxn modelId="{1259EEF6-C44C-48E2-9D9B-C42BD7F16A92}" srcId="{41A2A077-1AD7-4A47-BB5A-7C47A1EAE863}" destId="{C9D3A248-7AED-4BA9-926A-637E229A9D26}" srcOrd="0" destOrd="0" parTransId="{92699862-8484-4E84-896F-98BD9D39D007}" sibTransId="{CC19A8BF-63DC-4A08-8485-7A729278D00F}"/>
    <dgm:cxn modelId="{A99E36FB-4DBE-46D4-AE74-4061F637E787}" type="presOf" srcId="{41A2A077-1AD7-4A47-BB5A-7C47A1EAE863}" destId="{7A3F4739-0976-4922-A154-F299522A7D97}" srcOrd="0" destOrd="0" presId="urn:microsoft.com/office/officeart/2018/2/layout/IconVerticalSolidList"/>
    <dgm:cxn modelId="{375D6DA0-E712-4135-AB0A-40E03C895860}" type="presParOf" srcId="{7A3F4739-0976-4922-A154-F299522A7D97}" destId="{ED7D2D1C-761D-4CCB-B550-C3DFB8073ADE}" srcOrd="0" destOrd="0" presId="urn:microsoft.com/office/officeart/2018/2/layout/IconVerticalSolidList"/>
    <dgm:cxn modelId="{4B3C5DA3-4487-4E94-869D-9101674932CC}" type="presParOf" srcId="{ED7D2D1C-761D-4CCB-B550-C3DFB8073ADE}" destId="{EF19A54D-CFCE-449F-99AF-C9D74824E652}" srcOrd="0" destOrd="0" presId="urn:microsoft.com/office/officeart/2018/2/layout/IconVerticalSolidList"/>
    <dgm:cxn modelId="{70BD50D6-E7F5-453B-A11D-5B34A2945AEB}" type="presParOf" srcId="{ED7D2D1C-761D-4CCB-B550-C3DFB8073ADE}" destId="{2CEA8E54-821E-4F59-AD6A-15C44EBD440E}" srcOrd="1" destOrd="0" presId="urn:microsoft.com/office/officeart/2018/2/layout/IconVerticalSolidList"/>
    <dgm:cxn modelId="{E4FC827E-B882-4979-8B55-213F9F87B73F}" type="presParOf" srcId="{ED7D2D1C-761D-4CCB-B550-C3DFB8073ADE}" destId="{06EE0989-32E8-4F45-97A9-D5546BD2BDF3}" srcOrd="2" destOrd="0" presId="urn:microsoft.com/office/officeart/2018/2/layout/IconVerticalSolidList"/>
    <dgm:cxn modelId="{98C9DCD2-6D0E-4A0D-A62B-F63FA1FA6EE3}" type="presParOf" srcId="{ED7D2D1C-761D-4CCB-B550-C3DFB8073ADE}" destId="{15333C6F-709F-4D7F-B00A-ED254A0F757D}" srcOrd="3" destOrd="0" presId="urn:microsoft.com/office/officeart/2018/2/layout/IconVerticalSolidList"/>
    <dgm:cxn modelId="{CA7DD4D5-7824-450E-A365-A897A1FD6D28}" type="presParOf" srcId="{7A3F4739-0976-4922-A154-F299522A7D97}" destId="{BC52804B-049D-4656-BAD7-6869FEA8D947}" srcOrd="1" destOrd="0" presId="urn:microsoft.com/office/officeart/2018/2/layout/IconVerticalSolidList"/>
    <dgm:cxn modelId="{2EFCBBD4-4C26-49C1-BFFA-5FAB0BCE3044}" type="presParOf" srcId="{7A3F4739-0976-4922-A154-F299522A7D97}" destId="{E22673F7-8EE0-4E80-A012-A0DAF99EFF7E}" srcOrd="2" destOrd="0" presId="urn:microsoft.com/office/officeart/2018/2/layout/IconVerticalSolidList"/>
    <dgm:cxn modelId="{D4D612C0-F4B1-49B5-88BD-06E63EEEA728}" type="presParOf" srcId="{E22673F7-8EE0-4E80-A012-A0DAF99EFF7E}" destId="{A19D4935-2A89-4ABF-A3D9-4BC912309DFE}" srcOrd="0" destOrd="0" presId="urn:microsoft.com/office/officeart/2018/2/layout/IconVerticalSolidList"/>
    <dgm:cxn modelId="{1D557AD2-46B9-4F4C-8B8A-B37F4D92627D}" type="presParOf" srcId="{E22673F7-8EE0-4E80-A012-A0DAF99EFF7E}" destId="{0B02E532-AD48-44A2-9454-59D17A514ABA}" srcOrd="1" destOrd="0" presId="urn:microsoft.com/office/officeart/2018/2/layout/IconVerticalSolidList"/>
    <dgm:cxn modelId="{3F457478-9CBA-447E-8D09-AE5DE5F496AE}" type="presParOf" srcId="{E22673F7-8EE0-4E80-A012-A0DAF99EFF7E}" destId="{B1EB2648-B1D0-4957-8839-2DCEFE5910ED}" srcOrd="2" destOrd="0" presId="urn:microsoft.com/office/officeart/2018/2/layout/IconVerticalSolidList"/>
    <dgm:cxn modelId="{27D7D725-2520-4648-8A20-B9F58CA70D89}" type="presParOf" srcId="{E22673F7-8EE0-4E80-A012-A0DAF99EFF7E}" destId="{BCB9E448-F070-4D72-A4B2-DC8BD187B9AD}" srcOrd="3" destOrd="0" presId="urn:microsoft.com/office/officeart/2018/2/layout/IconVerticalSolidList"/>
    <dgm:cxn modelId="{FF09B6C8-AD06-4B47-9AFC-423F2D11B67D}" type="presParOf" srcId="{7A3F4739-0976-4922-A154-F299522A7D97}" destId="{DBD9D5A2-D6C5-4C59-942B-F49418955697}" srcOrd="3" destOrd="0" presId="urn:microsoft.com/office/officeart/2018/2/layout/IconVerticalSolidList"/>
    <dgm:cxn modelId="{E2BB8759-7425-4CD7-9982-AA91831638CE}" type="presParOf" srcId="{7A3F4739-0976-4922-A154-F299522A7D97}" destId="{645D82B4-CD39-4995-B580-6F9DE73F4E13}" srcOrd="4" destOrd="0" presId="urn:microsoft.com/office/officeart/2018/2/layout/IconVerticalSolidList"/>
    <dgm:cxn modelId="{E8F43C93-CF4A-46B1-9528-B6E4171A96FB}" type="presParOf" srcId="{645D82B4-CD39-4995-B580-6F9DE73F4E13}" destId="{1726334D-97D6-493C-952A-A3A95FB581EA}" srcOrd="0" destOrd="0" presId="urn:microsoft.com/office/officeart/2018/2/layout/IconVerticalSolidList"/>
    <dgm:cxn modelId="{2CC7EB1D-E989-4C1C-918A-848DB0ABEB17}" type="presParOf" srcId="{645D82B4-CD39-4995-B580-6F9DE73F4E13}" destId="{B1C16F36-7510-44D1-8ABE-C60D7B32289A}" srcOrd="1" destOrd="0" presId="urn:microsoft.com/office/officeart/2018/2/layout/IconVerticalSolidList"/>
    <dgm:cxn modelId="{612D152F-EC24-46C4-ACAF-AF6414F5FB78}" type="presParOf" srcId="{645D82B4-CD39-4995-B580-6F9DE73F4E13}" destId="{106F6C2E-A7FB-4E5F-978D-AA2E3E3174F5}" srcOrd="2" destOrd="0" presId="urn:microsoft.com/office/officeart/2018/2/layout/IconVerticalSolidList"/>
    <dgm:cxn modelId="{7740AFFB-98F8-4BD9-B3D5-8AAA2D23B690}" type="presParOf" srcId="{645D82B4-CD39-4995-B580-6F9DE73F4E13}" destId="{B567ACDF-4AF2-4F1E-9392-9E6A6F7A52AF}" srcOrd="3" destOrd="0" presId="urn:microsoft.com/office/officeart/2018/2/layout/IconVerticalSolidList"/>
    <dgm:cxn modelId="{793E5A02-AE39-45F1-9378-D978B2D5F9C8}" type="presParOf" srcId="{7A3F4739-0976-4922-A154-F299522A7D97}" destId="{56B09FDC-C438-49B4-BADA-67F3DDE61096}" srcOrd="5" destOrd="0" presId="urn:microsoft.com/office/officeart/2018/2/layout/IconVerticalSolidList"/>
    <dgm:cxn modelId="{FAC86F48-5C58-44C6-89D0-3B5A3D5D2A8B}" type="presParOf" srcId="{7A3F4739-0976-4922-A154-F299522A7D97}" destId="{271F043A-522A-4B04-96F8-A515B7847439}" srcOrd="6" destOrd="0" presId="urn:microsoft.com/office/officeart/2018/2/layout/IconVerticalSolidList"/>
    <dgm:cxn modelId="{6BA01C65-2E55-4DA2-A68F-B51A1174F566}" type="presParOf" srcId="{271F043A-522A-4B04-96F8-A515B7847439}" destId="{3E7A0676-A6B3-4023-B903-84ACE8378193}" srcOrd="0" destOrd="0" presId="urn:microsoft.com/office/officeart/2018/2/layout/IconVerticalSolidList"/>
    <dgm:cxn modelId="{B14B214B-1DA9-45AA-9680-9567A6F34D6D}" type="presParOf" srcId="{271F043A-522A-4B04-96F8-A515B7847439}" destId="{5764F7B9-F251-4F0E-9FFA-E2453147F81B}" srcOrd="1" destOrd="0" presId="urn:microsoft.com/office/officeart/2018/2/layout/IconVerticalSolidList"/>
    <dgm:cxn modelId="{C14776C2-B69F-44F8-9E9D-C240C1E2995A}" type="presParOf" srcId="{271F043A-522A-4B04-96F8-A515B7847439}" destId="{459CAB3E-AB40-4231-9731-3F0F95CA3F4D}" srcOrd="2" destOrd="0" presId="urn:microsoft.com/office/officeart/2018/2/layout/IconVerticalSolidList"/>
    <dgm:cxn modelId="{1FE467A6-CE91-48C9-BDD6-6760AF0D40CF}" type="presParOf" srcId="{271F043A-522A-4B04-96F8-A515B7847439}" destId="{018E2E0F-A9CF-4D7A-8FC9-E661984AA8A9}" srcOrd="3" destOrd="0" presId="urn:microsoft.com/office/officeart/2018/2/layout/IconVerticalSolidList"/>
    <dgm:cxn modelId="{CCAB981C-05FF-4589-AB45-0B1DE8781CEF}" type="presParOf" srcId="{7A3F4739-0976-4922-A154-F299522A7D97}" destId="{3427E7A0-9DEA-4894-9DFC-70C274F69F72}" srcOrd="7" destOrd="0" presId="urn:microsoft.com/office/officeart/2018/2/layout/IconVerticalSolidList"/>
    <dgm:cxn modelId="{DEEFBEB0-36B6-4DA1-B54B-E76C13AF4E20}" type="presParOf" srcId="{7A3F4739-0976-4922-A154-F299522A7D97}" destId="{AEBD0D26-0A41-4522-94FF-81F7A202A71D}" srcOrd="8" destOrd="0" presId="urn:microsoft.com/office/officeart/2018/2/layout/IconVerticalSolidList"/>
    <dgm:cxn modelId="{FA41C074-31E2-420A-A6E4-8C1E3EE3BAF9}" type="presParOf" srcId="{AEBD0D26-0A41-4522-94FF-81F7A202A71D}" destId="{2B1294A4-607B-429E-B75F-C61F46D5E132}" srcOrd="0" destOrd="0" presId="urn:microsoft.com/office/officeart/2018/2/layout/IconVerticalSolidList"/>
    <dgm:cxn modelId="{ED3FD682-C43D-4E90-8980-503E84951663}" type="presParOf" srcId="{AEBD0D26-0A41-4522-94FF-81F7A202A71D}" destId="{A1589B68-4E27-41B2-B24B-B9922CB4F44A}" srcOrd="1" destOrd="0" presId="urn:microsoft.com/office/officeart/2018/2/layout/IconVerticalSolidList"/>
    <dgm:cxn modelId="{A696984C-53E1-45AA-8271-D1B3BB824676}" type="presParOf" srcId="{AEBD0D26-0A41-4522-94FF-81F7A202A71D}" destId="{F8FEF99E-1A7A-4B96-B867-EE1E43FC0AF8}" srcOrd="2" destOrd="0" presId="urn:microsoft.com/office/officeart/2018/2/layout/IconVerticalSolidList"/>
    <dgm:cxn modelId="{7DC89BC5-F21A-472B-A67F-D5520C77B3A3}" type="presParOf" srcId="{AEBD0D26-0A41-4522-94FF-81F7A202A71D}" destId="{098F3509-BD77-4DE1-ADC6-F7E8BA7D64BB}" srcOrd="3" destOrd="0" presId="urn:microsoft.com/office/officeart/2018/2/layout/IconVerticalSolidList"/>
    <dgm:cxn modelId="{D60D7E82-73C6-4E63-9A28-5FF2CCD5022B}" type="presParOf" srcId="{7A3F4739-0976-4922-A154-F299522A7D97}" destId="{9E3CA00A-10B4-45D4-B9D6-DA350A7AA44A}" srcOrd="9" destOrd="0" presId="urn:microsoft.com/office/officeart/2018/2/layout/IconVerticalSolidList"/>
    <dgm:cxn modelId="{2E26DBB5-C088-4F23-8176-5BE6EDFCCA79}" type="presParOf" srcId="{7A3F4739-0976-4922-A154-F299522A7D97}" destId="{C15A1B4E-1908-4C71-8692-60E376121C3E}" srcOrd="10" destOrd="0" presId="urn:microsoft.com/office/officeart/2018/2/layout/IconVerticalSolidList"/>
    <dgm:cxn modelId="{CEE9D14D-8334-4FCF-AC00-B522FA9E6990}" type="presParOf" srcId="{C15A1B4E-1908-4C71-8692-60E376121C3E}" destId="{6CE9E455-F6AB-4714-8D39-8B38CA81D4E1}" srcOrd="0" destOrd="0" presId="urn:microsoft.com/office/officeart/2018/2/layout/IconVerticalSolidList"/>
    <dgm:cxn modelId="{0B4C25B5-2B70-4871-A2C7-A34220E99142}" type="presParOf" srcId="{C15A1B4E-1908-4C71-8692-60E376121C3E}" destId="{E5D981AA-E427-44D0-9E6F-66657C983059}" srcOrd="1" destOrd="0" presId="urn:microsoft.com/office/officeart/2018/2/layout/IconVerticalSolidList"/>
    <dgm:cxn modelId="{A6CC8DB6-2BE1-4BD7-A2B6-0583C36A6A9F}" type="presParOf" srcId="{C15A1B4E-1908-4C71-8692-60E376121C3E}" destId="{B64EF20D-842A-42E0-B647-E63BECEE5C67}" srcOrd="2" destOrd="0" presId="urn:microsoft.com/office/officeart/2018/2/layout/IconVerticalSolidList"/>
    <dgm:cxn modelId="{C7CD53E0-D984-45D2-9A55-B01C2EA483F1}" type="presParOf" srcId="{C15A1B4E-1908-4C71-8692-60E376121C3E}" destId="{E9692759-EFDC-431D-BE58-94A8A69B6566}" srcOrd="3" destOrd="0" presId="urn:microsoft.com/office/officeart/2018/2/layout/IconVerticalSoli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85189C-2A33-419A-BDA0-0ED305DD7D0A}" type="doc">
      <dgm:prSet loTypeId="urn:microsoft.com/office/officeart/2008/layout/VerticalCurvedList" loCatId="list" qsTypeId="urn:microsoft.com/office/officeart/2005/8/quickstyle/simple3" qsCatId="simple" csTypeId="urn:microsoft.com/office/officeart/2005/8/colors/accent1_2" csCatId="accent1" phldr="1"/>
      <dgm:spPr/>
      <dgm:t>
        <a:bodyPr/>
        <a:lstStyle/>
        <a:p>
          <a:endParaRPr lang="en-US"/>
        </a:p>
      </dgm:t>
    </dgm:pt>
    <dgm:pt modelId="{00859AD0-8617-4E5C-B2F5-29803B2C102A}">
      <dgm:prSet phldrT="[Text]" custT="1"/>
      <dgm:spPr/>
      <dgm:t>
        <a:bodyPr/>
        <a:lstStyle/>
        <a:p>
          <a:r>
            <a:rPr lang="de-DE" sz="1400" dirty="0">
              <a:latin typeface="Arial" panose="020B0604020202020204" pitchFamily="34" charset="0"/>
              <a:cs typeface="Arial" panose="020B0604020202020204" pitchFamily="34" charset="0"/>
            </a:rPr>
            <a:t>Isabel.Feustel@uni-ulm.de</a:t>
          </a:r>
          <a:endParaRPr lang="en-US" sz="1400" dirty="0">
            <a:latin typeface="Arial" panose="020B0604020202020204" pitchFamily="34" charset="0"/>
            <a:cs typeface="Arial" panose="020B0604020202020204" pitchFamily="34" charset="0"/>
          </a:endParaRPr>
        </a:p>
      </dgm:t>
    </dgm:pt>
    <dgm:pt modelId="{F5FB3A9C-F512-468D-AB38-3567C9B1992F}" type="parTrans" cxnId="{3AB37866-B865-46C8-B918-C32564BD2940}">
      <dgm:prSet/>
      <dgm:spPr/>
      <dgm:t>
        <a:bodyPr/>
        <a:lstStyle/>
        <a:p>
          <a:endParaRPr lang="en-US" sz="1400">
            <a:latin typeface="Arial" panose="020B0604020202020204" pitchFamily="34" charset="0"/>
            <a:cs typeface="Arial" panose="020B0604020202020204" pitchFamily="34" charset="0"/>
          </a:endParaRPr>
        </a:p>
      </dgm:t>
    </dgm:pt>
    <dgm:pt modelId="{E6847BD5-A363-4B10-9CD8-AFCF7B4A665B}" type="sibTrans" cxnId="{3AB37866-B865-46C8-B918-C32564BD2940}">
      <dgm:prSet/>
      <dgm:spPr/>
      <dgm:t>
        <a:bodyPr/>
        <a:lstStyle/>
        <a:p>
          <a:endParaRPr lang="en-US" sz="1400">
            <a:latin typeface="Arial" panose="020B0604020202020204" pitchFamily="34" charset="0"/>
            <a:cs typeface="Arial" panose="020B0604020202020204" pitchFamily="34" charset="0"/>
          </a:endParaRPr>
        </a:p>
      </dgm:t>
    </dgm:pt>
    <dgm:pt modelId="{23CFEE10-4496-4970-A2CC-03C6E916543A}">
      <dgm:prSet phldrT="[Text]" custT="1"/>
      <dgm:spPr/>
      <dgm:t>
        <a:bodyPr/>
        <a:lstStyle/>
        <a:p>
          <a:r>
            <a:rPr lang="de-DE" sz="1400" dirty="0">
              <a:latin typeface="Arial" panose="020B0604020202020204" pitchFamily="34" charset="0"/>
              <a:cs typeface="Arial" panose="020B0604020202020204" pitchFamily="34" charset="0"/>
            </a:rPr>
            <a:t>Find </a:t>
          </a:r>
          <a:r>
            <a:rPr lang="de-DE" sz="1400" dirty="0" err="1">
              <a:latin typeface="Arial" panose="020B0604020202020204" pitchFamily="34" charset="0"/>
              <a:cs typeface="Arial" panose="020B0604020202020204" pitchFamily="34" charset="0"/>
            </a:rPr>
            <a:t>me</a:t>
          </a:r>
          <a:r>
            <a:rPr lang="de-DE" sz="1400" dirty="0">
              <a:latin typeface="Arial" panose="020B0604020202020204" pitchFamily="34" charset="0"/>
              <a:cs typeface="Arial" panose="020B0604020202020204" pitchFamily="34" charset="0"/>
            </a:rPr>
            <a:t> on LinkedIn</a:t>
          </a:r>
          <a:endParaRPr lang="en-US" sz="1400" dirty="0">
            <a:latin typeface="Arial" panose="020B0604020202020204" pitchFamily="34" charset="0"/>
            <a:cs typeface="Arial" panose="020B0604020202020204" pitchFamily="34" charset="0"/>
          </a:endParaRPr>
        </a:p>
      </dgm:t>
    </dgm:pt>
    <dgm:pt modelId="{0B33E73C-883E-40CC-8537-C80F581AB408}" type="parTrans" cxnId="{C8109DD2-E430-4938-A6F4-CF8C2D732349}">
      <dgm:prSet/>
      <dgm:spPr/>
      <dgm:t>
        <a:bodyPr/>
        <a:lstStyle/>
        <a:p>
          <a:endParaRPr lang="en-US" sz="1400">
            <a:latin typeface="Arial" panose="020B0604020202020204" pitchFamily="34" charset="0"/>
            <a:cs typeface="Arial" panose="020B0604020202020204" pitchFamily="34" charset="0"/>
          </a:endParaRPr>
        </a:p>
      </dgm:t>
    </dgm:pt>
    <dgm:pt modelId="{BD57AE9B-4BAC-4947-8770-7878863DCCE2}" type="sibTrans" cxnId="{C8109DD2-E430-4938-A6F4-CF8C2D732349}">
      <dgm:prSet/>
      <dgm:spPr/>
      <dgm:t>
        <a:bodyPr/>
        <a:lstStyle/>
        <a:p>
          <a:endParaRPr lang="en-US" sz="1400">
            <a:latin typeface="Arial" panose="020B0604020202020204" pitchFamily="34" charset="0"/>
            <a:cs typeface="Arial" panose="020B0604020202020204" pitchFamily="34" charset="0"/>
          </a:endParaRPr>
        </a:p>
      </dgm:t>
    </dgm:pt>
    <dgm:pt modelId="{805D6872-F5A9-43C0-864D-6A510E2FA080}">
      <dgm:prSet phldrT="[Text]" custT="1"/>
      <dgm:spPr/>
      <dgm:t>
        <a:bodyPr/>
        <a:lstStyle/>
        <a:p>
          <a:r>
            <a:rPr lang="de-DE" sz="1400" dirty="0">
              <a:latin typeface="Arial" panose="020B0604020202020204" pitchFamily="34" charset="0"/>
              <a:cs typeface="Arial" panose="020B0604020202020204" pitchFamily="34" charset="0"/>
            </a:rPr>
            <a:t>https://nt.uni-ulm.de/ifeustel</a:t>
          </a:r>
          <a:endParaRPr lang="en-US" sz="1400" dirty="0">
            <a:latin typeface="Arial" panose="020B0604020202020204" pitchFamily="34" charset="0"/>
            <a:cs typeface="Arial" panose="020B0604020202020204" pitchFamily="34" charset="0"/>
          </a:endParaRPr>
        </a:p>
      </dgm:t>
    </dgm:pt>
    <dgm:pt modelId="{089F08B3-7BC4-4788-9576-DC23142331E1}" type="parTrans" cxnId="{DF6D804E-29D0-4C47-8713-3E32D1A745AA}">
      <dgm:prSet/>
      <dgm:spPr/>
      <dgm:t>
        <a:bodyPr/>
        <a:lstStyle/>
        <a:p>
          <a:endParaRPr lang="en-US" sz="1400">
            <a:latin typeface="Arial" panose="020B0604020202020204" pitchFamily="34" charset="0"/>
            <a:cs typeface="Arial" panose="020B0604020202020204" pitchFamily="34" charset="0"/>
          </a:endParaRPr>
        </a:p>
      </dgm:t>
    </dgm:pt>
    <dgm:pt modelId="{2ED8FFFC-C87C-4887-811F-9FB1DB2EEF08}" type="sibTrans" cxnId="{DF6D804E-29D0-4C47-8713-3E32D1A745AA}">
      <dgm:prSet/>
      <dgm:spPr/>
      <dgm:t>
        <a:bodyPr/>
        <a:lstStyle/>
        <a:p>
          <a:endParaRPr lang="en-US" sz="1400">
            <a:latin typeface="Arial" panose="020B0604020202020204" pitchFamily="34" charset="0"/>
            <a:cs typeface="Arial" panose="020B0604020202020204" pitchFamily="34" charset="0"/>
          </a:endParaRPr>
        </a:p>
      </dgm:t>
    </dgm:pt>
    <dgm:pt modelId="{60C8F3EF-5EDC-4380-B24D-6A52C579A98B}" type="pres">
      <dgm:prSet presAssocID="{7B85189C-2A33-419A-BDA0-0ED305DD7D0A}" presName="Name0" presStyleCnt="0">
        <dgm:presLayoutVars>
          <dgm:chMax val="7"/>
          <dgm:chPref val="7"/>
          <dgm:dir/>
        </dgm:presLayoutVars>
      </dgm:prSet>
      <dgm:spPr/>
    </dgm:pt>
    <dgm:pt modelId="{9F2FBEB1-E52A-4F52-A1A6-EFFED71084C0}" type="pres">
      <dgm:prSet presAssocID="{7B85189C-2A33-419A-BDA0-0ED305DD7D0A}" presName="Name1" presStyleCnt="0"/>
      <dgm:spPr/>
    </dgm:pt>
    <dgm:pt modelId="{0B1D9E9D-5275-45E3-AB12-C48F04CF0D0D}" type="pres">
      <dgm:prSet presAssocID="{7B85189C-2A33-419A-BDA0-0ED305DD7D0A}" presName="cycle" presStyleCnt="0"/>
      <dgm:spPr/>
    </dgm:pt>
    <dgm:pt modelId="{AC8879A6-B313-4378-8A32-BAE34DAE9956}" type="pres">
      <dgm:prSet presAssocID="{7B85189C-2A33-419A-BDA0-0ED305DD7D0A}" presName="srcNode" presStyleLbl="node1" presStyleIdx="0" presStyleCnt="3"/>
      <dgm:spPr/>
    </dgm:pt>
    <dgm:pt modelId="{4FF84FAC-1942-4BC4-BB90-74812C32CDE6}" type="pres">
      <dgm:prSet presAssocID="{7B85189C-2A33-419A-BDA0-0ED305DD7D0A}" presName="conn" presStyleLbl="parChTrans1D2" presStyleIdx="0" presStyleCnt="1"/>
      <dgm:spPr/>
    </dgm:pt>
    <dgm:pt modelId="{FDBF9048-FE94-4B9E-A5E8-1E0A4DC326B1}" type="pres">
      <dgm:prSet presAssocID="{7B85189C-2A33-419A-BDA0-0ED305DD7D0A}" presName="extraNode" presStyleLbl="node1" presStyleIdx="0" presStyleCnt="3"/>
      <dgm:spPr/>
    </dgm:pt>
    <dgm:pt modelId="{1AEBCD59-841D-48C5-BA44-177CEEAD0732}" type="pres">
      <dgm:prSet presAssocID="{7B85189C-2A33-419A-BDA0-0ED305DD7D0A}" presName="dstNode" presStyleLbl="node1" presStyleIdx="0" presStyleCnt="3"/>
      <dgm:spPr/>
    </dgm:pt>
    <dgm:pt modelId="{D75F045F-96C2-4C02-A57C-405085B4F2EA}" type="pres">
      <dgm:prSet presAssocID="{00859AD0-8617-4E5C-B2F5-29803B2C102A}" presName="text_1" presStyleLbl="node1" presStyleIdx="0" presStyleCnt="3">
        <dgm:presLayoutVars>
          <dgm:bulletEnabled val="1"/>
        </dgm:presLayoutVars>
      </dgm:prSet>
      <dgm:spPr/>
    </dgm:pt>
    <dgm:pt modelId="{A824B143-101B-4D14-B344-81D8859C47C4}" type="pres">
      <dgm:prSet presAssocID="{00859AD0-8617-4E5C-B2F5-29803B2C102A}" presName="accent_1" presStyleCnt="0"/>
      <dgm:spPr/>
    </dgm:pt>
    <dgm:pt modelId="{BCCE2245-0FCE-40EE-A445-253AD7A43D75}" type="pres">
      <dgm:prSet presAssocID="{00859AD0-8617-4E5C-B2F5-29803B2C102A}" presName="accentRepeatNode" presStyleLbl="solidFgAcc1" presStyleIdx="0" presStyleCnt="3"/>
      <dgm:spPr/>
    </dgm:pt>
    <dgm:pt modelId="{5C0B8232-29CD-461E-9B23-7E09BA61D07C}" type="pres">
      <dgm:prSet presAssocID="{23CFEE10-4496-4970-A2CC-03C6E916543A}" presName="text_2" presStyleLbl="node1" presStyleIdx="1" presStyleCnt="3">
        <dgm:presLayoutVars>
          <dgm:bulletEnabled val="1"/>
        </dgm:presLayoutVars>
      </dgm:prSet>
      <dgm:spPr/>
    </dgm:pt>
    <dgm:pt modelId="{ABAFE390-C938-42B2-9280-EFC2D9F70AC4}" type="pres">
      <dgm:prSet presAssocID="{23CFEE10-4496-4970-A2CC-03C6E916543A}" presName="accent_2" presStyleCnt="0"/>
      <dgm:spPr/>
    </dgm:pt>
    <dgm:pt modelId="{2EE29E75-0CB2-4423-AE54-621393C14794}" type="pres">
      <dgm:prSet presAssocID="{23CFEE10-4496-4970-A2CC-03C6E916543A}" presName="accentRepeatNode" presStyleLbl="solidFgAcc1" presStyleIdx="1" presStyleCnt="3"/>
      <dgm:spPr/>
    </dgm:pt>
    <dgm:pt modelId="{D6E6633E-4AFB-4166-AB85-EB75621C6D3A}" type="pres">
      <dgm:prSet presAssocID="{805D6872-F5A9-43C0-864D-6A510E2FA080}" presName="text_3" presStyleLbl="node1" presStyleIdx="2" presStyleCnt="3">
        <dgm:presLayoutVars>
          <dgm:bulletEnabled val="1"/>
        </dgm:presLayoutVars>
      </dgm:prSet>
      <dgm:spPr/>
    </dgm:pt>
    <dgm:pt modelId="{1747C3EE-E9A4-4660-BCF9-18B829EDECCE}" type="pres">
      <dgm:prSet presAssocID="{805D6872-F5A9-43C0-864D-6A510E2FA080}" presName="accent_3" presStyleCnt="0"/>
      <dgm:spPr/>
    </dgm:pt>
    <dgm:pt modelId="{D0F7109F-5091-4781-BDD3-96F132F88E40}" type="pres">
      <dgm:prSet presAssocID="{805D6872-F5A9-43C0-864D-6A510E2FA080}" presName="accentRepeatNode" presStyleLbl="solidFgAcc1" presStyleIdx="2" presStyleCnt="3"/>
      <dgm:spPr/>
    </dgm:pt>
  </dgm:ptLst>
  <dgm:cxnLst>
    <dgm:cxn modelId="{B8CB0A63-3529-4566-B252-DB50CCEDD131}" type="presOf" srcId="{23CFEE10-4496-4970-A2CC-03C6E916543A}" destId="{5C0B8232-29CD-461E-9B23-7E09BA61D07C}" srcOrd="0" destOrd="0" presId="urn:microsoft.com/office/officeart/2008/layout/VerticalCurvedList"/>
    <dgm:cxn modelId="{EF0E7A63-F64C-41F6-B71A-55CF4AE45D5C}" type="presOf" srcId="{00859AD0-8617-4E5C-B2F5-29803B2C102A}" destId="{D75F045F-96C2-4C02-A57C-405085B4F2EA}" srcOrd="0" destOrd="0" presId="urn:microsoft.com/office/officeart/2008/layout/VerticalCurvedList"/>
    <dgm:cxn modelId="{3AB37866-B865-46C8-B918-C32564BD2940}" srcId="{7B85189C-2A33-419A-BDA0-0ED305DD7D0A}" destId="{00859AD0-8617-4E5C-B2F5-29803B2C102A}" srcOrd="0" destOrd="0" parTransId="{F5FB3A9C-F512-468D-AB38-3567C9B1992F}" sibTransId="{E6847BD5-A363-4B10-9CD8-AFCF7B4A665B}"/>
    <dgm:cxn modelId="{DF6D804E-29D0-4C47-8713-3E32D1A745AA}" srcId="{7B85189C-2A33-419A-BDA0-0ED305DD7D0A}" destId="{805D6872-F5A9-43C0-864D-6A510E2FA080}" srcOrd="2" destOrd="0" parTransId="{089F08B3-7BC4-4788-9576-DC23142331E1}" sibTransId="{2ED8FFFC-C87C-4887-811F-9FB1DB2EEF08}"/>
    <dgm:cxn modelId="{5BE30F51-AF01-437E-AF6D-DBC95A55EC1C}" type="presOf" srcId="{E6847BD5-A363-4B10-9CD8-AFCF7B4A665B}" destId="{4FF84FAC-1942-4BC4-BB90-74812C32CDE6}" srcOrd="0" destOrd="0" presId="urn:microsoft.com/office/officeart/2008/layout/VerticalCurvedList"/>
    <dgm:cxn modelId="{6CFCA952-91AD-446A-ABCB-B70C16BD330E}" type="presOf" srcId="{7B85189C-2A33-419A-BDA0-0ED305DD7D0A}" destId="{60C8F3EF-5EDC-4380-B24D-6A52C579A98B}" srcOrd="0" destOrd="0" presId="urn:microsoft.com/office/officeart/2008/layout/VerticalCurvedList"/>
    <dgm:cxn modelId="{E254EA94-6B41-436C-9BF2-202AA865E6C7}" type="presOf" srcId="{805D6872-F5A9-43C0-864D-6A510E2FA080}" destId="{D6E6633E-4AFB-4166-AB85-EB75621C6D3A}" srcOrd="0" destOrd="0" presId="urn:microsoft.com/office/officeart/2008/layout/VerticalCurvedList"/>
    <dgm:cxn modelId="{C8109DD2-E430-4938-A6F4-CF8C2D732349}" srcId="{7B85189C-2A33-419A-BDA0-0ED305DD7D0A}" destId="{23CFEE10-4496-4970-A2CC-03C6E916543A}" srcOrd="1" destOrd="0" parTransId="{0B33E73C-883E-40CC-8537-C80F581AB408}" sibTransId="{BD57AE9B-4BAC-4947-8770-7878863DCCE2}"/>
    <dgm:cxn modelId="{E0703B14-1409-4765-B99C-F68EB10135C1}" type="presParOf" srcId="{60C8F3EF-5EDC-4380-B24D-6A52C579A98B}" destId="{9F2FBEB1-E52A-4F52-A1A6-EFFED71084C0}" srcOrd="0" destOrd="0" presId="urn:microsoft.com/office/officeart/2008/layout/VerticalCurvedList"/>
    <dgm:cxn modelId="{6174A491-5619-463F-9598-CAB863C46048}" type="presParOf" srcId="{9F2FBEB1-E52A-4F52-A1A6-EFFED71084C0}" destId="{0B1D9E9D-5275-45E3-AB12-C48F04CF0D0D}" srcOrd="0" destOrd="0" presId="urn:microsoft.com/office/officeart/2008/layout/VerticalCurvedList"/>
    <dgm:cxn modelId="{5AF7D403-B28A-4D3D-86BC-A4A92AAF4364}" type="presParOf" srcId="{0B1D9E9D-5275-45E3-AB12-C48F04CF0D0D}" destId="{AC8879A6-B313-4378-8A32-BAE34DAE9956}" srcOrd="0" destOrd="0" presId="urn:microsoft.com/office/officeart/2008/layout/VerticalCurvedList"/>
    <dgm:cxn modelId="{E1672510-5AD3-4E91-AFEB-2AC3BA7BD931}" type="presParOf" srcId="{0B1D9E9D-5275-45E3-AB12-C48F04CF0D0D}" destId="{4FF84FAC-1942-4BC4-BB90-74812C32CDE6}" srcOrd="1" destOrd="0" presId="urn:microsoft.com/office/officeart/2008/layout/VerticalCurvedList"/>
    <dgm:cxn modelId="{8083CE11-3941-4214-8DAB-857466CA42D3}" type="presParOf" srcId="{0B1D9E9D-5275-45E3-AB12-C48F04CF0D0D}" destId="{FDBF9048-FE94-4B9E-A5E8-1E0A4DC326B1}" srcOrd="2" destOrd="0" presId="urn:microsoft.com/office/officeart/2008/layout/VerticalCurvedList"/>
    <dgm:cxn modelId="{A1B1DF49-C99E-49BF-974D-C7D44E4DE4BB}" type="presParOf" srcId="{0B1D9E9D-5275-45E3-AB12-C48F04CF0D0D}" destId="{1AEBCD59-841D-48C5-BA44-177CEEAD0732}" srcOrd="3" destOrd="0" presId="urn:microsoft.com/office/officeart/2008/layout/VerticalCurvedList"/>
    <dgm:cxn modelId="{1A32A732-A9D9-4C91-B67E-E2FB49039DA2}" type="presParOf" srcId="{9F2FBEB1-E52A-4F52-A1A6-EFFED71084C0}" destId="{D75F045F-96C2-4C02-A57C-405085B4F2EA}" srcOrd="1" destOrd="0" presId="urn:microsoft.com/office/officeart/2008/layout/VerticalCurvedList"/>
    <dgm:cxn modelId="{90CDF0D5-E83D-4D51-A25A-C907E41B96C5}" type="presParOf" srcId="{9F2FBEB1-E52A-4F52-A1A6-EFFED71084C0}" destId="{A824B143-101B-4D14-B344-81D8859C47C4}" srcOrd="2" destOrd="0" presId="urn:microsoft.com/office/officeart/2008/layout/VerticalCurvedList"/>
    <dgm:cxn modelId="{A64BC4F1-E28B-4876-B956-CD61DB897CBC}" type="presParOf" srcId="{A824B143-101B-4D14-B344-81D8859C47C4}" destId="{BCCE2245-0FCE-40EE-A445-253AD7A43D75}" srcOrd="0" destOrd="0" presId="urn:microsoft.com/office/officeart/2008/layout/VerticalCurvedList"/>
    <dgm:cxn modelId="{C7D10E37-E3AC-4BA7-B55F-AC6B672C5AA1}" type="presParOf" srcId="{9F2FBEB1-E52A-4F52-A1A6-EFFED71084C0}" destId="{5C0B8232-29CD-461E-9B23-7E09BA61D07C}" srcOrd="3" destOrd="0" presId="urn:microsoft.com/office/officeart/2008/layout/VerticalCurvedList"/>
    <dgm:cxn modelId="{034824B4-B4AB-4D68-B635-5C06F97E23FB}" type="presParOf" srcId="{9F2FBEB1-E52A-4F52-A1A6-EFFED71084C0}" destId="{ABAFE390-C938-42B2-9280-EFC2D9F70AC4}" srcOrd="4" destOrd="0" presId="urn:microsoft.com/office/officeart/2008/layout/VerticalCurvedList"/>
    <dgm:cxn modelId="{AE26A516-9D3E-4472-BB3A-78090F7A6284}" type="presParOf" srcId="{ABAFE390-C938-42B2-9280-EFC2D9F70AC4}" destId="{2EE29E75-0CB2-4423-AE54-621393C14794}" srcOrd="0" destOrd="0" presId="urn:microsoft.com/office/officeart/2008/layout/VerticalCurvedList"/>
    <dgm:cxn modelId="{AED957DE-8E7E-4A37-ABB3-404A82112CCF}" type="presParOf" srcId="{9F2FBEB1-E52A-4F52-A1A6-EFFED71084C0}" destId="{D6E6633E-4AFB-4166-AB85-EB75621C6D3A}" srcOrd="5" destOrd="0" presId="urn:microsoft.com/office/officeart/2008/layout/VerticalCurvedList"/>
    <dgm:cxn modelId="{789C6C57-A5EB-4CB3-97AE-87D70AE4C6A2}" type="presParOf" srcId="{9F2FBEB1-E52A-4F52-A1A6-EFFED71084C0}" destId="{1747C3EE-E9A4-4660-BCF9-18B829EDECCE}" srcOrd="6" destOrd="0" presId="urn:microsoft.com/office/officeart/2008/layout/VerticalCurvedList"/>
    <dgm:cxn modelId="{11B333FE-F99C-49B3-BD5D-F56B4EF57F10}" type="presParOf" srcId="{1747C3EE-E9A4-4660-BCF9-18B829EDECCE}" destId="{D0F7109F-5091-4781-BDD3-96F132F88E40}"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19A54D-CFCE-449F-99AF-C9D74824E652}">
      <dsp:nvSpPr>
        <dsp:cNvPr id="0" name=""/>
        <dsp:cNvSpPr/>
      </dsp:nvSpPr>
      <dsp:spPr>
        <a:xfrm>
          <a:off x="0" y="1186"/>
          <a:ext cx="8312397" cy="505399"/>
        </a:xfrm>
        <a:prstGeom prst="roundRect">
          <a:avLst>
            <a:gd name="adj" fmla="val 10000"/>
          </a:avLst>
        </a:prstGeom>
        <a:solidFill>
          <a:schemeClr val="accent3">
            <a:lumMod val="60000"/>
            <a:lumOff val="40000"/>
          </a:schemeClr>
        </a:solidFill>
        <a:ln>
          <a:noFill/>
        </a:ln>
        <a:effectLst/>
      </dsp:spPr>
      <dsp:style>
        <a:lnRef idx="0">
          <a:scrgbClr r="0" g="0" b="0"/>
        </a:lnRef>
        <a:fillRef idx="1">
          <a:scrgbClr r="0" g="0" b="0"/>
        </a:fillRef>
        <a:effectRef idx="0">
          <a:scrgbClr r="0" g="0" b="0"/>
        </a:effectRef>
        <a:fontRef idx="minor"/>
      </dsp:style>
    </dsp:sp>
    <dsp:sp modelId="{2CEA8E54-821E-4F59-AD6A-15C44EBD440E}">
      <dsp:nvSpPr>
        <dsp:cNvPr id="0" name=""/>
        <dsp:cNvSpPr/>
      </dsp:nvSpPr>
      <dsp:spPr>
        <a:xfrm>
          <a:off x="152883" y="114901"/>
          <a:ext cx="277969" cy="27796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333C6F-709F-4D7F-B00A-ED254A0F757D}">
      <dsp:nvSpPr>
        <dsp:cNvPr id="0" name=""/>
        <dsp:cNvSpPr/>
      </dsp:nvSpPr>
      <dsp:spPr>
        <a:xfrm>
          <a:off x="583736" y="1186"/>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a:t>Motivation</a:t>
          </a:r>
          <a:endParaRPr lang="en-US" sz="1900" kern="1200" dirty="0"/>
        </a:p>
      </dsp:txBody>
      <dsp:txXfrm>
        <a:off x="583736" y="1186"/>
        <a:ext cx="7728660" cy="505399"/>
      </dsp:txXfrm>
    </dsp:sp>
    <dsp:sp modelId="{A19D4935-2A89-4ABF-A3D9-4BC912309DFE}">
      <dsp:nvSpPr>
        <dsp:cNvPr id="0" name=""/>
        <dsp:cNvSpPr/>
      </dsp:nvSpPr>
      <dsp:spPr>
        <a:xfrm>
          <a:off x="0" y="632935"/>
          <a:ext cx="8312397" cy="505399"/>
        </a:xfrm>
        <a:prstGeom prst="roundRect">
          <a:avLst>
            <a:gd name="adj" fmla="val 10000"/>
          </a:avLst>
        </a:prstGeom>
        <a:solidFill>
          <a:schemeClr val="accent3">
            <a:lumMod val="60000"/>
            <a:lumOff val="40000"/>
          </a:schemeClr>
        </a:solidFill>
        <a:ln>
          <a:noFill/>
        </a:ln>
        <a:effectLst/>
      </dsp:spPr>
      <dsp:style>
        <a:lnRef idx="0">
          <a:scrgbClr r="0" g="0" b="0"/>
        </a:lnRef>
        <a:fillRef idx="1">
          <a:scrgbClr r="0" g="0" b="0"/>
        </a:fillRef>
        <a:effectRef idx="0">
          <a:scrgbClr r="0" g="0" b="0"/>
        </a:effectRef>
        <a:fontRef idx="minor"/>
      </dsp:style>
    </dsp:sp>
    <dsp:sp modelId="{0B02E532-AD48-44A2-9454-59D17A514ABA}">
      <dsp:nvSpPr>
        <dsp:cNvPr id="0" name=""/>
        <dsp:cNvSpPr/>
      </dsp:nvSpPr>
      <dsp:spPr>
        <a:xfrm>
          <a:off x="152883" y="746650"/>
          <a:ext cx="277969" cy="277969"/>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9E448-F070-4D72-A4B2-DC8BD187B9AD}">
      <dsp:nvSpPr>
        <dsp:cNvPr id="0" name=""/>
        <dsp:cNvSpPr/>
      </dsp:nvSpPr>
      <dsp:spPr>
        <a:xfrm>
          <a:off x="583736" y="632935"/>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a:t>Foundations </a:t>
          </a:r>
          <a:r>
            <a:rPr lang="de-DE" sz="1900" kern="1200" dirty="0" err="1"/>
            <a:t>of</a:t>
          </a:r>
          <a:r>
            <a:rPr lang="de-DE" sz="1900" kern="1200" dirty="0"/>
            <a:t> XAI</a:t>
          </a:r>
          <a:endParaRPr lang="en-US" sz="1900" kern="1200" dirty="0"/>
        </a:p>
      </dsp:txBody>
      <dsp:txXfrm>
        <a:off x="583736" y="632935"/>
        <a:ext cx="7728660" cy="505399"/>
      </dsp:txXfrm>
    </dsp:sp>
    <dsp:sp modelId="{1726334D-97D6-493C-952A-A3A95FB581EA}">
      <dsp:nvSpPr>
        <dsp:cNvPr id="0" name=""/>
        <dsp:cNvSpPr/>
      </dsp:nvSpPr>
      <dsp:spPr>
        <a:xfrm>
          <a:off x="0" y="1264685"/>
          <a:ext cx="8312397" cy="5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C16F36-7510-44D1-8ABE-C60D7B32289A}">
      <dsp:nvSpPr>
        <dsp:cNvPr id="0" name=""/>
        <dsp:cNvSpPr/>
      </dsp:nvSpPr>
      <dsp:spPr>
        <a:xfrm>
          <a:off x="152883" y="1378400"/>
          <a:ext cx="277969" cy="2779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67ACDF-4AF2-4F1E-9392-9E6A6F7A52AF}">
      <dsp:nvSpPr>
        <dsp:cNvPr id="0" name=""/>
        <dsp:cNvSpPr/>
      </dsp:nvSpPr>
      <dsp:spPr>
        <a:xfrm>
          <a:off x="583736" y="1264685"/>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a:t>Concept </a:t>
          </a:r>
          <a:r>
            <a:rPr lang="de-DE" sz="1900" kern="1200" dirty="0" err="1"/>
            <a:t>for</a:t>
          </a:r>
          <a:r>
            <a:rPr lang="de-DE" sz="1900" kern="1200" dirty="0"/>
            <a:t> Domain Knowledge Integration</a:t>
          </a:r>
          <a:endParaRPr lang="en-US" sz="1900" kern="1200" dirty="0"/>
        </a:p>
      </dsp:txBody>
      <dsp:txXfrm>
        <a:off x="583736" y="1264685"/>
        <a:ext cx="7728660" cy="505399"/>
      </dsp:txXfrm>
    </dsp:sp>
    <dsp:sp modelId="{3E7A0676-A6B3-4023-B903-84ACE8378193}">
      <dsp:nvSpPr>
        <dsp:cNvPr id="0" name=""/>
        <dsp:cNvSpPr/>
      </dsp:nvSpPr>
      <dsp:spPr>
        <a:xfrm>
          <a:off x="0" y="1896434"/>
          <a:ext cx="8312397" cy="5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64F7B9-F251-4F0E-9FFA-E2453147F81B}">
      <dsp:nvSpPr>
        <dsp:cNvPr id="0" name=""/>
        <dsp:cNvSpPr/>
      </dsp:nvSpPr>
      <dsp:spPr>
        <a:xfrm>
          <a:off x="152883" y="2010149"/>
          <a:ext cx="277969" cy="277969"/>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8E2E0F-A9CF-4D7A-8FC9-E661984AA8A9}">
      <dsp:nvSpPr>
        <dsp:cNvPr id="0" name=""/>
        <dsp:cNvSpPr/>
      </dsp:nvSpPr>
      <dsp:spPr>
        <a:xfrm>
          <a:off x="583736" y="1896434"/>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err="1"/>
            <a:t>Automatic</a:t>
          </a:r>
          <a:r>
            <a:rPr lang="de-DE" sz="1900" kern="1200" dirty="0"/>
            <a:t> Generation </a:t>
          </a:r>
          <a:r>
            <a:rPr lang="de-DE" sz="1900" kern="1200" dirty="0" err="1"/>
            <a:t>of</a:t>
          </a:r>
          <a:r>
            <a:rPr lang="de-DE" sz="1900" kern="1200" dirty="0"/>
            <a:t> Structured Knowledge</a:t>
          </a:r>
          <a:endParaRPr lang="en-US" sz="1900" kern="1200" dirty="0"/>
        </a:p>
      </dsp:txBody>
      <dsp:txXfrm>
        <a:off x="583736" y="1896434"/>
        <a:ext cx="7728660" cy="505399"/>
      </dsp:txXfrm>
    </dsp:sp>
    <dsp:sp modelId="{2B1294A4-607B-429E-B75F-C61F46D5E132}">
      <dsp:nvSpPr>
        <dsp:cNvPr id="0" name=""/>
        <dsp:cNvSpPr/>
      </dsp:nvSpPr>
      <dsp:spPr>
        <a:xfrm>
          <a:off x="0" y="2528184"/>
          <a:ext cx="8312397" cy="5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589B68-4E27-41B2-B24B-B9922CB4F44A}">
      <dsp:nvSpPr>
        <dsp:cNvPr id="0" name=""/>
        <dsp:cNvSpPr/>
      </dsp:nvSpPr>
      <dsp:spPr>
        <a:xfrm>
          <a:off x="152883" y="2641899"/>
          <a:ext cx="277969" cy="2779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8F3509-BD77-4DE1-ADC6-F7E8BA7D64BB}">
      <dsp:nvSpPr>
        <dsp:cNvPr id="0" name=""/>
        <dsp:cNvSpPr/>
      </dsp:nvSpPr>
      <dsp:spPr>
        <a:xfrm>
          <a:off x="583736" y="2528184"/>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a:t>Evaluation</a:t>
          </a:r>
          <a:endParaRPr lang="en-US" sz="1900" kern="1200"/>
        </a:p>
      </dsp:txBody>
      <dsp:txXfrm>
        <a:off x="583736" y="2528184"/>
        <a:ext cx="7728660" cy="505399"/>
      </dsp:txXfrm>
    </dsp:sp>
    <dsp:sp modelId="{6CE9E455-F6AB-4714-8D39-8B38CA81D4E1}">
      <dsp:nvSpPr>
        <dsp:cNvPr id="0" name=""/>
        <dsp:cNvSpPr/>
      </dsp:nvSpPr>
      <dsp:spPr>
        <a:xfrm>
          <a:off x="0" y="3159934"/>
          <a:ext cx="8312397" cy="5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D981AA-E427-44D0-9E6F-66657C983059}">
      <dsp:nvSpPr>
        <dsp:cNvPr id="0" name=""/>
        <dsp:cNvSpPr/>
      </dsp:nvSpPr>
      <dsp:spPr>
        <a:xfrm>
          <a:off x="152883" y="3273649"/>
          <a:ext cx="277969" cy="27796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692759-EFDC-431D-BE58-94A8A69B6566}">
      <dsp:nvSpPr>
        <dsp:cNvPr id="0" name=""/>
        <dsp:cNvSpPr/>
      </dsp:nvSpPr>
      <dsp:spPr>
        <a:xfrm>
          <a:off x="583736" y="3159934"/>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err="1"/>
            <a:t>Conclusion</a:t>
          </a:r>
          <a:endParaRPr lang="en-US" sz="1900" kern="1200" dirty="0"/>
        </a:p>
      </dsp:txBody>
      <dsp:txXfrm>
        <a:off x="583736" y="3159934"/>
        <a:ext cx="7728660" cy="5053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F84FAC-1942-4BC4-BB90-74812C32CDE6}">
      <dsp:nvSpPr>
        <dsp:cNvPr id="0" name=""/>
        <dsp:cNvSpPr/>
      </dsp:nvSpPr>
      <dsp:spPr>
        <a:xfrm>
          <a:off x="-2462079" y="-380248"/>
          <a:ext cx="2939849" cy="2939849"/>
        </a:xfrm>
        <a:prstGeom prst="blockArc">
          <a:avLst>
            <a:gd name="adj1" fmla="val 18900000"/>
            <a:gd name="adj2" fmla="val 2700000"/>
            <a:gd name="adj3" fmla="val 73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5F045F-96C2-4C02-A57C-405085B4F2EA}">
      <dsp:nvSpPr>
        <dsp:cNvPr id="0" name=""/>
        <dsp:cNvSpPr/>
      </dsp:nvSpPr>
      <dsp:spPr>
        <a:xfrm>
          <a:off x="307148" y="217935"/>
          <a:ext cx="2724468" cy="43587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5972" tIns="35560" rIns="35560" bIns="35560" numCol="1" spcCol="1270" anchor="ctr" anchorCtr="0">
          <a:noAutofit/>
        </a:bodyPr>
        <a:lstStyle/>
        <a:p>
          <a:pPr marL="0" lvl="0" indent="0" algn="l" defTabSz="622300">
            <a:lnSpc>
              <a:spcPct val="90000"/>
            </a:lnSpc>
            <a:spcBef>
              <a:spcPct val="0"/>
            </a:spcBef>
            <a:spcAft>
              <a:spcPct val="35000"/>
            </a:spcAft>
            <a:buNone/>
          </a:pPr>
          <a:r>
            <a:rPr lang="de-DE" sz="1400" kern="1200" dirty="0">
              <a:latin typeface="Arial" panose="020B0604020202020204" pitchFamily="34" charset="0"/>
              <a:cs typeface="Arial" panose="020B0604020202020204" pitchFamily="34" charset="0"/>
            </a:rPr>
            <a:t>Isabel.Feustel@uni-ulm.de</a:t>
          </a:r>
          <a:endParaRPr lang="en-US" sz="1400" kern="1200" dirty="0">
            <a:latin typeface="Arial" panose="020B0604020202020204" pitchFamily="34" charset="0"/>
            <a:cs typeface="Arial" panose="020B0604020202020204" pitchFamily="34" charset="0"/>
          </a:endParaRPr>
        </a:p>
      </dsp:txBody>
      <dsp:txXfrm>
        <a:off x="307148" y="217935"/>
        <a:ext cx="2724468" cy="435870"/>
      </dsp:txXfrm>
    </dsp:sp>
    <dsp:sp modelId="{BCCE2245-0FCE-40EE-A445-253AD7A43D75}">
      <dsp:nvSpPr>
        <dsp:cNvPr id="0" name=""/>
        <dsp:cNvSpPr/>
      </dsp:nvSpPr>
      <dsp:spPr>
        <a:xfrm>
          <a:off x="34729" y="163451"/>
          <a:ext cx="544838" cy="544838"/>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 modelId="{5C0B8232-29CD-461E-9B23-7E09BA61D07C}">
      <dsp:nvSpPr>
        <dsp:cNvPr id="0" name=""/>
        <dsp:cNvSpPr/>
      </dsp:nvSpPr>
      <dsp:spPr>
        <a:xfrm>
          <a:off x="465587" y="871740"/>
          <a:ext cx="2566029" cy="43587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5972" tIns="35560" rIns="35560" bIns="35560" numCol="1" spcCol="1270" anchor="ctr" anchorCtr="0">
          <a:noAutofit/>
        </a:bodyPr>
        <a:lstStyle/>
        <a:p>
          <a:pPr marL="0" lvl="0" indent="0" algn="l" defTabSz="622300">
            <a:lnSpc>
              <a:spcPct val="90000"/>
            </a:lnSpc>
            <a:spcBef>
              <a:spcPct val="0"/>
            </a:spcBef>
            <a:spcAft>
              <a:spcPct val="35000"/>
            </a:spcAft>
            <a:buNone/>
          </a:pPr>
          <a:r>
            <a:rPr lang="de-DE" sz="1400" kern="1200" dirty="0">
              <a:latin typeface="Arial" panose="020B0604020202020204" pitchFamily="34" charset="0"/>
              <a:cs typeface="Arial" panose="020B0604020202020204" pitchFamily="34" charset="0"/>
            </a:rPr>
            <a:t>Find </a:t>
          </a:r>
          <a:r>
            <a:rPr lang="de-DE" sz="1400" kern="1200" dirty="0" err="1">
              <a:latin typeface="Arial" panose="020B0604020202020204" pitchFamily="34" charset="0"/>
              <a:cs typeface="Arial" panose="020B0604020202020204" pitchFamily="34" charset="0"/>
            </a:rPr>
            <a:t>me</a:t>
          </a:r>
          <a:r>
            <a:rPr lang="de-DE" sz="1400" kern="1200" dirty="0">
              <a:latin typeface="Arial" panose="020B0604020202020204" pitchFamily="34" charset="0"/>
              <a:cs typeface="Arial" panose="020B0604020202020204" pitchFamily="34" charset="0"/>
            </a:rPr>
            <a:t> on LinkedIn</a:t>
          </a:r>
          <a:endParaRPr lang="en-US" sz="1400" kern="1200" dirty="0">
            <a:latin typeface="Arial" panose="020B0604020202020204" pitchFamily="34" charset="0"/>
            <a:cs typeface="Arial" panose="020B0604020202020204" pitchFamily="34" charset="0"/>
          </a:endParaRPr>
        </a:p>
      </dsp:txBody>
      <dsp:txXfrm>
        <a:off x="465587" y="871740"/>
        <a:ext cx="2566029" cy="435870"/>
      </dsp:txXfrm>
    </dsp:sp>
    <dsp:sp modelId="{2EE29E75-0CB2-4423-AE54-621393C14794}">
      <dsp:nvSpPr>
        <dsp:cNvPr id="0" name=""/>
        <dsp:cNvSpPr/>
      </dsp:nvSpPr>
      <dsp:spPr>
        <a:xfrm>
          <a:off x="193168" y="817256"/>
          <a:ext cx="544838" cy="544838"/>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 modelId="{D6E6633E-4AFB-4166-AB85-EB75621C6D3A}">
      <dsp:nvSpPr>
        <dsp:cNvPr id="0" name=""/>
        <dsp:cNvSpPr/>
      </dsp:nvSpPr>
      <dsp:spPr>
        <a:xfrm>
          <a:off x="307148" y="1525546"/>
          <a:ext cx="2724468" cy="43587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5972" tIns="35560" rIns="35560" bIns="35560" numCol="1" spcCol="1270" anchor="ctr" anchorCtr="0">
          <a:noAutofit/>
        </a:bodyPr>
        <a:lstStyle/>
        <a:p>
          <a:pPr marL="0" lvl="0" indent="0" algn="l" defTabSz="622300">
            <a:lnSpc>
              <a:spcPct val="90000"/>
            </a:lnSpc>
            <a:spcBef>
              <a:spcPct val="0"/>
            </a:spcBef>
            <a:spcAft>
              <a:spcPct val="35000"/>
            </a:spcAft>
            <a:buNone/>
          </a:pPr>
          <a:r>
            <a:rPr lang="de-DE" sz="1400" kern="1200" dirty="0">
              <a:latin typeface="Arial" panose="020B0604020202020204" pitchFamily="34" charset="0"/>
              <a:cs typeface="Arial" panose="020B0604020202020204" pitchFamily="34" charset="0"/>
            </a:rPr>
            <a:t>https://nt.uni-ulm.de/ifeustel</a:t>
          </a:r>
          <a:endParaRPr lang="en-US" sz="1400" kern="1200" dirty="0">
            <a:latin typeface="Arial" panose="020B0604020202020204" pitchFamily="34" charset="0"/>
            <a:cs typeface="Arial" panose="020B0604020202020204" pitchFamily="34" charset="0"/>
          </a:endParaRPr>
        </a:p>
      </dsp:txBody>
      <dsp:txXfrm>
        <a:off x="307148" y="1525546"/>
        <a:ext cx="2724468" cy="435870"/>
      </dsp:txXfrm>
    </dsp:sp>
    <dsp:sp modelId="{D0F7109F-5091-4781-BDD3-96F132F88E40}">
      <dsp:nvSpPr>
        <dsp:cNvPr id="0" name=""/>
        <dsp:cNvSpPr/>
      </dsp:nvSpPr>
      <dsp:spPr>
        <a:xfrm>
          <a:off x="34729" y="1471062"/>
          <a:ext cx="544838" cy="544838"/>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Click to move the slide</a:t>
            </a:r>
            <a:endParaRPr b="0" lang="en-US" sz="1800" spc="-1" strike="noStrike">
              <a:solidFill>
                <a:srgbClr val="000000"/>
              </a:solidFill>
              <a:latin typeface="Calibri"/>
            </a:endParaRPr>
          </a:p>
        </p:txBody>
      </p:sp>
      <p:sp>
        <p:nvSpPr>
          <p:cNvPr id="22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225"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226" name="PlaceHolder 4"/>
          <p:cNvSpPr>
            <a:spLocks noGrp="1"/>
          </p:cNvSpPr>
          <p:nvPr>
            <p:ph type="dt" idx="16"/>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227" name="PlaceHolder 5"/>
          <p:cNvSpPr>
            <a:spLocks noGrp="1"/>
          </p:cNvSpPr>
          <p:nvPr>
            <p:ph type="ftr" idx="17"/>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228" name="PlaceHolder 6"/>
          <p:cNvSpPr>
            <a:spLocks noGrp="1"/>
          </p:cNvSpPr>
          <p:nvPr>
            <p:ph type="sldNum" idx="18"/>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E4B2C03E-BD7B-4AB1-9122-5856B1D73786}"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2" name="PlaceHolder 1"/>
          <p:cNvSpPr>
            <a:spLocks noGrp="1"/>
          </p:cNvSpPr>
          <p:nvPr>
            <p:ph type="sldImg"/>
          </p:nvPr>
        </p:nvSpPr>
        <p:spPr>
          <a:xfrm>
            <a:off x="685800" y="1143000"/>
            <a:ext cx="5486040" cy="3085920"/>
          </a:xfrm>
          <a:prstGeom prst="rect">
            <a:avLst/>
          </a:prstGeom>
          <a:ln w="0">
            <a:noFill/>
          </a:ln>
        </p:spPr>
      </p:sp>
      <p:sp>
        <p:nvSpPr>
          <p:cNvPr id="88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884" name="PlaceHolder 3"/>
          <p:cNvSpPr>
            <a:spLocks noGrp="1"/>
          </p:cNvSpPr>
          <p:nvPr>
            <p:ph type="sldNum" idx="105"/>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2293A9DE-207C-46E7-B1B1-6F4E2186F2D5}"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5" name="PlaceHolder 1"/>
          <p:cNvSpPr>
            <a:spLocks noGrp="1"/>
          </p:cNvSpPr>
          <p:nvPr>
            <p:ph type="sldImg"/>
          </p:nvPr>
        </p:nvSpPr>
        <p:spPr>
          <a:xfrm>
            <a:off x="685800" y="1143000"/>
            <a:ext cx="5486040" cy="3085920"/>
          </a:xfrm>
          <a:prstGeom prst="rect">
            <a:avLst/>
          </a:prstGeom>
          <a:ln w="0">
            <a:noFill/>
          </a:ln>
        </p:spPr>
      </p:sp>
      <p:sp>
        <p:nvSpPr>
          <p:cNvPr id="88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887" name="PlaceHolder 3"/>
          <p:cNvSpPr>
            <a:spLocks noGrp="1"/>
          </p:cNvSpPr>
          <p:nvPr>
            <p:ph type="sldNum" idx="106"/>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latin typeface="Times New Roman"/>
              </a:defRPr>
            </a:lvl1pPr>
          </a:lstStyle>
          <a:p>
            <a:pPr algn="r">
              <a:lnSpc>
                <a:spcPct val="100000"/>
              </a:lnSpc>
              <a:buNone/>
            </a:pPr>
            <a:fld id="{4882C9C5-51D0-443B-93DD-BC52174533C4}" type="slidenum">
              <a:rPr b="0" lang="de-DE" sz="1200" spc="-1" strike="noStrike">
                <a:latin typeface="Times New Roman"/>
              </a:rPr>
              <a:t>32</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8" name="PlaceHolder 1"/>
          <p:cNvSpPr>
            <a:spLocks noGrp="1"/>
          </p:cNvSpPr>
          <p:nvPr>
            <p:ph type="sldImg"/>
          </p:nvPr>
        </p:nvSpPr>
        <p:spPr>
          <a:xfrm>
            <a:off x="685800" y="1143000"/>
            <a:ext cx="5486040" cy="3085920"/>
          </a:xfrm>
          <a:prstGeom prst="rect">
            <a:avLst/>
          </a:prstGeom>
          <a:ln w="0">
            <a:noFill/>
          </a:ln>
        </p:spPr>
      </p:sp>
      <p:sp>
        <p:nvSpPr>
          <p:cNvPr id="88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890" name="PlaceHolder 3"/>
          <p:cNvSpPr>
            <a:spLocks noGrp="1"/>
          </p:cNvSpPr>
          <p:nvPr>
            <p:ph type="sldNum" idx="107"/>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latin typeface="Times New Roman"/>
              </a:defRPr>
            </a:lvl1pPr>
          </a:lstStyle>
          <a:p>
            <a:pPr algn="r">
              <a:lnSpc>
                <a:spcPct val="100000"/>
              </a:lnSpc>
              <a:buNone/>
            </a:pPr>
            <a:fld id="{AE3B9898-5B1B-401D-87EC-B6DB545F8672}" type="slidenum">
              <a:rPr b="0" lang="de-DE" sz="1200" spc="-1" strike="noStrike">
                <a:latin typeface="Times New Roman"/>
              </a:rPr>
              <a:t>32</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1" name="PlaceHolder 1"/>
          <p:cNvSpPr>
            <a:spLocks noGrp="1"/>
          </p:cNvSpPr>
          <p:nvPr>
            <p:ph type="sldImg"/>
          </p:nvPr>
        </p:nvSpPr>
        <p:spPr>
          <a:xfrm>
            <a:off x="685800" y="1143000"/>
            <a:ext cx="5486040" cy="3085920"/>
          </a:xfrm>
          <a:prstGeom prst="rect">
            <a:avLst/>
          </a:prstGeom>
          <a:ln w="0">
            <a:noFill/>
          </a:ln>
        </p:spPr>
      </p:sp>
      <p:sp>
        <p:nvSpPr>
          <p:cNvPr id="89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de-DE" sz="2000" spc="-1" strike="noStrike">
                <a:latin typeface="Arial"/>
              </a:rPr>
              <a:t>Conversation with AI, the vision</a:t>
            </a:r>
            <a:endParaRPr b="0" lang="en-US" sz="2000" spc="-1" strike="noStrike">
              <a:latin typeface="Arial"/>
            </a:endParaRPr>
          </a:p>
          <a:p>
            <a:pPr marL="216000" indent="-216000">
              <a:lnSpc>
                <a:spcPct val="100000"/>
              </a:lnSpc>
              <a:buNone/>
            </a:pPr>
            <a:endParaRPr b="0" lang="en-US" sz="2000" spc="-1" strike="noStrike">
              <a:latin typeface="Arial"/>
            </a:endParaRPr>
          </a:p>
          <a:p>
            <a:pPr marL="216000" indent="-216000">
              <a:lnSpc>
                <a:spcPct val="100000"/>
              </a:lnSpc>
              <a:buNone/>
            </a:pPr>
            <a:r>
              <a:rPr b="0" lang="en-US" sz="2000" spc="-1" strike="noStrike">
                <a:latin typeface="Arial"/>
              </a:rPr>
              <a:t>-  Imagine you've finally found the perfect used sports car – a cherry-red 1967 Mustang. </a:t>
            </a:r>
            <a:endParaRPr b="0" lang="en-US" sz="2000" spc="-1" strike="noStrike">
              <a:latin typeface="Arial"/>
            </a:endParaRPr>
          </a:p>
          <a:p>
            <a:pPr marL="216000" indent="-216000">
              <a:lnSpc>
                <a:spcPct val="100000"/>
              </a:lnSpc>
              <a:buNone/>
            </a:pPr>
            <a:r>
              <a:rPr b="0" lang="en-US" sz="2000" spc="-1" strike="noStrike">
                <a:latin typeface="Arial"/>
              </a:rPr>
              <a:t>-  You're excited to finally own your dream car and decide to apply for a loan online. </a:t>
            </a:r>
            <a:endParaRPr b="0" lang="en-US" sz="2000" spc="-1" strike="noStrike">
              <a:latin typeface="Arial"/>
            </a:endParaRPr>
          </a:p>
          <a:p>
            <a:pPr marL="216000" indent="-216000">
              <a:lnSpc>
                <a:spcPct val="100000"/>
              </a:lnSpc>
              <a:buNone/>
            </a:pPr>
            <a:r>
              <a:rPr b="0" lang="en-US" sz="2000" spc="-1" strike="noStrike">
                <a:latin typeface="Arial"/>
              </a:rPr>
              <a:t>-  A slick AI-powered system on the bank's website quickly assesses your application. </a:t>
            </a:r>
            <a:endParaRPr b="0" lang="en-US" sz="2000" spc="-1" strike="noStrike">
              <a:latin typeface="Arial"/>
            </a:endParaRPr>
          </a:p>
          <a:p>
            <a:pPr marL="171360" indent="-171360">
              <a:lnSpc>
                <a:spcPct val="100000"/>
              </a:lnSpc>
              <a:buClr>
                <a:srgbClr val="000000"/>
              </a:buClr>
              <a:buFont typeface="StarSymbol"/>
              <a:buChar char="-"/>
            </a:pPr>
            <a:r>
              <a:rPr b="0" lang="en-US" sz="2000" spc="-1" strike="noStrike">
                <a:latin typeface="Arial"/>
              </a:rPr>
              <a:t>Unfortunately, the system denies your loan application without providing any further explanation. </a:t>
            </a:r>
            <a:endParaRPr b="0" lang="en-US" sz="2000" spc="-1" strike="noStrike">
              <a:latin typeface="Arial"/>
            </a:endParaRPr>
          </a:p>
          <a:p>
            <a:pPr marL="171360" indent="-171360">
              <a:lnSpc>
                <a:spcPct val="100000"/>
              </a:lnSpc>
              <a:buClr>
                <a:srgbClr val="000000"/>
              </a:buClr>
              <a:buFont typeface="StarSymbol"/>
              <a:buChar char="-"/>
            </a:pPr>
            <a:r>
              <a:rPr b="0" lang="en-US" sz="2000" spc="-1" strike="noStrike">
                <a:latin typeface="Arial"/>
              </a:rPr>
              <a:t>Frustrated and confused, you spend hours researching credit scores and financial risk assessment. You're determined to understand why your application was rejected. However, without any insight into the AI's decision-making process, you're left in the dark.</a:t>
            </a:r>
            <a:endParaRPr b="0" lang="en-US" sz="2000" spc="-1" strike="noStrike">
              <a:latin typeface="Arial"/>
            </a:endParaRPr>
          </a:p>
          <a:p>
            <a:pPr>
              <a:lnSpc>
                <a:spcPct val="100000"/>
              </a:lnSpc>
              <a:buNone/>
            </a:pPr>
            <a:r>
              <a:rPr b="0" lang="en-US" sz="2000" spc="-1" strike="noStrike">
                <a:latin typeface="Arial"/>
              </a:rPr>
              <a:t>- Help is coming as not only users need transparency for their usage but law regulations are started to require it. For example, the new EU regulation on AI transparency requires the bank to provide some explanation for the loan rejection. Instead of a simple "declined," the system now displays a brief explanation:</a:t>
            </a:r>
            <a:endParaRPr b="0" lang="en-US" sz="2000" spc="-1" strike="noStrike">
              <a:latin typeface="Arial"/>
            </a:endParaRPr>
          </a:p>
          <a:p>
            <a:pPr>
              <a:lnSpc>
                <a:spcPct val="100000"/>
              </a:lnSpc>
              <a:buNone/>
            </a:pPr>
            <a:r>
              <a:rPr b="0" lang="en-US" sz="2000" spc="-1" strike="noStrike">
                <a:latin typeface="Arial"/>
              </a:rPr>
              <a:t>"Your application was declined due to a low credit score. Your credit score is primarily impacted by your purpose and your low amount of savings. "</a:t>
            </a:r>
            <a:endParaRPr b="0" lang="en-US" sz="2000" spc="-1" strike="noStrike">
              <a:latin typeface="Arial"/>
            </a:endParaRPr>
          </a:p>
          <a:p>
            <a:pPr>
              <a:lnSpc>
                <a:spcPct val="100000"/>
              </a:lnSpc>
              <a:buNone/>
            </a:pPr>
            <a:endParaRPr b="0" lang="en-US" sz="2000" spc="-1" strike="noStrike">
              <a:latin typeface="Arial"/>
            </a:endParaRPr>
          </a:p>
          <a:p>
            <a:pPr marL="171360" indent="-171360">
              <a:lnSpc>
                <a:spcPct val="100000"/>
              </a:lnSpc>
              <a:buClr>
                <a:srgbClr val="000000"/>
              </a:buClr>
              <a:buFont typeface="StarSymbol"/>
              <a:buChar char="-"/>
            </a:pPr>
            <a:r>
              <a:rPr b="0" lang="en-US" sz="2000" spc="-1" strike="noStrike">
                <a:latin typeface="Arial"/>
              </a:rPr>
              <a:t>this transparency helps you understand the system's decision</a:t>
            </a:r>
            <a:endParaRPr b="0" lang="en-US" sz="2000" spc="-1" strike="noStrike">
              <a:latin typeface="Arial"/>
            </a:endParaRPr>
          </a:p>
          <a:p>
            <a:pPr marL="171360" indent="-171360">
              <a:lnSpc>
                <a:spcPct val="100000"/>
              </a:lnSpc>
              <a:buClr>
                <a:srgbClr val="000000"/>
              </a:buClr>
              <a:buFont typeface="StarSymbol"/>
              <a:buChar char="-"/>
            </a:pPr>
            <a:r>
              <a:rPr b="0" lang="en-US" sz="2000" spc="-1" strike="noStrike">
                <a:latin typeface="Arial"/>
              </a:rPr>
              <a:t>It also empowers you to take control of your financial situation and improve your chances of loan approval in the future.</a:t>
            </a:r>
            <a:endParaRPr b="0" lang="en-US" sz="2000" spc="-1" strike="noStrike">
              <a:latin typeface="Arial"/>
            </a:endParaRPr>
          </a:p>
          <a:p>
            <a:pPr marL="171360" indent="-171360">
              <a:lnSpc>
                <a:spcPct val="100000"/>
              </a:lnSpc>
              <a:buClr>
                <a:srgbClr val="000000"/>
              </a:buClr>
              <a:buFont typeface="StarSymbol"/>
              <a:buChar char="-"/>
            </a:pPr>
            <a:r>
              <a:rPr b="0" lang="en-US" sz="2000" spc="-1" strike="noStrike">
                <a:latin typeface="Arial"/>
              </a:rPr>
              <a:t>And finally users gain more trust in ai systems</a:t>
            </a:r>
            <a:endParaRPr b="0" lang="en-US" sz="2000" spc="-1" strike="noStrike">
              <a:latin typeface="Arial"/>
            </a:endParaRPr>
          </a:p>
        </p:txBody>
      </p:sp>
      <p:sp>
        <p:nvSpPr>
          <p:cNvPr id="893" name="PlaceHolder 3"/>
          <p:cNvSpPr>
            <a:spLocks noGrp="1"/>
          </p:cNvSpPr>
          <p:nvPr>
            <p:ph type="sldNum" idx="108"/>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75DE77BD-BDCD-4670-9DE5-D5F3411F6827}"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4" name="PlaceHolder 1"/>
          <p:cNvSpPr>
            <a:spLocks noGrp="1"/>
          </p:cNvSpPr>
          <p:nvPr>
            <p:ph type="sldImg"/>
          </p:nvPr>
        </p:nvSpPr>
        <p:spPr>
          <a:xfrm>
            <a:off x="685800" y="1143000"/>
            <a:ext cx="5486040" cy="3085920"/>
          </a:xfrm>
          <a:prstGeom prst="rect">
            <a:avLst/>
          </a:prstGeom>
          <a:ln w="0">
            <a:noFill/>
          </a:ln>
        </p:spPr>
      </p:sp>
      <p:sp>
        <p:nvSpPr>
          <p:cNvPr id="89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de-DE" sz="2000" spc="-1" strike="noStrike">
                <a:latin typeface="Arial"/>
              </a:rPr>
              <a:t>Why do we want conversation?</a:t>
            </a:r>
            <a:endParaRPr b="0" lang="en-US" sz="2000" spc="-1" strike="noStrike">
              <a:latin typeface="Arial"/>
            </a:endParaRPr>
          </a:p>
          <a:p>
            <a:pPr marL="216000" indent="-216000">
              <a:lnSpc>
                <a:spcPct val="100000"/>
              </a:lnSpc>
              <a:buNone/>
            </a:pP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Natural way how humans explain</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Information can be splitted, reducing overload</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User can ask for clarification</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Personalized experience: system can adapt to user needs (e.g. expert vs laymen user)</a:t>
            </a:r>
            <a:endParaRPr b="0" lang="en-US" sz="2000" spc="-1" strike="noStrike">
              <a:latin typeface="Arial"/>
            </a:endParaRPr>
          </a:p>
        </p:txBody>
      </p:sp>
      <p:sp>
        <p:nvSpPr>
          <p:cNvPr id="896" name="PlaceHolder 3"/>
          <p:cNvSpPr>
            <a:spLocks noGrp="1"/>
          </p:cNvSpPr>
          <p:nvPr>
            <p:ph type="sldNum" idx="109"/>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5E6E8DEA-22CF-4305-8436-1225E1279C1B}"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7" name="PlaceHolder 1"/>
          <p:cNvSpPr>
            <a:spLocks noGrp="1"/>
          </p:cNvSpPr>
          <p:nvPr>
            <p:ph type="sldImg"/>
          </p:nvPr>
        </p:nvSpPr>
        <p:spPr>
          <a:xfrm>
            <a:off x="685800" y="1143000"/>
            <a:ext cx="5486040" cy="3085920"/>
          </a:xfrm>
          <a:prstGeom prst="rect">
            <a:avLst/>
          </a:prstGeom>
          <a:ln w="0">
            <a:noFill/>
          </a:ln>
        </p:spPr>
      </p:sp>
      <p:sp>
        <p:nvSpPr>
          <p:cNvPr id="89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de-DE" sz="2000" spc="-1" strike="noStrike">
                <a:latin typeface="Arial"/>
              </a:rPr>
              <a:t>Transparency is key, how do we get there</a:t>
            </a:r>
            <a:endParaRPr b="0" lang="en-US" sz="2000" spc="-1" strike="noStrike">
              <a:latin typeface="Arial"/>
            </a:endParaRPr>
          </a:p>
          <a:p>
            <a:pPr marL="216000" indent="-216000">
              <a:lnSpc>
                <a:spcPct val="100000"/>
              </a:lnSpc>
              <a:buNone/>
            </a:pP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big field of XAI to tackle these problems</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Interdisciplinary topic (!)</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New sub areas created over the last years like social XAI or Conversational XAI (my work)</a:t>
            </a:r>
            <a:endParaRPr b="0" lang="en-US" sz="2000" spc="-1" strike="noStrike">
              <a:latin typeface="Arial"/>
            </a:endParaRPr>
          </a:p>
          <a:p>
            <a:pPr>
              <a:lnSpc>
                <a:spcPct val="100000"/>
              </a:lnSpc>
              <a:buNone/>
            </a:pPr>
            <a:endParaRPr b="0" lang="en-US" sz="2000" spc="-1" strike="noStrike">
              <a:latin typeface="Arial"/>
            </a:endParaRPr>
          </a:p>
          <a:p>
            <a:pPr>
              <a:lnSpc>
                <a:spcPct val="100000"/>
              </a:lnSpc>
              <a:buNone/>
            </a:pPr>
            <a:endParaRPr b="0" lang="en-US" sz="2000" spc="-1" strike="noStrike">
              <a:latin typeface="Arial"/>
            </a:endParaRPr>
          </a:p>
        </p:txBody>
      </p:sp>
      <p:sp>
        <p:nvSpPr>
          <p:cNvPr id="899" name="PlaceHolder 3"/>
          <p:cNvSpPr>
            <a:spLocks noGrp="1"/>
          </p:cNvSpPr>
          <p:nvPr>
            <p:ph type="sldNum" idx="110"/>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D82B8844-ED6B-4957-9833-825BFCC13166}"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0" name="PlaceHolder 1"/>
          <p:cNvSpPr>
            <a:spLocks noGrp="1"/>
          </p:cNvSpPr>
          <p:nvPr>
            <p:ph type="sldImg"/>
          </p:nvPr>
        </p:nvSpPr>
        <p:spPr>
          <a:xfrm>
            <a:off x="685800" y="1143000"/>
            <a:ext cx="5486040" cy="3085920"/>
          </a:xfrm>
          <a:prstGeom prst="rect">
            <a:avLst/>
          </a:prstGeom>
          <a:ln w="0">
            <a:noFill/>
          </a:ln>
        </p:spPr>
      </p:sp>
      <p:sp>
        <p:nvSpPr>
          <p:cNvPr id="901"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tabLst>
                <a:tab algn="l" pos="0"/>
              </a:tabLst>
            </a:pPr>
            <a:r>
              <a:rPr b="0" lang="de-DE" sz="2000" spc="-1" strike="noStrike">
                <a:latin typeface="Arial"/>
              </a:rPr>
              <a:t>XAI offers access to model explanations however there are some limitations </a:t>
            </a:r>
            <a:endParaRPr b="0" lang="en-US" sz="2000" spc="-1" strike="noStrike">
              <a:latin typeface="Arial"/>
            </a:endParaRPr>
          </a:p>
          <a:p>
            <a:pPr>
              <a:lnSpc>
                <a:spcPct val="100000"/>
              </a:lnSpc>
              <a:buNone/>
              <a:tabLst>
                <a:tab algn="l" pos="0"/>
              </a:tabLst>
            </a:pPr>
            <a:endParaRPr b="0" lang="en-US" sz="2000" spc="-1" strike="noStrike">
              <a:latin typeface="Arial"/>
            </a:endParaRPr>
          </a:p>
        </p:txBody>
      </p:sp>
      <p:sp>
        <p:nvSpPr>
          <p:cNvPr id="902" name="PlaceHolder 3"/>
          <p:cNvSpPr>
            <a:spLocks noGrp="1"/>
          </p:cNvSpPr>
          <p:nvPr>
            <p:ph type="sldNum" idx="111"/>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latin typeface="Times New Roman"/>
              </a:defRPr>
            </a:lvl1pPr>
          </a:lstStyle>
          <a:p>
            <a:pPr algn="r">
              <a:lnSpc>
                <a:spcPct val="100000"/>
              </a:lnSpc>
              <a:buNone/>
            </a:pPr>
            <a:fld id="{748703D0-D600-49E1-8E7D-B89D5CACD922}" type="slidenum">
              <a:rPr b="0" lang="de-DE" sz="1200" spc="-1" strike="noStrike">
                <a:latin typeface="Times New Roman"/>
              </a:rPr>
              <a:t>32</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3" name="PlaceHolder 1"/>
          <p:cNvSpPr>
            <a:spLocks noGrp="1"/>
          </p:cNvSpPr>
          <p:nvPr>
            <p:ph type="sldImg"/>
          </p:nvPr>
        </p:nvSpPr>
        <p:spPr>
          <a:xfrm>
            <a:off x="685800" y="1143000"/>
            <a:ext cx="5486040" cy="3085920"/>
          </a:xfrm>
          <a:prstGeom prst="rect">
            <a:avLst/>
          </a:prstGeom>
          <a:ln w="0">
            <a:noFill/>
          </a:ln>
        </p:spPr>
      </p:sp>
      <p:sp>
        <p:nvSpPr>
          <p:cNvPr id="904"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tabLst>
                <a:tab algn="l" pos="0"/>
              </a:tabLst>
            </a:pPr>
            <a:r>
              <a:rPr b="0" lang="de-DE" sz="2000" spc="-1" strike="noStrike">
                <a:latin typeface="Arial"/>
              </a:rPr>
              <a:t>XAI offers access to model explanations however there are some limitations </a:t>
            </a:r>
            <a:endParaRPr b="0" lang="en-US" sz="2000" spc="-1" strike="noStrike">
              <a:latin typeface="Arial"/>
            </a:endParaRPr>
          </a:p>
          <a:p>
            <a:pPr>
              <a:lnSpc>
                <a:spcPct val="100000"/>
              </a:lnSpc>
              <a:buNone/>
              <a:tabLst>
                <a:tab algn="l" pos="0"/>
              </a:tabLst>
            </a:pPr>
            <a:endParaRPr b="0" lang="en-US" sz="2000" spc="-1" strike="noStrike">
              <a:latin typeface="Arial"/>
            </a:endParaRPr>
          </a:p>
        </p:txBody>
      </p:sp>
      <p:sp>
        <p:nvSpPr>
          <p:cNvPr id="905" name="PlaceHolder 3"/>
          <p:cNvSpPr>
            <a:spLocks noGrp="1"/>
          </p:cNvSpPr>
          <p:nvPr>
            <p:ph type="sldNum" idx="112"/>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latin typeface="Times New Roman"/>
              </a:defRPr>
            </a:lvl1pPr>
          </a:lstStyle>
          <a:p>
            <a:pPr algn="r">
              <a:lnSpc>
                <a:spcPct val="100000"/>
              </a:lnSpc>
              <a:buNone/>
            </a:pPr>
            <a:fld id="{425EF2BF-4C73-49DA-8B79-E5D102C46476}" type="slidenum">
              <a:rPr b="0" lang="de-DE" sz="1200" spc="-1" strike="noStrike">
                <a:latin typeface="Times New Roman"/>
              </a:rPr>
              <a:t>32</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6" name="PlaceHolder 1"/>
          <p:cNvSpPr>
            <a:spLocks noGrp="1"/>
          </p:cNvSpPr>
          <p:nvPr>
            <p:ph type="sldImg"/>
          </p:nvPr>
        </p:nvSpPr>
        <p:spPr>
          <a:xfrm>
            <a:off x="685800" y="1143000"/>
            <a:ext cx="5486040" cy="3085920"/>
          </a:xfrm>
          <a:prstGeom prst="rect">
            <a:avLst/>
          </a:prstGeom>
          <a:ln w="0">
            <a:noFill/>
          </a:ln>
        </p:spPr>
      </p:sp>
      <p:sp>
        <p:nvSpPr>
          <p:cNvPr id="907" name="PlaceHolder 2"/>
          <p:cNvSpPr>
            <a:spLocks noGrp="1"/>
          </p:cNvSpPr>
          <p:nvPr>
            <p:ph type="body"/>
          </p:nvPr>
        </p:nvSpPr>
        <p:spPr>
          <a:xfrm>
            <a:off x="685800" y="4400640"/>
            <a:ext cx="5486040" cy="3600000"/>
          </a:xfrm>
          <a:prstGeom prst="rect">
            <a:avLst/>
          </a:prstGeom>
          <a:noFill/>
          <a:ln w="0">
            <a:noFill/>
          </a:ln>
        </p:spPr>
        <p:txBody>
          <a:bodyPr anchor="t">
            <a:noAutofit/>
          </a:bodyPr>
          <a:p>
            <a:pPr>
              <a:lnSpc>
                <a:spcPct val="100000"/>
              </a:lnSpc>
              <a:buNone/>
              <a:tabLst>
                <a:tab algn="l" pos="0"/>
              </a:tabLst>
            </a:pPr>
            <a:r>
              <a:rPr b="0" lang="de-DE" sz="2000" spc="-1" strike="noStrike">
                <a:latin typeface="Arial"/>
              </a:rPr>
              <a:t>XAI offers access to model explanations however there are some limitations </a:t>
            </a:r>
            <a:endParaRPr b="0" lang="en-US" sz="2000" spc="-1" strike="noStrike">
              <a:latin typeface="Arial"/>
            </a:endParaRPr>
          </a:p>
          <a:p>
            <a:pPr>
              <a:lnSpc>
                <a:spcPct val="100000"/>
              </a:lnSpc>
              <a:buNone/>
              <a:tabLst>
                <a:tab algn="l" pos="0"/>
              </a:tabLst>
            </a:pPr>
            <a:endParaRPr b="0" lang="en-US" sz="2000" spc="-1" strike="noStrike">
              <a:latin typeface="Arial"/>
            </a:endParaRPr>
          </a:p>
        </p:txBody>
      </p:sp>
      <p:sp>
        <p:nvSpPr>
          <p:cNvPr id="908" name="PlaceHolder 3"/>
          <p:cNvSpPr>
            <a:spLocks noGrp="1"/>
          </p:cNvSpPr>
          <p:nvPr>
            <p:ph type="sldNum" idx="113"/>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latin typeface="Times New Roman"/>
              </a:defRPr>
            </a:lvl1pPr>
          </a:lstStyle>
          <a:p>
            <a:pPr algn="r">
              <a:lnSpc>
                <a:spcPct val="100000"/>
              </a:lnSpc>
              <a:buNone/>
            </a:pPr>
            <a:fld id="{1927B8A2-176F-4781-85B1-A3F22539394F}" type="slidenum">
              <a:rPr b="0" lang="de-DE" sz="1200" spc="-1" strike="noStrike">
                <a:latin typeface="Times New Roman"/>
              </a:rPr>
              <a:t>32</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9" name="PlaceHolder 1"/>
          <p:cNvSpPr>
            <a:spLocks noGrp="1"/>
          </p:cNvSpPr>
          <p:nvPr>
            <p:ph type="sldImg"/>
          </p:nvPr>
        </p:nvSpPr>
        <p:spPr>
          <a:xfrm>
            <a:off x="685800" y="1143000"/>
            <a:ext cx="5486040" cy="3085920"/>
          </a:xfrm>
          <a:prstGeom prst="rect">
            <a:avLst/>
          </a:prstGeom>
          <a:ln w="0">
            <a:noFill/>
          </a:ln>
        </p:spPr>
      </p:sp>
      <p:sp>
        <p:nvSpPr>
          <p:cNvPr id="910" name="PlaceHolder 2"/>
          <p:cNvSpPr>
            <a:spLocks noGrp="1"/>
          </p:cNvSpPr>
          <p:nvPr>
            <p:ph type="body"/>
          </p:nvPr>
        </p:nvSpPr>
        <p:spPr>
          <a:xfrm>
            <a:off x="685800" y="4400640"/>
            <a:ext cx="5486040" cy="3600000"/>
          </a:xfrm>
          <a:prstGeom prst="rect">
            <a:avLst/>
          </a:prstGeom>
          <a:noFill/>
          <a:ln w="0">
            <a:noFill/>
          </a:ln>
        </p:spPr>
        <p:txBody>
          <a:bodyPr anchor="t">
            <a:noAutofit/>
          </a:bodyPr>
          <a:p>
            <a:pPr marL="171360" indent="-171360">
              <a:lnSpc>
                <a:spcPct val="100000"/>
              </a:lnSpc>
              <a:buClr>
                <a:srgbClr val="000000"/>
              </a:buClr>
              <a:buFont typeface="Arial"/>
              <a:buChar char="•"/>
            </a:pPr>
            <a:r>
              <a:rPr b="0" lang="de-DE" sz="2000" spc="-1" strike="noStrike">
                <a:latin typeface="Arial"/>
              </a:rPr>
              <a:t>XAI offers more complex explanations; non conversational</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The information is limited to data and model only; no additional information about the process/domain</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Main focus on expert users, which can be domain experts or even machine learning experts</a:t>
            </a:r>
            <a:endParaRPr b="0" lang="en-US" sz="2000" spc="-1" strike="noStrike">
              <a:latin typeface="Arial"/>
            </a:endParaRPr>
          </a:p>
          <a:p>
            <a:pPr>
              <a:lnSpc>
                <a:spcPct val="100000"/>
              </a:lnSpc>
              <a:buNone/>
            </a:pP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How can we tackle this?</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Non conversational -&gt; dialogue system</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Limited to data only -&gt; extend with additional sourcdes e.g. domain knowledge</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Main focus on expert users -&gt; personalization/adapation to user needs</a:t>
            </a:r>
            <a:endParaRPr b="0" lang="en-US" sz="2000" spc="-1" strike="noStrike">
              <a:latin typeface="Arial"/>
            </a:endParaRPr>
          </a:p>
          <a:p>
            <a:pPr>
              <a:lnSpc>
                <a:spcPct val="100000"/>
              </a:lnSpc>
              <a:buNone/>
            </a:pPr>
            <a:endParaRPr b="0" lang="en-US" sz="2000" spc="-1" strike="noStrike">
              <a:latin typeface="Arial"/>
            </a:endParaRPr>
          </a:p>
        </p:txBody>
      </p:sp>
      <p:sp>
        <p:nvSpPr>
          <p:cNvPr id="911" name="PlaceHolder 3"/>
          <p:cNvSpPr>
            <a:spLocks noGrp="1"/>
          </p:cNvSpPr>
          <p:nvPr>
            <p:ph type="sldNum" idx="114"/>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11D7BA12-5648-4806-A8B7-18738AADA729}"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2" name="PlaceHolder 1"/>
          <p:cNvSpPr>
            <a:spLocks noGrp="1"/>
          </p:cNvSpPr>
          <p:nvPr>
            <p:ph type="sldImg"/>
          </p:nvPr>
        </p:nvSpPr>
        <p:spPr>
          <a:xfrm>
            <a:off x="685800" y="1143000"/>
            <a:ext cx="5486040" cy="3085920"/>
          </a:xfrm>
          <a:prstGeom prst="rect">
            <a:avLst/>
          </a:prstGeom>
          <a:ln w="0">
            <a:noFill/>
          </a:ln>
        </p:spPr>
      </p:sp>
      <p:sp>
        <p:nvSpPr>
          <p:cNvPr id="913" name="PlaceHolder 2"/>
          <p:cNvSpPr>
            <a:spLocks noGrp="1"/>
          </p:cNvSpPr>
          <p:nvPr>
            <p:ph type="body"/>
          </p:nvPr>
        </p:nvSpPr>
        <p:spPr>
          <a:xfrm>
            <a:off x="685800" y="4400640"/>
            <a:ext cx="5486040" cy="3600000"/>
          </a:xfrm>
          <a:prstGeom prst="rect">
            <a:avLst/>
          </a:prstGeom>
          <a:noFill/>
          <a:ln w="0">
            <a:noFill/>
          </a:ln>
        </p:spPr>
        <p:txBody>
          <a:bodyPr anchor="t">
            <a:noAutofit/>
          </a:bodyPr>
          <a:p>
            <a:pPr marL="171360" indent="-171360">
              <a:lnSpc>
                <a:spcPct val="100000"/>
              </a:lnSpc>
              <a:buClr>
                <a:srgbClr val="000000"/>
              </a:buClr>
              <a:buFont typeface="Arial"/>
              <a:buChar char="•"/>
            </a:pPr>
            <a:r>
              <a:rPr b="0" lang="de-DE" sz="2000" spc="-1" strike="noStrike">
                <a:latin typeface="Arial"/>
              </a:rPr>
              <a:t>XAI offers more complex explanations; non conversational</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The information is limited to data and model only; no additional information about the process/domain</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Main focus on expert users, which can be domain experts or even machine learning experts</a:t>
            </a:r>
            <a:endParaRPr b="0" lang="en-US" sz="2000" spc="-1" strike="noStrike">
              <a:latin typeface="Arial"/>
            </a:endParaRPr>
          </a:p>
          <a:p>
            <a:pPr>
              <a:lnSpc>
                <a:spcPct val="100000"/>
              </a:lnSpc>
              <a:buNone/>
            </a:pP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How can we tackle this?</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Non conversational -&gt; dialogue system</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Limited to data only -&gt; extend with additional sourcdes e.g. domain knowledge</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Main focus on expert users -&gt; personalization/adapation to user needs</a:t>
            </a:r>
            <a:endParaRPr b="0" lang="en-US" sz="2000" spc="-1" strike="noStrike">
              <a:latin typeface="Arial"/>
            </a:endParaRPr>
          </a:p>
          <a:p>
            <a:pPr>
              <a:lnSpc>
                <a:spcPct val="100000"/>
              </a:lnSpc>
              <a:buNone/>
            </a:pPr>
            <a:endParaRPr b="0" lang="en-US" sz="2000" spc="-1" strike="noStrike">
              <a:latin typeface="Arial"/>
            </a:endParaRPr>
          </a:p>
        </p:txBody>
      </p:sp>
      <p:sp>
        <p:nvSpPr>
          <p:cNvPr id="914" name="PlaceHolder 3"/>
          <p:cNvSpPr>
            <a:spLocks noGrp="1"/>
          </p:cNvSpPr>
          <p:nvPr>
            <p:ph type="sldNum" idx="115"/>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BE2790CE-B35D-42B2-A04F-25BD39BA8859}"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5" name="PlaceHolder 1"/>
          <p:cNvSpPr>
            <a:spLocks noGrp="1"/>
          </p:cNvSpPr>
          <p:nvPr>
            <p:ph type="sldImg"/>
          </p:nvPr>
        </p:nvSpPr>
        <p:spPr>
          <a:xfrm>
            <a:off x="685800" y="1143000"/>
            <a:ext cx="5486040" cy="3085920"/>
          </a:xfrm>
          <a:prstGeom prst="rect">
            <a:avLst/>
          </a:prstGeom>
          <a:ln w="0">
            <a:noFill/>
          </a:ln>
        </p:spPr>
      </p:sp>
      <p:sp>
        <p:nvSpPr>
          <p:cNvPr id="91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917" name="PlaceHolder 3"/>
          <p:cNvSpPr>
            <a:spLocks noGrp="1"/>
          </p:cNvSpPr>
          <p:nvPr>
            <p:ph type="sldNum" idx="116"/>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latin typeface="Times New Roman"/>
              </a:defRPr>
            </a:lvl1pPr>
          </a:lstStyle>
          <a:p>
            <a:pPr algn="r">
              <a:lnSpc>
                <a:spcPct val="100000"/>
              </a:lnSpc>
              <a:buNone/>
            </a:pPr>
            <a:fld id="{1BFB96CC-2E88-495A-857A-F2B3744B399A}" type="slidenum">
              <a:rPr b="0" lang="de-DE" sz="1200" spc="-1" strike="noStrike">
                <a:latin typeface="Times New Roman"/>
              </a:rPr>
              <a:t>32</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8" name="PlaceHolder 1"/>
          <p:cNvSpPr>
            <a:spLocks noGrp="1"/>
          </p:cNvSpPr>
          <p:nvPr>
            <p:ph type="sldImg"/>
          </p:nvPr>
        </p:nvSpPr>
        <p:spPr>
          <a:xfrm>
            <a:off x="685800" y="1143000"/>
            <a:ext cx="5486040" cy="3085920"/>
          </a:xfrm>
          <a:prstGeom prst="rect">
            <a:avLst/>
          </a:prstGeom>
          <a:ln w="0">
            <a:noFill/>
          </a:ln>
        </p:spPr>
      </p:sp>
      <p:sp>
        <p:nvSpPr>
          <p:cNvPr id="91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920" name="PlaceHolder 3"/>
          <p:cNvSpPr>
            <a:spLocks noGrp="1"/>
          </p:cNvSpPr>
          <p:nvPr>
            <p:ph type="sldNum" idx="117"/>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latin typeface="Times New Roman"/>
              </a:defRPr>
            </a:lvl1pPr>
          </a:lstStyle>
          <a:p>
            <a:pPr algn="r">
              <a:lnSpc>
                <a:spcPct val="100000"/>
              </a:lnSpc>
              <a:buNone/>
            </a:pPr>
            <a:fld id="{6F1536BB-0621-4832-BE4B-91AEC21FDBE9}" type="slidenum">
              <a:rPr b="0" lang="de-DE" sz="1200" spc="-1" strike="noStrike">
                <a:latin typeface="Times New Roman"/>
              </a:rPr>
              <a:t>32</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1" name="PlaceHolder 1"/>
          <p:cNvSpPr>
            <a:spLocks noGrp="1"/>
          </p:cNvSpPr>
          <p:nvPr>
            <p:ph type="sldImg"/>
          </p:nvPr>
        </p:nvSpPr>
        <p:spPr>
          <a:xfrm>
            <a:off x="685800" y="1143000"/>
            <a:ext cx="5486040" cy="3085920"/>
          </a:xfrm>
          <a:prstGeom prst="rect">
            <a:avLst/>
          </a:prstGeom>
          <a:ln w="0">
            <a:noFill/>
          </a:ln>
        </p:spPr>
      </p:sp>
      <p:sp>
        <p:nvSpPr>
          <p:cNvPr id="92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923" name="PlaceHolder 3"/>
          <p:cNvSpPr>
            <a:spLocks noGrp="1"/>
          </p:cNvSpPr>
          <p:nvPr>
            <p:ph type="sldNum" idx="118"/>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latin typeface="Times New Roman"/>
              </a:defRPr>
            </a:lvl1pPr>
          </a:lstStyle>
          <a:p>
            <a:pPr algn="r">
              <a:lnSpc>
                <a:spcPct val="100000"/>
              </a:lnSpc>
              <a:buNone/>
            </a:pPr>
            <a:fld id="{0F426C3E-149E-478F-869C-C31C7E12AD53}" type="slidenum">
              <a:rPr b="0" lang="de-DE" sz="1200" spc="-1" strike="noStrike">
                <a:latin typeface="Times New Roman"/>
              </a:rPr>
              <a:t>32</a:t>
            </a:fld>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4" name="PlaceHolder 1"/>
          <p:cNvSpPr>
            <a:spLocks noGrp="1"/>
          </p:cNvSpPr>
          <p:nvPr>
            <p:ph type="sldImg"/>
          </p:nvPr>
        </p:nvSpPr>
        <p:spPr>
          <a:xfrm>
            <a:off x="685800" y="1143000"/>
            <a:ext cx="5486040" cy="3085920"/>
          </a:xfrm>
          <a:prstGeom prst="rect">
            <a:avLst/>
          </a:prstGeom>
          <a:ln w="0">
            <a:noFill/>
          </a:ln>
        </p:spPr>
      </p:sp>
      <p:sp>
        <p:nvSpPr>
          <p:cNvPr id="92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de-DE" sz="2000" spc="-1" strike="noStrike">
                <a:latin typeface="Arial"/>
              </a:rPr>
              <a:t>Genauere Einführung;</a:t>
            </a:r>
            <a:br>
              <a:rPr sz="2000"/>
            </a:br>
            <a:br>
              <a:rPr sz="2000"/>
            </a:br>
            <a:r>
              <a:rPr b="0" lang="de-DE" sz="2000" spc="-1" strike="noStrike">
                <a:latin typeface="Arial"/>
              </a:rPr>
              <a:t>Relationen, Kanten, Argumente,</a:t>
            </a:r>
            <a:endParaRPr b="0" lang="en-US" sz="2000" spc="-1" strike="noStrike">
              <a:latin typeface="Arial"/>
            </a:endParaRPr>
          </a:p>
          <a:p>
            <a:pPr marL="216000" indent="-216000">
              <a:lnSpc>
                <a:spcPct val="100000"/>
              </a:lnSpc>
              <a:buNone/>
            </a:pPr>
            <a:endParaRPr b="0" lang="en-US" sz="2000" spc="-1" strike="noStrike">
              <a:latin typeface="Arial"/>
            </a:endParaRPr>
          </a:p>
          <a:p>
            <a:pPr>
              <a:lnSpc>
                <a:spcPct val="100000"/>
              </a:lnSpc>
              <a:buNone/>
              <a:tabLst>
                <a:tab algn="l" pos="0"/>
              </a:tabLst>
            </a:pPr>
            <a:br>
              <a:rPr sz="2000"/>
            </a:br>
            <a:r>
              <a:rPr b="0" lang="de-DE" sz="2000" spc="-1" strike="noStrike">
                <a:latin typeface="Arial"/>
              </a:rPr>
              <a:t>Gewichtete Modelle: </a:t>
            </a:r>
            <a:r>
              <a:rPr b="0" i="1" lang="de-DE" sz="900" spc="-1" strike="noStrike">
                <a:latin typeface="Segoe UI"/>
              </a:rPr>
              <a:t>Amgoud, Leila, and Jonathan Ben-Naim. Weighted Bipolar Argumentation Graphs: Axioms and Semantics. Twenty-Seventh International Joint Conference on Artificial Intelligence-IJCAI 2018. </a:t>
            </a:r>
            <a:endParaRPr b="0" lang="en-US" sz="900" spc="-1" strike="noStrike">
              <a:latin typeface="Arial"/>
            </a:endParaRPr>
          </a:p>
          <a:p>
            <a:pPr>
              <a:lnSpc>
                <a:spcPct val="100000"/>
              </a:lnSpc>
              <a:buNone/>
              <a:tabLst>
                <a:tab algn="l" pos="0"/>
              </a:tabLst>
            </a:pPr>
            <a:br>
              <a:rPr sz="2000"/>
            </a:br>
            <a:r>
              <a:rPr b="0" lang="de-DE" sz="2000" spc="-1" strike="noStrike">
                <a:latin typeface="Segoe UI"/>
              </a:rPr>
              <a:t>Christian Stab: </a:t>
            </a:r>
            <a:endParaRPr b="0" lang="en-US" sz="2000" spc="-1" strike="noStrike">
              <a:latin typeface="Arial"/>
            </a:endParaRPr>
          </a:p>
          <a:p>
            <a:pPr>
              <a:lnSpc>
                <a:spcPct val="100000"/>
              </a:lnSpc>
              <a:buNone/>
              <a:tabLst>
                <a:tab algn="l" pos="0"/>
              </a:tabLst>
            </a:pPr>
            <a:r>
              <a:rPr b="0" lang="en-US" sz="2000" spc="-1" strike="noStrike">
                <a:latin typeface="Segoe UI"/>
              </a:rPr>
              <a:t>Stab, C., &amp; Gurevych, I. (2014a). Annotating argument components and relations in persuasive</a:t>
            </a:r>
            <a:br>
              <a:rPr sz="2000"/>
            </a:br>
            <a:r>
              <a:rPr b="0" lang="en-US" sz="2000" spc="-1" strike="noStrike">
                <a:latin typeface="Segoe UI"/>
              </a:rPr>
              <a:t>essays. Proceedings of COLING 2014, the 25th International Conference on Computational</a:t>
            </a:r>
            <a:br>
              <a:rPr sz="2000"/>
            </a:br>
            <a:r>
              <a:rPr b="0" lang="en-US" sz="2000" spc="-1" strike="noStrike">
                <a:latin typeface="Segoe UI"/>
              </a:rPr>
              <a:t>Linguistics: Technical Papers, 1501–1510.</a:t>
            </a:r>
            <a:br>
              <a:rPr sz="2000"/>
            </a:br>
            <a:br>
              <a:rPr sz="2000"/>
            </a:br>
            <a:r>
              <a:rPr b="0" lang="en-US" sz="2000" spc="-1" strike="noStrike">
                <a:latin typeface="Segoe UI"/>
              </a:rPr>
              <a:t>Strukturen für Essays; </a:t>
            </a:r>
            <a:endParaRPr b="0" lang="en-US" sz="2000" spc="-1" strike="noStrike">
              <a:latin typeface="Arial"/>
            </a:endParaRPr>
          </a:p>
        </p:txBody>
      </p:sp>
      <p:sp>
        <p:nvSpPr>
          <p:cNvPr id="926" name="PlaceHolder 3"/>
          <p:cNvSpPr>
            <a:spLocks noGrp="1"/>
          </p:cNvSpPr>
          <p:nvPr>
            <p:ph type="sldNum" idx="119"/>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2244E706-9AD9-4B37-9017-7BEE235400B5}"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7" name="PlaceHolder 1"/>
          <p:cNvSpPr>
            <a:spLocks noGrp="1"/>
          </p:cNvSpPr>
          <p:nvPr>
            <p:ph type="sldImg"/>
          </p:nvPr>
        </p:nvSpPr>
        <p:spPr>
          <a:xfrm>
            <a:off x="685800" y="1143000"/>
            <a:ext cx="5486040" cy="3085920"/>
          </a:xfrm>
          <a:prstGeom prst="rect">
            <a:avLst/>
          </a:prstGeom>
          <a:ln w="0">
            <a:noFill/>
          </a:ln>
        </p:spPr>
      </p:sp>
      <p:sp>
        <p:nvSpPr>
          <p:cNvPr id="92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de-DE" sz="2000" spc="-1" strike="noStrike">
                <a:latin typeface="Arial"/>
              </a:rPr>
              <a:t>Integration of DK requires a connection between XAI &amp; DK;</a:t>
            </a:r>
            <a:br>
              <a:rPr sz="2000"/>
            </a:br>
            <a:r>
              <a:rPr b="0" lang="de-DE" sz="2000" spc="-1" strike="noStrike">
                <a:latin typeface="Arial"/>
              </a:rPr>
              <a:t>We assume that every XAI explanation has some sort of relation to a specific feature (or domain word) and a outcome</a:t>
            </a:r>
            <a:br>
              <a:rPr sz="2000"/>
            </a:br>
            <a:br>
              <a:rPr sz="2000"/>
            </a:br>
            <a:r>
              <a:rPr b="0" lang="de-DE" sz="2000" spc="-1" strike="noStrike">
                <a:latin typeface="Arial"/>
              </a:rPr>
              <a:t>This can be reduced to some sort of claim</a:t>
            </a:r>
            <a:endParaRPr b="0" lang="en-US" sz="2000" spc="-1" strike="noStrike">
              <a:latin typeface="Arial"/>
            </a:endParaRPr>
          </a:p>
          <a:p>
            <a:pPr marL="216000" indent="-216000">
              <a:lnSpc>
                <a:spcPct val="100000"/>
              </a:lnSpc>
              <a:buNone/>
            </a:pPr>
            <a:br>
              <a:rPr sz="2000"/>
            </a:br>
            <a:r>
              <a:rPr b="0" lang="de-DE" sz="2000" spc="-1" strike="noStrike">
                <a:latin typeface="Arial"/>
              </a:rPr>
              <a:t>A claim is needed as starting point for an argument tree</a:t>
            </a:r>
            <a:endParaRPr b="0" lang="en-US" sz="2000" spc="-1" strike="noStrike">
              <a:latin typeface="Arial"/>
            </a:endParaRPr>
          </a:p>
          <a:p>
            <a:pPr marL="216000" indent="-216000">
              <a:lnSpc>
                <a:spcPct val="100000"/>
              </a:lnSpc>
              <a:buNone/>
            </a:pPr>
            <a:endParaRPr b="0" lang="en-US" sz="2000" spc="-1" strike="noStrike">
              <a:latin typeface="Arial"/>
            </a:endParaRPr>
          </a:p>
          <a:p>
            <a:pPr marL="216000" indent="-216000">
              <a:lnSpc>
                <a:spcPct val="100000"/>
              </a:lnSpc>
              <a:buNone/>
            </a:pPr>
            <a:r>
              <a:rPr b="0" lang="de-DE" sz="2000" spc="-1" strike="noStrike">
                <a:latin typeface="Arial"/>
              </a:rPr>
              <a:t>With this pipeline we can connect XAI and arguments on a topic level</a:t>
            </a:r>
            <a:br>
              <a:rPr sz="2000"/>
            </a:br>
            <a:r>
              <a:rPr b="0" lang="de-DE" sz="2000" spc="-1" strike="noStrike">
                <a:latin typeface="Arial"/>
              </a:rPr>
              <a:t>where each topic is a tree with corresponding arguments</a:t>
            </a:r>
            <a:endParaRPr b="0" lang="en-US" sz="2000" spc="-1" strike="noStrike">
              <a:latin typeface="Arial"/>
            </a:endParaRPr>
          </a:p>
        </p:txBody>
      </p:sp>
      <p:sp>
        <p:nvSpPr>
          <p:cNvPr id="929" name="PlaceHolder 3"/>
          <p:cNvSpPr>
            <a:spLocks noGrp="1"/>
          </p:cNvSpPr>
          <p:nvPr>
            <p:ph type="sldNum" idx="120"/>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E458B36D-A241-4DB1-978D-D8154E6F1ACB}"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0" name="PlaceHolder 1"/>
          <p:cNvSpPr>
            <a:spLocks noGrp="1"/>
          </p:cNvSpPr>
          <p:nvPr>
            <p:ph type="sldImg"/>
          </p:nvPr>
        </p:nvSpPr>
        <p:spPr>
          <a:xfrm>
            <a:off x="685800" y="1143000"/>
            <a:ext cx="5486040" cy="3085920"/>
          </a:xfrm>
          <a:prstGeom prst="rect">
            <a:avLst/>
          </a:prstGeom>
          <a:ln w="0">
            <a:noFill/>
          </a:ln>
        </p:spPr>
      </p:sp>
      <p:sp>
        <p:nvSpPr>
          <p:cNvPr id="93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932" name="PlaceHolder 3"/>
          <p:cNvSpPr>
            <a:spLocks noGrp="1"/>
          </p:cNvSpPr>
          <p:nvPr>
            <p:ph type="sldNum" idx="121"/>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A05A7085-E816-460C-8AD2-0778EE594F50}"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3" name="PlaceHolder 1"/>
          <p:cNvSpPr>
            <a:spLocks noGrp="1"/>
          </p:cNvSpPr>
          <p:nvPr>
            <p:ph type="sldImg"/>
          </p:nvPr>
        </p:nvSpPr>
        <p:spPr>
          <a:xfrm>
            <a:off x="685800" y="1143000"/>
            <a:ext cx="5486040" cy="3085920"/>
          </a:xfrm>
          <a:prstGeom prst="rect">
            <a:avLst/>
          </a:prstGeom>
          <a:ln w="0">
            <a:noFill/>
          </a:ln>
        </p:spPr>
      </p:sp>
      <p:sp>
        <p:nvSpPr>
          <p:cNvPr id="93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935" name="PlaceHolder 3"/>
          <p:cNvSpPr>
            <a:spLocks noGrp="1"/>
          </p:cNvSpPr>
          <p:nvPr>
            <p:ph type="sldNum" idx="122"/>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548C68F5-3AE3-4DF8-9BE8-95DC7938F3E2}"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 name="PlaceHolder 1"/>
          <p:cNvSpPr>
            <a:spLocks noGrp="1"/>
          </p:cNvSpPr>
          <p:nvPr>
            <p:ph type="sldImg"/>
          </p:nvPr>
        </p:nvSpPr>
        <p:spPr>
          <a:xfrm>
            <a:off x="685800" y="1143000"/>
            <a:ext cx="5486040" cy="3085920"/>
          </a:xfrm>
          <a:prstGeom prst="rect">
            <a:avLst/>
          </a:prstGeom>
          <a:ln w="0">
            <a:noFill/>
          </a:ln>
        </p:spPr>
      </p:sp>
      <p:sp>
        <p:nvSpPr>
          <p:cNvPr id="937" name="PlaceHolder 2"/>
          <p:cNvSpPr>
            <a:spLocks noGrp="1"/>
          </p:cNvSpPr>
          <p:nvPr>
            <p:ph type="body"/>
          </p:nvPr>
        </p:nvSpPr>
        <p:spPr>
          <a:xfrm>
            <a:off x="685800" y="4400640"/>
            <a:ext cx="5486040" cy="3600000"/>
          </a:xfrm>
          <a:prstGeom prst="rect">
            <a:avLst/>
          </a:prstGeom>
          <a:noFill/>
          <a:ln w="0">
            <a:noFill/>
          </a:ln>
        </p:spPr>
        <p:txBody>
          <a:bodyPr anchor="t">
            <a:noAutofit/>
          </a:bodyPr>
          <a:p>
            <a:pPr marL="171360" indent="-171360">
              <a:lnSpc>
                <a:spcPct val="100000"/>
              </a:lnSpc>
              <a:buClr>
                <a:srgbClr val="000000"/>
              </a:buClr>
              <a:buFont typeface="Arial"/>
              <a:buChar char="•"/>
            </a:pPr>
            <a:r>
              <a:rPr b="0" lang="de-DE" sz="2000" spc="-1" strike="noStrike">
                <a:latin typeface="Arial"/>
              </a:rPr>
              <a:t>Evaluate XAI with DK</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User interacts</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How can we measure if the user has better understanding of the underlying AI?</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Distinguish between False/true AI</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Flip outcomes for falsy AI</a:t>
            </a:r>
            <a:endParaRPr b="0" lang="en-US" sz="2000" spc="-1" strike="noStrike">
              <a:latin typeface="Arial"/>
            </a:endParaRPr>
          </a:p>
          <a:p>
            <a:pPr>
              <a:lnSpc>
                <a:spcPct val="100000"/>
              </a:lnSpc>
              <a:buNone/>
              <a:tabLst>
                <a:tab algn="l" pos="0"/>
              </a:tabLst>
            </a:pPr>
            <a:endParaRPr b="0" lang="en-US" sz="2000" spc="-1" strike="noStrike">
              <a:latin typeface="Arial"/>
            </a:endParaRPr>
          </a:p>
          <a:p>
            <a:pPr marL="171360" indent="-171360">
              <a:lnSpc>
                <a:spcPct val="100000"/>
              </a:lnSpc>
              <a:buClr>
                <a:srgbClr val="000000"/>
              </a:buClr>
              <a:buFont typeface="Arial"/>
              <a:buChar char="•"/>
              <a:tabLst>
                <a:tab algn="l" pos="0"/>
              </a:tabLst>
            </a:pPr>
            <a:r>
              <a:rPr b="0" lang="de-DE" sz="2000" spc="-1" strike="noStrike">
                <a:latin typeface="Arial"/>
              </a:rPr>
              <a:t>User should detect the wrong behavior and disagree with false system</a:t>
            </a:r>
            <a:endParaRPr b="0" lang="en-US" sz="2000" spc="-1" strike="noStrike">
              <a:latin typeface="Arial"/>
            </a:endParaRPr>
          </a:p>
          <a:p>
            <a:pPr>
              <a:lnSpc>
                <a:spcPct val="100000"/>
              </a:lnSpc>
              <a:buNone/>
              <a:tabLst>
                <a:tab algn="l" pos="0"/>
              </a:tabLst>
            </a:pPr>
            <a:endParaRPr b="0" lang="en-US" sz="2000" spc="-1" strike="noStrike">
              <a:latin typeface="Arial"/>
            </a:endParaRPr>
          </a:p>
          <a:p>
            <a:pPr>
              <a:lnSpc>
                <a:spcPct val="100000"/>
              </a:lnSpc>
              <a:buNone/>
              <a:tabLst>
                <a:tab algn="l" pos="0"/>
              </a:tabLst>
            </a:pPr>
            <a:endParaRPr b="0" lang="en-US" sz="2000" spc="-1" strike="noStrike">
              <a:latin typeface="Arial"/>
            </a:endParaRPr>
          </a:p>
        </p:txBody>
      </p:sp>
      <p:sp>
        <p:nvSpPr>
          <p:cNvPr id="938" name="PlaceHolder 3"/>
          <p:cNvSpPr>
            <a:spLocks noGrp="1"/>
          </p:cNvSpPr>
          <p:nvPr>
            <p:ph type="sldNum" idx="123"/>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F95093B8-658E-4B9C-AE3E-4EC4561825B8}"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 name="PlaceHolder 1"/>
          <p:cNvSpPr>
            <a:spLocks noGrp="1"/>
          </p:cNvSpPr>
          <p:nvPr>
            <p:ph type="sldImg"/>
          </p:nvPr>
        </p:nvSpPr>
        <p:spPr>
          <a:xfrm>
            <a:off x="685800" y="1143000"/>
            <a:ext cx="5486040" cy="3085920"/>
          </a:xfrm>
          <a:prstGeom prst="rect">
            <a:avLst/>
          </a:prstGeom>
          <a:ln w="0">
            <a:noFill/>
          </a:ln>
        </p:spPr>
      </p:sp>
      <p:sp>
        <p:nvSpPr>
          <p:cNvPr id="94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de-DE" sz="2000" spc="-1" strike="noStrike">
                <a:latin typeface="Arial"/>
              </a:rPr>
              <a:t>Blue box = user requests;</a:t>
            </a:r>
            <a:endParaRPr b="0" lang="en-US" sz="2000" spc="-1" strike="noStrike">
              <a:latin typeface="Arial"/>
            </a:endParaRPr>
          </a:p>
          <a:p>
            <a:pPr marL="216000" indent="-216000">
              <a:lnSpc>
                <a:spcPct val="100000"/>
              </a:lnSpc>
              <a:buNone/>
            </a:pPr>
            <a:r>
              <a:rPr b="0" lang="de-DE" sz="2000" spc="-1" strike="noStrike">
                <a:latin typeface="Arial"/>
              </a:rPr>
              <a:t>Orange boxes = system action</a:t>
            </a:r>
            <a:endParaRPr b="0" lang="en-US" sz="2000" spc="-1" strike="noStrike">
              <a:latin typeface="Arial"/>
            </a:endParaRPr>
          </a:p>
          <a:p>
            <a:pPr marL="216000" indent="-216000">
              <a:lnSpc>
                <a:spcPct val="100000"/>
              </a:lnSpc>
              <a:buNone/>
            </a:pPr>
            <a:endParaRPr b="0" lang="en-US" sz="2000" spc="-1" strike="noStrike">
              <a:latin typeface="Arial"/>
            </a:endParaRPr>
          </a:p>
          <a:p>
            <a:pPr marL="216000" indent="-216000">
              <a:lnSpc>
                <a:spcPct val="100000"/>
              </a:lnSpc>
              <a:buNone/>
            </a:pPr>
            <a:br>
              <a:rPr sz="2000"/>
            </a:br>
            <a:r>
              <a:rPr b="0" lang="de-DE" sz="900" spc="-1" strike="noStrike">
                <a:latin typeface="Arial"/>
              </a:rPr>
              <a:t>3 explanation requests; 2 specific mapped to XAI</a:t>
            </a:r>
            <a:endParaRPr b="0" lang="en-US" sz="900" spc="-1" strike="noStrike">
              <a:latin typeface="Arial"/>
            </a:endParaRPr>
          </a:p>
          <a:p>
            <a:pPr marL="216000" indent="-216000">
              <a:lnSpc>
                <a:spcPct val="100000"/>
              </a:lnSpc>
              <a:buNone/>
            </a:pPr>
            <a:r>
              <a:rPr b="0" lang="de-DE" sz="900" spc="-1" strike="noStrike">
                <a:latin typeface="Arial"/>
              </a:rPr>
              <a:t>Always start with XAI</a:t>
            </a:r>
            <a:endParaRPr b="0" lang="en-US" sz="900" spc="-1" strike="noStrike">
              <a:latin typeface="Arial"/>
            </a:endParaRPr>
          </a:p>
          <a:p>
            <a:pPr marL="216000" indent="-216000">
              <a:lnSpc>
                <a:spcPct val="100000"/>
              </a:lnSpc>
              <a:buNone/>
            </a:pPr>
            <a:r>
              <a:rPr b="0" lang="de-DE" sz="900" spc="-1" strike="noStrike">
                <a:latin typeface="Arial"/>
              </a:rPr>
              <a:t>Provide arguments until no more arguments of topic are left</a:t>
            </a:r>
            <a:endParaRPr b="0" lang="en-US" sz="900" spc="-1" strike="noStrike">
              <a:latin typeface="Arial"/>
            </a:endParaRPr>
          </a:p>
          <a:p>
            <a:pPr marL="216000" indent="-216000">
              <a:lnSpc>
                <a:spcPct val="100000"/>
              </a:lnSpc>
              <a:buNone/>
            </a:pPr>
            <a:r>
              <a:rPr b="0" lang="de-DE" sz="900" spc="-1" strike="noStrike">
                <a:latin typeface="Arial"/>
              </a:rPr>
              <a:t>Offer counterfactuals as alternative</a:t>
            </a:r>
            <a:endParaRPr b="0" lang="en-US" sz="900" spc="-1" strike="noStrike">
              <a:latin typeface="Arial"/>
            </a:endParaRPr>
          </a:p>
          <a:p>
            <a:pPr marL="216000" indent="-216000">
              <a:lnSpc>
                <a:spcPct val="100000"/>
              </a:lnSpc>
              <a:buNone/>
            </a:pPr>
            <a:endParaRPr b="0" lang="en-US" sz="900" spc="-1" strike="noStrike">
              <a:latin typeface="Arial"/>
            </a:endParaRPr>
          </a:p>
        </p:txBody>
      </p:sp>
      <p:sp>
        <p:nvSpPr>
          <p:cNvPr id="941" name="PlaceHolder 3"/>
          <p:cNvSpPr>
            <a:spLocks noGrp="1"/>
          </p:cNvSpPr>
          <p:nvPr>
            <p:ph type="sldNum" idx="124"/>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B3FE94CE-B3B7-469C-A019-9AD08305033F}"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2" name="PlaceHolder 1"/>
          <p:cNvSpPr>
            <a:spLocks noGrp="1"/>
          </p:cNvSpPr>
          <p:nvPr>
            <p:ph type="sldImg"/>
          </p:nvPr>
        </p:nvSpPr>
        <p:spPr>
          <a:xfrm>
            <a:off x="685800" y="1143000"/>
            <a:ext cx="5486040" cy="3085920"/>
          </a:xfrm>
          <a:prstGeom prst="rect">
            <a:avLst/>
          </a:prstGeom>
          <a:ln w="0">
            <a:noFill/>
          </a:ln>
        </p:spPr>
      </p:sp>
      <p:sp>
        <p:nvSpPr>
          <p:cNvPr id="94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de-DE" sz="2000" spc="-1" strike="noStrike">
                <a:latin typeface="Arial"/>
              </a:rPr>
              <a:t>To evaluate the process we introduced the system athena</a:t>
            </a:r>
            <a:endParaRPr b="0" lang="en-US" sz="2000" spc="-1" strike="noStrike">
              <a:latin typeface="Arial"/>
            </a:endParaRPr>
          </a:p>
          <a:p>
            <a:pPr marL="216000" indent="-216000">
              <a:lnSpc>
                <a:spcPct val="100000"/>
              </a:lnSpc>
              <a:buNone/>
            </a:pPr>
            <a:endParaRPr b="0" lang="en-US" sz="2000" spc="-1" strike="noStrike">
              <a:latin typeface="Arial"/>
            </a:endParaRPr>
          </a:p>
        </p:txBody>
      </p:sp>
      <p:sp>
        <p:nvSpPr>
          <p:cNvPr id="944" name="PlaceHolder 3"/>
          <p:cNvSpPr>
            <a:spLocks noGrp="1"/>
          </p:cNvSpPr>
          <p:nvPr>
            <p:ph type="sldNum" idx="125"/>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81E62274-073A-44DE-A497-DEA9F44F22F5}"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5" name="PlaceHolder 1"/>
          <p:cNvSpPr>
            <a:spLocks noGrp="1"/>
          </p:cNvSpPr>
          <p:nvPr>
            <p:ph type="sldImg"/>
          </p:nvPr>
        </p:nvSpPr>
        <p:spPr>
          <a:xfrm>
            <a:off x="685800" y="1143000"/>
            <a:ext cx="5486040" cy="3085920"/>
          </a:xfrm>
          <a:prstGeom prst="rect">
            <a:avLst/>
          </a:prstGeom>
          <a:ln w="0">
            <a:noFill/>
          </a:ln>
        </p:spPr>
      </p:sp>
      <p:sp>
        <p:nvSpPr>
          <p:cNvPr id="94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947" name="PlaceHolder 3"/>
          <p:cNvSpPr>
            <a:spLocks noGrp="1"/>
          </p:cNvSpPr>
          <p:nvPr>
            <p:ph type="sldNum" idx="126"/>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8ADF7E8D-E285-4AF6-AFDD-992DAEF14D45}"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 name="PlaceHolder 1"/>
          <p:cNvSpPr>
            <a:spLocks noGrp="1"/>
          </p:cNvSpPr>
          <p:nvPr>
            <p:ph type="sldImg"/>
          </p:nvPr>
        </p:nvSpPr>
        <p:spPr>
          <a:xfrm>
            <a:off x="685800" y="1143000"/>
            <a:ext cx="5486040" cy="3085920"/>
          </a:xfrm>
          <a:prstGeom prst="rect">
            <a:avLst/>
          </a:prstGeom>
          <a:ln w="0">
            <a:noFill/>
          </a:ln>
        </p:spPr>
      </p:sp>
      <p:sp>
        <p:nvSpPr>
          <p:cNvPr id="94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950" name="PlaceHolder 3"/>
          <p:cNvSpPr>
            <a:spLocks noGrp="1"/>
          </p:cNvSpPr>
          <p:nvPr>
            <p:ph type="sldNum" idx="127"/>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latin typeface="Times New Roman"/>
              </a:defRPr>
            </a:lvl1pPr>
          </a:lstStyle>
          <a:p>
            <a:pPr algn="r">
              <a:lnSpc>
                <a:spcPct val="100000"/>
              </a:lnSpc>
              <a:buNone/>
            </a:pPr>
            <a:fld id="{CD8381EE-E090-4D12-936E-D15B2D4EAC41}" type="slidenum">
              <a:rPr b="0" lang="de-DE" sz="1200" spc="-1" strike="noStrike">
                <a:latin typeface="Times New Roman"/>
              </a:rPr>
              <a:t>32</a:t>
            </a:fld>
            <a:endParaRPr b="0" lang="en-U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1" name="PlaceHolder 1"/>
          <p:cNvSpPr>
            <a:spLocks noGrp="1"/>
          </p:cNvSpPr>
          <p:nvPr>
            <p:ph type="sldImg"/>
          </p:nvPr>
        </p:nvSpPr>
        <p:spPr>
          <a:xfrm>
            <a:off x="685800" y="1143000"/>
            <a:ext cx="5486040" cy="3085920"/>
          </a:xfrm>
          <a:prstGeom prst="rect">
            <a:avLst/>
          </a:prstGeom>
          <a:ln w="0">
            <a:noFill/>
          </a:ln>
        </p:spPr>
      </p:sp>
      <p:sp>
        <p:nvSpPr>
          <p:cNvPr id="952" name="PlaceHolder 2"/>
          <p:cNvSpPr>
            <a:spLocks noGrp="1"/>
          </p:cNvSpPr>
          <p:nvPr>
            <p:ph type="body"/>
          </p:nvPr>
        </p:nvSpPr>
        <p:spPr>
          <a:xfrm>
            <a:off x="685800" y="4400640"/>
            <a:ext cx="5486040" cy="3600000"/>
          </a:xfrm>
          <a:prstGeom prst="rect">
            <a:avLst/>
          </a:prstGeom>
          <a:noFill/>
          <a:ln w="0">
            <a:noFill/>
          </a:ln>
        </p:spPr>
        <p:txBody>
          <a:bodyPr anchor="t">
            <a:noAutofit/>
          </a:bodyPr>
          <a:p>
            <a:pPr marL="171360" indent="-171360">
              <a:lnSpc>
                <a:spcPct val="100000"/>
              </a:lnSpc>
              <a:buClr>
                <a:srgbClr val="000000"/>
              </a:buClr>
              <a:buFont typeface="Arial"/>
              <a:buChar char="•"/>
            </a:pPr>
            <a:r>
              <a:rPr b="0" lang="de-DE" sz="2000" spc="-1" strike="noStrike">
                <a:latin typeface="Arial"/>
              </a:rPr>
              <a:t>Domain knowledge lets user agree more with the system(!) for true AI what we want, false AI misleading</a:t>
            </a:r>
            <a:endParaRPr b="0" lang="en-US" sz="2000" spc="-1" strike="noStrike">
              <a:latin typeface="Arial"/>
            </a:endParaRPr>
          </a:p>
          <a:p>
            <a:pPr marL="171360" indent="-171360">
              <a:lnSpc>
                <a:spcPct val="100000"/>
              </a:lnSpc>
              <a:buClr>
                <a:srgbClr val="000000"/>
              </a:buClr>
              <a:buFont typeface="Arial"/>
              <a:buChar char="•"/>
            </a:pPr>
            <a:r>
              <a:rPr b="0" lang="de-DE" sz="2000" spc="-1" strike="noStrike">
                <a:latin typeface="Arial"/>
              </a:rPr>
              <a:t>Difference between true/false AI as expected</a:t>
            </a:r>
            <a:endParaRPr b="0" lang="en-US" sz="2000" spc="-1" strike="noStrike">
              <a:latin typeface="Arial"/>
            </a:endParaRPr>
          </a:p>
          <a:p>
            <a:pPr>
              <a:lnSpc>
                <a:spcPct val="100000"/>
              </a:lnSpc>
              <a:buNone/>
            </a:pPr>
            <a:endParaRPr b="0" lang="en-US" sz="2000" spc="-1" strike="noStrike">
              <a:latin typeface="Arial"/>
            </a:endParaRPr>
          </a:p>
          <a:p>
            <a:pPr>
              <a:lnSpc>
                <a:spcPct val="100000"/>
              </a:lnSpc>
              <a:buNone/>
            </a:pPr>
            <a:endParaRPr b="0" lang="en-US" sz="2000" spc="-1" strike="noStrike">
              <a:latin typeface="Arial"/>
            </a:endParaRPr>
          </a:p>
        </p:txBody>
      </p:sp>
      <p:sp>
        <p:nvSpPr>
          <p:cNvPr id="953" name="PlaceHolder 3"/>
          <p:cNvSpPr>
            <a:spLocks noGrp="1"/>
          </p:cNvSpPr>
          <p:nvPr>
            <p:ph type="sldNum" idx="128"/>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2A6D7699-44B3-41DF-BA12-B79C6A99458D}"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4" name="PlaceHolder 1"/>
          <p:cNvSpPr>
            <a:spLocks noGrp="1"/>
          </p:cNvSpPr>
          <p:nvPr>
            <p:ph type="sldImg"/>
          </p:nvPr>
        </p:nvSpPr>
        <p:spPr>
          <a:xfrm>
            <a:off x="685800" y="1143000"/>
            <a:ext cx="5486040" cy="3085920"/>
          </a:xfrm>
          <a:prstGeom prst="rect">
            <a:avLst/>
          </a:prstGeom>
          <a:ln w="0">
            <a:noFill/>
          </a:ln>
        </p:spPr>
      </p:sp>
      <p:sp>
        <p:nvSpPr>
          <p:cNvPr id="95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de-DE" sz="2000" spc="-1" strike="noStrike">
                <a:latin typeface="Arial"/>
              </a:rPr>
              <a:t>Likeability</a:t>
            </a:r>
            <a:endParaRPr b="0" lang="en-US" sz="2000" spc="-1" strike="noStrike">
              <a:latin typeface="Arial"/>
            </a:endParaRPr>
          </a:p>
          <a:p>
            <a:pPr marL="216000" indent="-216000">
              <a:lnSpc>
                <a:spcPct val="100000"/>
              </a:lnSpc>
              <a:buNone/>
            </a:pPr>
            <a:r>
              <a:rPr b="0" lang="de-DE" sz="2000" spc="-1" strike="noStrike">
                <a:latin typeface="Arial"/>
              </a:rPr>
              <a:t>Robustness</a:t>
            </a:r>
            <a:endParaRPr b="0" lang="en-US" sz="2000" spc="-1" strike="noStrike">
              <a:latin typeface="Arial"/>
            </a:endParaRPr>
          </a:p>
          <a:p>
            <a:pPr marL="216000" indent="-216000">
              <a:lnSpc>
                <a:spcPct val="100000"/>
              </a:lnSpc>
              <a:buNone/>
            </a:pPr>
            <a:r>
              <a:rPr b="0" lang="de-DE" sz="2000" spc="-1" strike="noStrike">
                <a:latin typeface="Arial"/>
              </a:rPr>
              <a:t>Cognitvie</a:t>
            </a:r>
            <a:endParaRPr b="0" lang="en-US" sz="2000" spc="-1" strike="noStrike">
              <a:latin typeface="Arial"/>
            </a:endParaRPr>
          </a:p>
          <a:p>
            <a:pPr marL="216000" indent="-216000">
              <a:lnSpc>
                <a:spcPct val="100000"/>
              </a:lnSpc>
              <a:buNone/>
            </a:pPr>
            <a:r>
              <a:rPr b="0" lang="de-DE" sz="2000" spc="-1" strike="noStrike">
                <a:latin typeface="Arial"/>
              </a:rPr>
              <a:t>Demand</a:t>
            </a:r>
            <a:endParaRPr b="0" lang="en-US" sz="2000" spc="-1" strike="noStrike">
              <a:latin typeface="Arial"/>
            </a:endParaRPr>
          </a:p>
          <a:p>
            <a:pPr marL="216000" indent="-216000">
              <a:lnSpc>
                <a:spcPct val="100000"/>
              </a:lnSpc>
              <a:buNone/>
            </a:pPr>
            <a:endParaRPr b="0" lang="en-US" sz="2000" spc="-1" strike="noStrike">
              <a:latin typeface="Arial"/>
            </a:endParaRPr>
          </a:p>
        </p:txBody>
      </p:sp>
      <p:sp>
        <p:nvSpPr>
          <p:cNvPr id="956" name="PlaceHolder 3"/>
          <p:cNvSpPr>
            <a:spLocks noGrp="1"/>
          </p:cNvSpPr>
          <p:nvPr>
            <p:ph type="sldNum" idx="129"/>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EB97C35D-E3BC-4D47-AB44-00BCF502EA6F}" type="slidenum">
              <a:rPr b="0" lang="de-DE" sz="1200" spc="-1" strike="noStrike">
                <a:solidFill>
                  <a:srgbClr val="000000"/>
                </a:solidFill>
                <a:latin typeface="+mn-lt"/>
                <a:ea typeface="+mn-ea"/>
              </a:rPr>
              <a:t>32</a:t>
            </a:fld>
            <a:endParaRPr b="0" lang="en-US"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7" name="PlaceHolder 1"/>
          <p:cNvSpPr>
            <a:spLocks noGrp="1"/>
          </p:cNvSpPr>
          <p:nvPr>
            <p:ph type="sldImg"/>
          </p:nvPr>
        </p:nvSpPr>
        <p:spPr>
          <a:xfrm>
            <a:off x="685800" y="1143000"/>
            <a:ext cx="5486040" cy="3085920"/>
          </a:xfrm>
          <a:prstGeom prst="rect">
            <a:avLst/>
          </a:prstGeom>
          <a:ln w="0">
            <a:noFill/>
          </a:ln>
        </p:spPr>
      </p:sp>
      <p:sp>
        <p:nvSpPr>
          <p:cNvPr id="95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959" name="PlaceHolder 3"/>
          <p:cNvSpPr>
            <a:spLocks noGrp="1"/>
          </p:cNvSpPr>
          <p:nvPr>
            <p:ph type="sldNum" idx="130"/>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latin typeface="Times New Roman"/>
              </a:defRPr>
            </a:lvl1pPr>
          </a:lstStyle>
          <a:p>
            <a:pPr algn="r">
              <a:lnSpc>
                <a:spcPct val="100000"/>
              </a:lnSpc>
              <a:buNone/>
            </a:pPr>
            <a:fld id="{A8E32DFE-FB96-4E03-B367-99D70D744412}" type="slidenum">
              <a:rPr b="0" lang="de-DE" sz="1200" spc="-1" strike="noStrike">
                <a:latin typeface="Times New Roman"/>
              </a:rPr>
              <a:t>32</a:t>
            </a:fld>
            <a:endParaRPr b="0" lang="en-US" sz="12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 name="PlaceHolder 1"/>
          <p:cNvSpPr>
            <a:spLocks noGrp="1"/>
          </p:cNvSpPr>
          <p:nvPr>
            <p:ph type="sldImg"/>
          </p:nvPr>
        </p:nvSpPr>
        <p:spPr>
          <a:xfrm>
            <a:off x="685800" y="1143000"/>
            <a:ext cx="5486040" cy="3085920"/>
          </a:xfrm>
          <a:prstGeom prst="rect">
            <a:avLst/>
          </a:prstGeom>
          <a:ln w="0">
            <a:noFill/>
          </a:ln>
        </p:spPr>
      </p:sp>
      <p:sp>
        <p:nvSpPr>
          <p:cNvPr id="96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In the diabetes scenario with a true AI, the presence of DK was associated with higher perceived system accuracy ($p^* = 0.062$) and lower ratings of boredom ($p^* = 0.113$), suggesting that DK may have contributed to greater engagement. In the credit scenario with a false AI, users rated the system as more pleasant and friendly when DK was present ($p^* = 0.137$), with further indications that DK may have enhanced enjoyment ($p^* = 0.171$)</a:t>
            </a:r>
            <a:endParaRPr b="0" lang="en-US" sz="2000" spc="-1" strike="noStrike">
              <a:latin typeface="Arial"/>
            </a:endParaRPr>
          </a:p>
          <a:p>
            <a:pPr marL="216000" indent="-216000">
              <a:lnSpc>
                <a:spcPct val="100000"/>
              </a:lnSpc>
              <a:buNone/>
            </a:pPr>
            <a:endParaRPr b="0" lang="en-US" sz="2000" spc="-1" strike="noStrike">
              <a:latin typeface="Arial"/>
            </a:endParaRPr>
          </a:p>
          <a:p>
            <a:pPr marL="216000" indent="-216000">
              <a:lnSpc>
                <a:spcPct val="100000"/>
              </a:lnSpc>
              <a:buNone/>
            </a:pPr>
            <a:endParaRPr b="0" lang="en-US" sz="2000" spc="-1" strike="noStrike">
              <a:latin typeface="Arial"/>
            </a:endParaRPr>
          </a:p>
        </p:txBody>
      </p:sp>
      <p:sp>
        <p:nvSpPr>
          <p:cNvPr id="962" name="PlaceHolder 3"/>
          <p:cNvSpPr>
            <a:spLocks noGrp="1"/>
          </p:cNvSpPr>
          <p:nvPr>
            <p:ph type="sldNum" idx="131"/>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099C7A91-FF30-4BD3-BB7A-EF4D5943F69B}" type="slidenum">
              <a:rPr b="0" lang="de-DE"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3" name="PlaceHolder 1"/>
          <p:cNvSpPr>
            <a:spLocks noGrp="1"/>
          </p:cNvSpPr>
          <p:nvPr>
            <p:ph type="sldImg"/>
          </p:nvPr>
        </p:nvSpPr>
        <p:spPr>
          <a:xfrm>
            <a:off x="685800" y="1143000"/>
            <a:ext cx="5486040" cy="3085920"/>
          </a:xfrm>
          <a:prstGeom prst="rect">
            <a:avLst/>
          </a:prstGeom>
          <a:ln w="0">
            <a:noFill/>
          </a:ln>
        </p:spPr>
      </p:sp>
      <p:sp>
        <p:nvSpPr>
          <p:cNvPr id="96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965" name="PlaceHolder 3"/>
          <p:cNvSpPr>
            <a:spLocks noGrp="1"/>
          </p:cNvSpPr>
          <p:nvPr>
            <p:ph type="sldNum" idx="132"/>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916B349B-BFE2-4461-BB20-0F5F0E5E39BD}" type="slidenum">
              <a:rPr b="0" lang="de-DE"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6" name="PlaceHolder 1"/>
          <p:cNvSpPr>
            <a:spLocks noGrp="1"/>
          </p:cNvSpPr>
          <p:nvPr>
            <p:ph type="sldImg"/>
          </p:nvPr>
        </p:nvSpPr>
        <p:spPr>
          <a:xfrm>
            <a:off x="685800" y="1143000"/>
            <a:ext cx="5486040" cy="3085920"/>
          </a:xfrm>
          <a:prstGeom prst="rect">
            <a:avLst/>
          </a:prstGeom>
          <a:ln w="0">
            <a:noFill/>
          </a:ln>
        </p:spPr>
      </p:sp>
      <p:sp>
        <p:nvSpPr>
          <p:cNvPr id="96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968" name="PlaceHolder 3"/>
          <p:cNvSpPr>
            <a:spLocks noGrp="1"/>
          </p:cNvSpPr>
          <p:nvPr>
            <p:ph type="sldNum" idx="133"/>
          </p:nvPr>
        </p:nvSpPr>
        <p:spPr>
          <a:xfrm>
            <a:off x="3884760" y="8685360"/>
            <a:ext cx="2971440" cy="458280"/>
          </a:xfrm>
          <a:prstGeom prst="rect">
            <a:avLst/>
          </a:prstGeom>
          <a:noFill/>
          <a:ln w="0">
            <a:noFill/>
          </a:ln>
        </p:spPr>
        <p:txBody>
          <a:bodyPr anchor="b">
            <a:noAutofit/>
          </a:bodyPr>
          <a:lstStyle>
            <a:lvl1pPr algn="r">
              <a:lnSpc>
                <a:spcPct val="100000"/>
              </a:lnSpc>
              <a:buNone/>
              <a:defRPr b="0" lang="de-DE" sz="1200" spc="-1" strike="noStrike">
                <a:solidFill>
                  <a:srgbClr val="000000"/>
                </a:solidFill>
                <a:latin typeface="+mn-lt"/>
                <a:ea typeface="+mn-ea"/>
              </a:defRPr>
            </a:lvl1pPr>
          </a:lstStyle>
          <a:p>
            <a:pPr algn="r">
              <a:lnSpc>
                <a:spcPct val="100000"/>
              </a:lnSpc>
              <a:buNone/>
            </a:pPr>
            <a:fld id="{99A8C903-FD9F-4CCB-A4CA-EDB5F7F61669}" type="slidenum">
              <a:rPr b="0" lang="de-DE"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F531BB7C-2546-4B66-91EA-0016167AAA9D}"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1" name="PlaceHolder 2"/>
          <p:cNvSpPr>
            <a:spLocks noGrp="1"/>
          </p:cNvSpPr>
          <p:nvPr>
            <p:ph type="subTitle"/>
          </p:nvPr>
        </p:nvSpPr>
        <p:spPr>
          <a:xfrm>
            <a:off x="395280" y="1131840"/>
            <a:ext cx="8353080" cy="3675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6BCDEA1-EEFB-4DF6-B6D8-74832B2FE866}"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3" name="PlaceHolder 2"/>
          <p:cNvSpPr>
            <a:spLocks noGrp="1"/>
          </p:cNvSpPr>
          <p:nvPr>
            <p:ph/>
          </p:nvPr>
        </p:nvSpPr>
        <p:spPr>
          <a:xfrm>
            <a:off x="395280" y="1131840"/>
            <a:ext cx="83530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4634469-2DDC-4A1D-B4AF-5E98E042CE80}"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3952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6" name="PlaceHolder 3"/>
          <p:cNvSpPr>
            <a:spLocks noGrp="1"/>
          </p:cNvSpPr>
          <p:nvPr>
            <p:ph/>
          </p:nvPr>
        </p:nvSpPr>
        <p:spPr>
          <a:xfrm>
            <a:off x="46756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5E1DF439-0CFB-4A87-9256-F74674181683}"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0C350A4-D9D0-4885-82CA-38CDB2C1B9DA}"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03560" y="303120"/>
            <a:ext cx="7432200" cy="28332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7D32ED02-CA4B-4E51-B555-9CC48F4391AA}"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0"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1" name="PlaceHolder 3"/>
          <p:cNvSpPr>
            <a:spLocks noGrp="1"/>
          </p:cNvSpPr>
          <p:nvPr>
            <p:ph/>
          </p:nvPr>
        </p:nvSpPr>
        <p:spPr>
          <a:xfrm>
            <a:off x="46756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2" name="PlaceHolder 4"/>
          <p:cNvSpPr>
            <a:spLocks noGrp="1"/>
          </p:cNvSpPr>
          <p:nvPr>
            <p:ph/>
          </p:nvPr>
        </p:nvSpPr>
        <p:spPr>
          <a:xfrm>
            <a:off x="3952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B1389507-1EBF-4187-91D8-C7283AFE764A}"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4" name="PlaceHolder 2"/>
          <p:cNvSpPr>
            <a:spLocks noGrp="1"/>
          </p:cNvSpPr>
          <p:nvPr>
            <p:ph/>
          </p:nvPr>
        </p:nvSpPr>
        <p:spPr>
          <a:xfrm>
            <a:off x="3952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5"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6" name="PlaceHolder 4"/>
          <p:cNvSpPr>
            <a:spLocks noGrp="1"/>
          </p:cNvSpPr>
          <p:nvPr>
            <p:ph/>
          </p:nvPr>
        </p:nvSpPr>
        <p:spPr>
          <a:xfrm>
            <a:off x="46756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A0D8DEA-3B95-4E42-A8B0-42DBB740AB6C}"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8"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9"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30" name="PlaceHolder 4"/>
          <p:cNvSpPr>
            <a:spLocks noGrp="1"/>
          </p:cNvSpPr>
          <p:nvPr>
            <p:ph/>
          </p:nvPr>
        </p:nvSpPr>
        <p:spPr>
          <a:xfrm>
            <a:off x="395280" y="305208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ABBB764-8326-41FE-AA37-E56BD4736A33}"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2" name="PlaceHolder 2"/>
          <p:cNvSpPr>
            <a:spLocks noGrp="1"/>
          </p:cNvSpPr>
          <p:nvPr>
            <p:ph/>
          </p:nvPr>
        </p:nvSpPr>
        <p:spPr>
          <a:xfrm>
            <a:off x="395280" y="113184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33" name="PlaceHolder 3"/>
          <p:cNvSpPr>
            <a:spLocks noGrp="1"/>
          </p:cNvSpPr>
          <p:nvPr>
            <p:ph/>
          </p:nvPr>
        </p:nvSpPr>
        <p:spPr>
          <a:xfrm>
            <a:off x="395280" y="305208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B8F8EEEF-9138-4DE7-A851-D76266340C04}"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36"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37" name="PlaceHolder 4"/>
          <p:cNvSpPr>
            <a:spLocks noGrp="1"/>
          </p:cNvSpPr>
          <p:nvPr>
            <p:ph/>
          </p:nvPr>
        </p:nvSpPr>
        <p:spPr>
          <a:xfrm>
            <a:off x="3952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38" name="PlaceHolder 5"/>
          <p:cNvSpPr>
            <a:spLocks noGrp="1"/>
          </p:cNvSpPr>
          <p:nvPr>
            <p:ph/>
          </p:nvPr>
        </p:nvSpPr>
        <p:spPr>
          <a:xfrm>
            <a:off x="46756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8B77A07D-C036-4A69-B84E-5CD6F889A06A}"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0" name="PlaceHolder 2"/>
          <p:cNvSpPr>
            <a:spLocks noGrp="1"/>
          </p:cNvSpPr>
          <p:nvPr>
            <p:ph/>
          </p:nvPr>
        </p:nvSpPr>
        <p:spPr>
          <a:xfrm>
            <a:off x="39528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41" name="PlaceHolder 3"/>
          <p:cNvSpPr>
            <a:spLocks noGrp="1"/>
          </p:cNvSpPr>
          <p:nvPr>
            <p:ph/>
          </p:nvPr>
        </p:nvSpPr>
        <p:spPr>
          <a:xfrm>
            <a:off x="321984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42" name="PlaceHolder 4"/>
          <p:cNvSpPr>
            <a:spLocks noGrp="1"/>
          </p:cNvSpPr>
          <p:nvPr>
            <p:ph/>
          </p:nvPr>
        </p:nvSpPr>
        <p:spPr>
          <a:xfrm>
            <a:off x="604404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43" name="PlaceHolder 5"/>
          <p:cNvSpPr>
            <a:spLocks noGrp="1"/>
          </p:cNvSpPr>
          <p:nvPr>
            <p:ph/>
          </p:nvPr>
        </p:nvSpPr>
        <p:spPr>
          <a:xfrm>
            <a:off x="39528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44" name="PlaceHolder 6"/>
          <p:cNvSpPr>
            <a:spLocks noGrp="1"/>
          </p:cNvSpPr>
          <p:nvPr>
            <p:ph/>
          </p:nvPr>
        </p:nvSpPr>
        <p:spPr>
          <a:xfrm>
            <a:off x="321984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45" name="PlaceHolder 7"/>
          <p:cNvSpPr>
            <a:spLocks noGrp="1"/>
          </p:cNvSpPr>
          <p:nvPr>
            <p:ph/>
          </p:nvPr>
        </p:nvSpPr>
        <p:spPr>
          <a:xfrm>
            <a:off x="604404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DD9915F6-A5AD-4C52-8425-AB67F0129FB5}"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4E6E8A63-CABE-46B0-A088-E55A52794B16}"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3"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4" name="PlaceHolder 2"/>
          <p:cNvSpPr>
            <a:spLocks noGrp="1"/>
          </p:cNvSpPr>
          <p:nvPr>
            <p:ph type="subTitle"/>
          </p:nvPr>
        </p:nvSpPr>
        <p:spPr>
          <a:xfrm>
            <a:off x="395280" y="1131840"/>
            <a:ext cx="8353080" cy="3675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7F47FFF1-CC6D-44A7-A5FE-34F7251D38C5}"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395280" y="1131840"/>
            <a:ext cx="83530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7D823E7D-37C0-4653-9005-A324A5F86056}"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8" name="PlaceHolder 2"/>
          <p:cNvSpPr>
            <a:spLocks noGrp="1"/>
          </p:cNvSpPr>
          <p:nvPr>
            <p:ph/>
          </p:nvPr>
        </p:nvSpPr>
        <p:spPr>
          <a:xfrm>
            <a:off x="3952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59" name="PlaceHolder 3"/>
          <p:cNvSpPr>
            <a:spLocks noGrp="1"/>
          </p:cNvSpPr>
          <p:nvPr>
            <p:ph/>
          </p:nvPr>
        </p:nvSpPr>
        <p:spPr>
          <a:xfrm>
            <a:off x="46756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7D6785B7-2AAB-4898-A507-3452F13B9F2F}"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0"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9C545E4F-FCD9-4EF6-8790-069725765DA4}"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1" name="PlaceHolder 1"/>
          <p:cNvSpPr>
            <a:spLocks noGrp="1"/>
          </p:cNvSpPr>
          <p:nvPr>
            <p:ph type="subTitle"/>
          </p:nvPr>
        </p:nvSpPr>
        <p:spPr>
          <a:xfrm>
            <a:off x="403560" y="303120"/>
            <a:ext cx="7432200" cy="28332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E34A5A5E-40B5-4998-8970-CCE34E8BD9E1}"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3"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4" name="PlaceHolder 3"/>
          <p:cNvSpPr>
            <a:spLocks noGrp="1"/>
          </p:cNvSpPr>
          <p:nvPr>
            <p:ph/>
          </p:nvPr>
        </p:nvSpPr>
        <p:spPr>
          <a:xfrm>
            <a:off x="46756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5" name="PlaceHolder 4"/>
          <p:cNvSpPr>
            <a:spLocks noGrp="1"/>
          </p:cNvSpPr>
          <p:nvPr>
            <p:ph/>
          </p:nvPr>
        </p:nvSpPr>
        <p:spPr>
          <a:xfrm>
            <a:off x="3952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893AF39-B565-4644-9EB4-930048E3A884}"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7" name="PlaceHolder 2"/>
          <p:cNvSpPr>
            <a:spLocks noGrp="1"/>
          </p:cNvSpPr>
          <p:nvPr>
            <p:ph/>
          </p:nvPr>
        </p:nvSpPr>
        <p:spPr>
          <a:xfrm>
            <a:off x="3952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8"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9" name="PlaceHolder 4"/>
          <p:cNvSpPr>
            <a:spLocks noGrp="1"/>
          </p:cNvSpPr>
          <p:nvPr>
            <p:ph/>
          </p:nvPr>
        </p:nvSpPr>
        <p:spPr>
          <a:xfrm>
            <a:off x="46756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B1CCF6F-8DCE-4960-AA52-CEB2F1FC562E}"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72"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73" name="PlaceHolder 4"/>
          <p:cNvSpPr>
            <a:spLocks noGrp="1"/>
          </p:cNvSpPr>
          <p:nvPr>
            <p:ph/>
          </p:nvPr>
        </p:nvSpPr>
        <p:spPr>
          <a:xfrm>
            <a:off x="395280" y="305208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76847F32-058D-42F1-877E-4C0D5AFBE1CF}"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5" name="PlaceHolder 2"/>
          <p:cNvSpPr>
            <a:spLocks noGrp="1"/>
          </p:cNvSpPr>
          <p:nvPr>
            <p:ph/>
          </p:nvPr>
        </p:nvSpPr>
        <p:spPr>
          <a:xfrm>
            <a:off x="395280" y="113184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76" name="PlaceHolder 3"/>
          <p:cNvSpPr>
            <a:spLocks noGrp="1"/>
          </p:cNvSpPr>
          <p:nvPr>
            <p:ph/>
          </p:nvPr>
        </p:nvSpPr>
        <p:spPr>
          <a:xfrm>
            <a:off x="395280" y="305208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10643616-3AD5-40D3-B41A-3BE0A4A5096E}"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8"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79"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80" name="PlaceHolder 4"/>
          <p:cNvSpPr>
            <a:spLocks noGrp="1"/>
          </p:cNvSpPr>
          <p:nvPr>
            <p:ph/>
          </p:nvPr>
        </p:nvSpPr>
        <p:spPr>
          <a:xfrm>
            <a:off x="3952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81" name="PlaceHolder 5"/>
          <p:cNvSpPr>
            <a:spLocks noGrp="1"/>
          </p:cNvSpPr>
          <p:nvPr>
            <p:ph/>
          </p:nvPr>
        </p:nvSpPr>
        <p:spPr>
          <a:xfrm>
            <a:off x="46756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D37C6244-0B83-4671-A007-F6B6BE250581}"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3" name="PlaceHolder 2"/>
          <p:cNvSpPr>
            <a:spLocks noGrp="1"/>
          </p:cNvSpPr>
          <p:nvPr>
            <p:ph/>
          </p:nvPr>
        </p:nvSpPr>
        <p:spPr>
          <a:xfrm>
            <a:off x="39528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84" name="PlaceHolder 3"/>
          <p:cNvSpPr>
            <a:spLocks noGrp="1"/>
          </p:cNvSpPr>
          <p:nvPr>
            <p:ph/>
          </p:nvPr>
        </p:nvSpPr>
        <p:spPr>
          <a:xfrm>
            <a:off x="321984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85" name="PlaceHolder 4"/>
          <p:cNvSpPr>
            <a:spLocks noGrp="1"/>
          </p:cNvSpPr>
          <p:nvPr>
            <p:ph/>
          </p:nvPr>
        </p:nvSpPr>
        <p:spPr>
          <a:xfrm>
            <a:off x="604404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86" name="PlaceHolder 5"/>
          <p:cNvSpPr>
            <a:spLocks noGrp="1"/>
          </p:cNvSpPr>
          <p:nvPr>
            <p:ph/>
          </p:nvPr>
        </p:nvSpPr>
        <p:spPr>
          <a:xfrm>
            <a:off x="39528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87" name="PlaceHolder 6"/>
          <p:cNvSpPr>
            <a:spLocks noGrp="1"/>
          </p:cNvSpPr>
          <p:nvPr>
            <p:ph/>
          </p:nvPr>
        </p:nvSpPr>
        <p:spPr>
          <a:xfrm>
            <a:off x="321984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88" name="PlaceHolder 7"/>
          <p:cNvSpPr>
            <a:spLocks noGrp="1"/>
          </p:cNvSpPr>
          <p:nvPr>
            <p:ph/>
          </p:nvPr>
        </p:nvSpPr>
        <p:spPr>
          <a:xfrm>
            <a:off x="604404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755F9227-E4F3-4DA1-AC82-433943FDC00B}" type="slidenum">
              <a:t>&lt;#&gt;</a:t>
            </a:fld>
          </a:p>
        </p:txBody>
      </p:sp>
      <p:sp>
        <p:nvSpPr>
          <p:cNvPr id="11" name="PlaceHolder 10"/>
          <p:cNvSpPr>
            <a:spLocks noGrp="1"/>
          </p:cNvSpPr>
          <p:nvPr>
            <p:ph type="dt" idx="4"/>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9CB67C86-7106-423D-9751-72C799989302}"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8"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99" name="PlaceHolder 2"/>
          <p:cNvSpPr>
            <a:spLocks noGrp="1"/>
          </p:cNvSpPr>
          <p:nvPr>
            <p:ph type="subTitle"/>
          </p:nvPr>
        </p:nvSpPr>
        <p:spPr>
          <a:xfrm>
            <a:off x="395280" y="1131840"/>
            <a:ext cx="8353080" cy="3675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31CF1469-F9AD-4FA1-8F55-4644A68A6073}"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1" name="PlaceHolder 2"/>
          <p:cNvSpPr>
            <a:spLocks noGrp="1"/>
          </p:cNvSpPr>
          <p:nvPr>
            <p:ph/>
          </p:nvPr>
        </p:nvSpPr>
        <p:spPr>
          <a:xfrm>
            <a:off x="395280" y="1131840"/>
            <a:ext cx="83530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02B77CA8-4CF1-4F4D-9400-059A809920CF}"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3" name="PlaceHolder 2"/>
          <p:cNvSpPr>
            <a:spLocks noGrp="1"/>
          </p:cNvSpPr>
          <p:nvPr>
            <p:ph/>
          </p:nvPr>
        </p:nvSpPr>
        <p:spPr>
          <a:xfrm>
            <a:off x="3952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04" name="PlaceHolder 3"/>
          <p:cNvSpPr>
            <a:spLocks noGrp="1"/>
          </p:cNvSpPr>
          <p:nvPr>
            <p:ph/>
          </p:nvPr>
        </p:nvSpPr>
        <p:spPr>
          <a:xfrm>
            <a:off x="46756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63E44839-ED08-4FDE-A8F5-DB654C6AA27E}"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5"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2E067CA1-0E79-490D-BB52-CF86FAC2E2F7}"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6" name="PlaceHolder 1"/>
          <p:cNvSpPr>
            <a:spLocks noGrp="1"/>
          </p:cNvSpPr>
          <p:nvPr>
            <p:ph type="subTitle"/>
          </p:nvPr>
        </p:nvSpPr>
        <p:spPr>
          <a:xfrm>
            <a:off x="403560" y="303120"/>
            <a:ext cx="7432200" cy="28332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81BF4A7E-0AA9-4652-83C2-3B0DEC058D5B}"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8"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09" name="PlaceHolder 3"/>
          <p:cNvSpPr>
            <a:spLocks noGrp="1"/>
          </p:cNvSpPr>
          <p:nvPr>
            <p:ph/>
          </p:nvPr>
        </p:nvSpPr>
        <p:spPr>
          <a:xfrm>
            <a:off x="46756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10" name="PlaceHolder 4"/>
          <p:cNvSpPr>
            <a:spLocks noGrp="1"/>
          </p:cNvSpPr>
          <p:nvPr>
            <p:ph/>
          </p:nvPr>
        </p:nvSpPr>
        <p:spPr>
          <a:xfrm>
            <a:off x="3952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1E2FC11-09E8-4F6B-A599-BEA6E63EB1E9}"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12" name="PlaceHolder 2"/>
          <p:cNvSpPr>
            <a:spLocks noGrp="1"/>
          </p:cNvSpPr>
          <p:nvPr>
            <p:ph/>
          </p:nvPr>
        </p:nvSpPr>
        <p:spPr>
          <a:xfrm>
            <a:off x="3952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13"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14" name="PlaceHolder 4"/>
          <p:cNvSpPr>
            <a:spLocks noGrp="1"/>
          </p:cNvSpPr>
          <p:nvPr>
            <p:ph/>
          </p:nvPr>
        </p:nvSpPr>
        <p:spPr>
          <a:xfrm>
            <a:off x="46756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405A4C27-EDD2-48B9-A93B-5A34031E3569}"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16"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17"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18" name="PlaceHolder 4"/>
          <p:cNvSpPr>
            <a:spLocks noGrp="1"/>
          </p:cNvSpPr>
          <p:nvPr>
            <p:ph/>
          </p:nvPr>
        </p:nvSpPr>
        <p:spPr>
          <a:xfrm>
            <a:off x="395280" y="305208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F4690D84-D63D-4146-9B3A-9B290CB5211A}"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0" name="PlaceHolder 2"/>
          <p:cNvSpPr>
            <a:spLocks noGrp="1"/>
          </p:cNvSpPr>
          <p:nvPr>
            <p:ph/>
          </p:nvPr>
        </p:nvSpPr>
        <p:spPr>
          <a:xfrm>
            <a:off x="395280" y="113184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21" name="PlaceHolder 3"/>
          <p:cNvSpPr>
            <a:spLocks noGrp="1"/>
          </p:cNvSpPr>
          <p:nvPr>
            <p:ph/>
          </p:nvPr>
        </p:nvSpPr>
        <p:spPr>
          <a:xfrm>
            <a:off x="395280" y="305208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3F23534A-3458-4B85-AAFF-CAAF6B53EDF1}"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3"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24"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25" name="PlaceHolder 4"/>
          <p:cNvSpPr>
            <a:spLocks noGrp="1"/>
          </p:cNvSpPr>
          <p:nvPr>
            <p:ph/>
          </p:nvPr>
        </p:nvSpPr>
        <p:spPr>
          <a:xfrm>
            <a:off x="3952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26" name="PlaceHolder 5"/>
          <p:cNvSpPr>
            <a:spLocks noGrp="1"/>
          </p:cNvSpPr>
          <p:nvPr>
            <p:ph/>
          </p:nvPr>
        </p:nvSpPr>
        <p:spPr>
          <a:xfrm>
            <a:off x="46756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AA5E06AC-6077-4B04-B5FF-BE343999C0EB}" type="slidenum">
              <a:t>&lt;#&gt;</a:t>
            </a:fld>
          </a:p>
        </p:txBody>
      </p:sp>
      <p:sp>
        <p:nvSpPr>
          <p:cNvPr id="9" name="PlaceHolder 8"/>
          <p:cNvSpPr>
            <a:spLocks noGrp="1"/>
          </p:cNvSpPr>
          <p:nvPr>
            <p:ph type="dt" idx="7"/>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8" name="PlaceHolder 2"/>
          <p:cNvSpPr>
            <a:spLocks noGrp="1"/>
          </p:cNvSpPr>
          <p:nvPr>
            <p:ph/>
          </p:nvPr>
        </p:nvSpPr>
        <p:spPr>
          <a:xfrm>
            <a:off x="39528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29" name="PlaceHolder 3"/>
          <p:cNvSpPr>
            <a:spLocks noGrp="1"/>
          </p:cNvSpPr>
          <p:nvPr>
            <p:ph/>
          </p:nvPr>
        </p:nvSpPr>
        <p:spPr>
          <a:xfrm>
            <a:off x="321984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30" name="PlaceHolder 4"/>
          <p:cNvSpPr>
            <a:spLocks noGrp="1"/>
          </p:cNvSpPr>
          <p:nvPr>
            <p:ph/>
          </p:nvPr>
        </p:nvSpPr>
        <p:spPr>
          <a:xfrm>
            <a:off x="604404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31" name="PlaceHolder 5"/>
          <p:cNvSpPr>
            <a:spLocks noGrp="1"/>
          </p:cNvSpPr>
          <p:nvPr>
            <p:ph/>
          </p:nvPr>
        </p:nvSpPr>
        <p:spPr>
          <a:xfrm>
            <a:off x="39528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32" name="PlaceHolder 6"/>
          <p:cNvSpPr>
            <a:spLocks noGrp="1"/>
          </p:cNvSpPr>
          <p:nvPr>
            <p:ph/>
          </p:nvPr>
        </p:nvSpPr>
        <p:spPr>
          <a:xfrm>
            <a:off x="321984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33" name="PlaceHolder 7"/>
          <p:cNvSpPr>
            <a:spLocks noGrp="1"/>
          </p:cNvSpPr>
          <p:nvPr>
            <p:ph/>
          </p:nvPr>
        </p:nvSpPr>
        <p:spPr>
          <a:xfrm>
            <a:off x="604404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BF892DAD-5BD7-42E9-9BEF-127CE6B628D0}" type="slidenum">
              <a:t>&lt;#&gt;</a:t>
            </a:fld>
          </a:p>
        </p:txBody>
      </p:sp>
      <p:sp>
        <p:nvSpPr>
          <p:cNvPr id="11" name="PlaceHolder 10"/>
          <p:cNvSpPr>
            <a:spLocks noGrp="1"/>
          </p:cNvSpPr>
          <p:nvPr>
            <p:ph type="dt" idx="7"/>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555F8E5F-CCE0-4664-A3F1-04DEC335A29C}"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3"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44" name="PlaceHolder 2"/>
          <p:cNvSpPr>
            <a:spLocks noGrp="1"/>
          </p:cNvSpPr>
          <p:nvPr>
            <p:ph type="subTitle"/>
          </p:nvPr>
        </p:nvSpPr>
        <p:spPr>
          <a:xfrm>
            <a:off x="395280" y="1131840"/>
            <a:ext cx="8353080" cy="3675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036AF3CD-7B02-413B-A816-EEF2FB8893D3}"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46" name="PlaceHolder 2"/>
          <p:cNvSpPr>
            <a:spLocks noGrp="1"/>
          </p:cNvSpPr>
          <p:nvPr>
            <p:ph/>
          </p:nvPr>
        </p:nvSpPr>
        <p:spPr>
          <a:xfrm>
            <a:off x="395280" y="1131840"/>
            <a:ext cx="83530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34B92CBF-227C-43ED-9BEC-E38A94B92ADB}"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48" name="PlaceHolder 2"/>
          <p:cNvSpPr>
            <a:spLocks noGrp="1"/>
          </p:cNvSpPr>
          <p:nvPr>
            <p:ph/>
          </p:nvPr>
        </p:nvSpPr>
        <p:spPr>
          <a:xfrm>
            <a:off x="3952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49" name="PlaceHolder 3"/>
          <p:cNvSpPr>
            <a:spLocks noGrp="1"/>
          </p:cNvSpPr>
          <p:nvPr>
            <p:ph/>
          </p:nvPr>
        </p:nvSpPr>
        <p:spPr>
          <a:xfrm>
            <a:off x="46756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CA573A7B-D09D-4207-A752-989A33DBA16A}"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0"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9195AB79-039B-4AA0-9296-3C1DD198C9F1}"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1" name="PlaceHolder 1"/>
          <p:cNvSpPr>
            <a:spLocks noGrp="1"/>
          </p:cNvSpPr>
          <p:nvPr>
            <p:ph type="subTitle"/>
          </p:nvPr>
        </p:nvSpPr>
        <p:spPr>
          <a:xfrm>
            <a:off x="403560" y="303120"/>
            <a:ext cx="7432200" cy="28332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E806221-0D58-4E69-B876-62C50276FDF2}"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3"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54" name="PlaceHolder 3"/>
          <p:cNvSpPr>
            <a:spLocks noGrp="1"/>
          </p:cNvSpPr>
          <p:nvPr>
            <p:ph/>
          </p:nvPr>
        </p:nvSpPr>
        <p:spPr>
          <a:xfrm>
            <a:off x="46756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55" name="PlaceHolder 4"/>
          <p:cNvSpPr>
            <a:spLocks noGrp="1"/>
          </p:cNvSpPr>
          <p:nvPr>
            <p:ph/>
          </p:nvPr>
        </p:nvSpPr>
        <p:spPr>
          <a:xfrm>
            <a:off x="3952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9E9734C8-9823-4D27-B6C8-C7B8D306954B}"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7" name="PlaceHolder 2"/>
          <p:cNvSpPr>
            <a:spLocks noGrp="1"/>
          </p:cNvSpPr>
          <p:nvPr>
            <p:ph/>
          </p:nvPr>
        </p:nvSpPr>
        <p:spPr>
          <a:xfrm>
            <a:off x="3952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58"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59" name="PlaceHolder 4"/>
          <p:cNvSpPr>
            <a:spLocks noGrp="1"/>
          </p:cNvSpPr>
          <p:nvPr>
            <p:ph/>
          </p:nvPr>
        </p:nvSpPr>
        <p:spPr>
          <a:xfrm>
            <a:off x="46756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C185FE6-8DBF-4DA1-9E6D-2BDC4BCCE3E4}"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61"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62"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63" name="PlaceHolder 4"/>
          <p:cNvSpPr>
            <a:spLocks noGrp="1"/>
          </p:cNvSpPr>
          <p:nvPr>
            <p:ph/>
          </p:nvPr>
        </p:nvSpPr>
        <p:spPr>
          <a:xfrm>
            <a:off x="395280" y="305208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3AF58C44-BAC1-4677-A446-9AFA356A39F2}"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65" name="PlaceHolder 2"/>
          <p:cNvSpPr>
            <a:spLocks noGrp="1"/>
          </p:cNvSpPr>
          <p:nvPr>
            <p:ph/>
          </p:nvPr>
        </p:nvSpPr>
        <p:spPr>
          <a:xfrm>
            <a:off x="395280" y="113184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66" name="PlaceHolder 3"/>
          <p:cNvSpPr>
            <a:spLocks noGrp="1"/>
          </p:cNvSpPr>
          <p:nvPr>
            <p:ph/>
          </p:nvPr>
        </p:nvSpPr>
        <p:spPr>
          <a:xfrm>
            <a:off x="395280" y="305208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DF8FC353-E9E0-46DE-9C11-B52F25BAF7D4}"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68"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69"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70" name="PlaceHolder 4"/>
          <p:cNvSpPr>
            <a:spLocks noGrp="1"/>
          </p:cNvSpPr>
          <p:nvPr>
            <p:ph/>
          </p:nvPr>
        </p:nvSpPr>
        <p:spPr>
          <a:xfrm>
            <a:off x="3952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71" name="PlaceHolder 5"/>
          <p:cNvSpPr>
            <a:spLocks noGrp="1"/>
          </p:cNvSpPr>
          <p:nvPr>
            <p:ph/>
          </p:nvPr>
        </p:nvSpPr>
        <p:spPr>
          <a:xfrm>
            <a:off x="46756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DF7EF591-3235-42E1-A2E8-36B0492775BB}" type="slidenum">
              <a:t>&lt;#&gt;</a:t>
            </a:fld>
          </a:p>
        </p:txBody>
      </p:sp>
      <p:sp>
        <p:nvSpPr>
          <p:cNvPr id="9" name="PlaceHolder 8"/>
          <p:cNvSpPr>
            <a:spLocks noGrp="1"/>
          </p:cNvSpPr>
          <p:nvPr>
            <p:ph type="dt" idx="10"/>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73" name="PlaceHolder 2"/>
          <p:cNvSpPr>
            <a:spLocks noGrp="1"/>
          </p:cNvSpPr>
          <p:nvPr>
            <p:ph/>
          </p:nvPr>
        </p:nvSpPr>
        <p:spPr>
          <a:xfrm>
            <a:off x="39528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74" name="PlaceHolder 3"/>
          <p:cNvSpPr>
            <a:spLocks noGrp="1"/>
          </p:cNvSpPr>
          <p:nvPr>
            <p:ph/>
          </p:nvPr>
        </p:nvSpPr>
        <p:spPr>
          <a:xfrm>
            <a:off x="321984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75" name="PlaceHolder 4"/>
          <p:cNvSpPr>
            <a:spLocks noGrp="1"/>
          </p:cNvSpPr>
          <p:nvPr>
            <p:ph/>
          </p:nvPr>
        </p:nvSpPr>
        <p:spPr>
          <a:xfrm>
            <a:off x="604404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76" name="PlaceHolder 5"/>
          <p:cNvSpPr>
            <a:spLocks noGrp="1"/>
          </p:cNvSpPr>
          <p:nvPr>
            <p:ph/>
          </p:nvPr>
        </p:nvSpPr>
        <p:spPr>
          <a:xfrm>
            <a:off x="39528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77" name="PlaceHolder 6"/>
          <p:cNvSpPr>
            <a:spLocks noGrp="1"/>
          </p:cNvSpPr>
          <p:nvPr>
            <p:ph/>
          </p:nvPr>
        </p:nvSpPr>
        <p:spPr>
          <a:xfrm>
            <a:off x="321984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78" name="PlaceHolder 7"/>
          <p:cNvSpPr>
            <a:spLocks noGrp="1"/>
          </p:cNvSpPr>
          <p:nvPr>
            <p:ph/>
          </p:nvPr>
        </p:nvSpPr>
        <p:spPr>
          <a:xfrm>
            <a:off x="604404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5C562C89-9AF0-4DB2-B825-7615A36464B9}" type="slidenum">
              <a:t>&lt;#&gt;</a:t>
            </a:fld>
          </a:p>
        </p:txBody>
      </p:sp>
      <p:sp>
        <p:nvSpPr>
          <p:cNvPr id="11" name="PlaceHolder 10"/>
          <p:cNvSpPr>
            <a:spLocks noGrp="1"/>
          </p:cNvSpPr>
          <p:nvPr>
            <p:ph type="dt" idx="10"/>
          </p:nvPr>
        </p:nvSpPr>
        <p:spPr/>
        <p:txBody>
          <a:bodyPr/>
          <a:p>
            <a:r>
              <a:rPr lang="en-US"/>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943B1A9A-8EA8-4DEB-BA15-E06A8F869254}"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87"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88" name="PlaceHolder 2"/>
          <p:cNvSpPr>
            <a:spLocks noGrp="1"/>
          </p:cNvSpPr>
          <p:nvPr>
            <p:ph type="subTitle"/>
          </p:nvPr>
        </p:nvSpPr>
        <p:spPr>
          <a:xfrm>
            <a:off x="395280" y="1131840"/>
            <a:ext cx="8353080" cy="3675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4B85CAB1-C122-4C2A-8031-684F4977C3C5}" type="slidenum">
              <a:t>&lt;#&gt;</a:t>
            </a:fld>
          </a:p>
        </p:txBody>
      </p:sp>
      <p:sp>
        <p:nvSpPr>
          <p:cNvPr id="6" name="PlaceHolder 5"/>
          <p:cNvSpPr>
            <a:spLocks noGrp="1"/>
          </p:cNvSpPr>
          <p:nvPr>
            <p:ph type="dt" idx="13"/>
          </p:nvPr>
        </p:nvSpPr>
        <p:spPr/>
        <p:txBody>
          <a:bodyPr/>
          <a:p>
            <a:r>
              <a:rPr lang="en-US"/>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89"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0" name="PlaceHolder 2"/>
          <p:cNvSpPr>
            <a:spLocks noGrp="1"/>
          </p:cNvSpPr>
          <p:nvPr>
            <p:ph/>
          </p:nvPr>
        </p:nvSpPr>
        <p:spPr>
          <a:xfrm>
            <a:off x="395280" y="1131840"/>
            <a:ext cx="83530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9E8E4414-660D-4A2F-B4E4-1B606CC10AC5}" type="slidenum">
              <a:t>&lt;#&gt;</a:t>
            </a:fld>
          </a:p>
        </p:txBody>
      </p:sp>
      <p:sp>
        <p:nvSpPr>
          <p:cNvPr id="6" name="PlaceHolder 5"/>
          <p:cNvSpPr>
            <a:spLocks noGrp="1"/>
          </p:cNvSpPr>
          <p:nvPr>
            <p:ph type="dt" idx="13"/>
          </p:nvPr>
        </p:nvSpPr>
        <p:spPr/>
        <p:txBody>
          <a:bodyPr/>
          <a:p>
            <a:r>
              <a:rPr lang="en-US"/>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2" name="PlaceHolder 2"/>
          <p:cNvSpPr>
            <a:spLocks noGrp="1"/>
          </p:cNvSpPr>
          <p:nvPr>
            <p:ph/>
          </p:nvPr>
        </p:nvSpPr>
        <p:spPr>
          <a:xfrm>
            <a:off x="3952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93" name="PlaceHolder 3"/>
          <p:cNvSpPr>
            <a:spLocks noGrp="1"/>
          </p:cNvSpPr>
          <p:nvPr>
            <p:ph/>
          </p:nvPr>
        </p:nvSpPr>
        <p:spPr>
          <a:xfrm>
            <a:off x="46756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BA107BCC-32C5-4C0F-B525-2BE77D49CA7C}" type="slidenum">
              <a:t>&lt;#&gt;</a:t>
            </a:fld>
          </a:p>
        </p:txBody>
      </p:sp>
      <p:sp>
        <p:nvSpPr>
          <p:cNvPr id="7" name="PlaceHolder 6"/>
          <p:cNvSpPr>
            <a:spLocks noGrp="1"/>
          </p:cNvSpPr>
          <p:nvPr>
            <p:ph type="dt" idx="13"/>
          </p:nvPr>
        </p:nvSpPr>
        <p:spPr/>
        <p:txBody>
          <a:bodyPr/>
          <a:p>
            <a:r>
              <a:rPr lang="en-US"/>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94"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5029099D-DDB5-47FF-89BB-B7CC8283BFF8}" type="slidenum">
              <a:t>&lt;#&gt;</a:t>
            </a:fld>
          </a:p>
        </p:txBody>
      </p:sp>
      <p:sp>
        <p:nvSpPr>
          <p:cNvPr id="5" name="PlaceHolder 4"/>
          <p:cNvSpPr>
            <a:spLocks noGrp="1"/>
          </p:cNvSpPr>
          <p:nvPr>
            <p:ph type="dt" idx="13"/>
          </p:nvPr>
        </p:nvSpPr>
        <p:spPr/>
        <p:txBody>
          <a:bodyPr/>
          <a:p>
            <a:r>
              <a:rPr lang="en-US"/>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5" name="PlaceHolder 1"/>
          <p:cNvSpPr>
            <a:spLocks noGrp="1"/>
          </p:cNvSpPr>
          <p:nvPr>
            <p:ph type="subTitle"/>
          </p:nvPr>
        </p:nvSpPr>
        <p:spPr>
          <a:xfrm>
            <a:off x="403560" y="303120"/>
            <a:ext cx="7432200" cy="28332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4F7EB779-E44F-470B-8A27-85CF18582472}" type="slidenum">
              <a:t>&lt;#&gt;</a:t>
            </a:fld>
          </a:p>
        </p:txBody>
      </p:sp>
      <p:sp>
        <p:nvSpPr>
          <p:cNvPr id="5" name="PlaceHolder 4"/>
          <p:cNvSpPr>
            <a:spLocks noGrp="1"/>
          </p:cNvSpPr>
          <p:nvPr>
            <p:ph type="dt" idx="13"/>
          </p:nvPr>
        </p:nvSpPr>
        <p:spPr/>
        <p:txBody>
          <a:bodyPr/>
          <a:p>
            <a:r>
              <a:rPr lang="en-US"/>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7"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98" name="PlaceHolder 3"/>
          <p:cNvSpPr>
            <a:spLocks noGrp="1"/>
          </p:cNvSpPr>
          <p:nvPr>
            <p:ph/>
          </p:nvPr>
        </p:nvSpPr>
        <p:spPr>
          <a:xfrm>
            <a:off x="46756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199" name="PlaceHolder 4"/>
          <p:cNvSpPr>
            <a:spLocks noGrp="1"/>
          </p:cNvSpPr>
          <p:nvPr>
            <p:ph/>
          </p:nvPr>
        </p:nvSpPr>
        <p:spPr>
          <a:xfrm>
            <a:off x="3952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3AF0D00D-4B18-40FF-A60C-4DF136130738}" type="slidenum">
              <a:t>&lt;#&gt;</a:t>
            </a:fld>
          </a:p>
        </p:txBody>
      </p:sp>
      <p:sp>
        <p:nvSpPr>
          <p:cNvPr id="8" name="PlaceHolder 7"/>
          <p:cNvSpPr>
            <a:spLocks noGrp="1"/>
          </p:cNvSpPr>
          <p:nvPr>
            <p:ph type="dt" idx="13"/>
          </p:nvPr>
        </p:nvSpPr>
        <p:spPr/>
        <p:txBody>
          <a:bodyPr/>
          <a:p>
            <a:r>
              <a:rPr lang="en-US"/>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01" name="PlaceHolder 2"/>
          <p:cNvSpPr>
            <a:spLocks noGrp="1"/>
          </p:cNvSpPr>
          <p:nvPr>
            <p:ph/>
          </p:nvPr>
        </p:nvSpPr>
        <p:spPr>
          <a:xfrm>
            <a:off x="395280" y="1131840"/>
            <a:ext cx="40762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02"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03" name="PlaceHolder 4"/>
          <p:cNvSpPr>
            <a:spLocks noGrp="1"/>
          </p:cNvSpPr>
          <p:nvPr>
            <p:ph/>
          </p:nvPr>
        </p:nvSpPr>
        <p:spPr>
          <a:xfrm>
            <a:off x="46756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ABBDC0DB-9D40-407B-86B3-4A8F4D579D55}" type="slidenum">
              <a:t>&lt;#&gt;</a:t>
            </a:fld>
          </a:p>
        </p:txBody>
      </p:sp>
      <p:sp>
        <p:nvSpPr>
          <p:cNvPr id="8" name="PlaceHolder 7"/>
          <p:cNvSpPr>
            <a:spLocks noGrp="1"/>
          </p:cNvSpPr>
          <p:nvPr>
            <p:ph type="dt" idx="13"/>
          </p:nvPr>
        </p:nvSpPr>
        <p:spPr/>
        <p:txBody>
          <a:bodyPr/>
          <a:p>
            <a:r>
              <a:rPr lang="en-US"/>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05"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06"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07" name="PlaceHolder 4"/>
          <p:cNvSpPr>
            <a:spLocks noGrp="1"/>
          </p:cNvSpPr>
          <p:nvPr>
            <p:ph/>
          </p:nvPr>
        </p:nvSpPr>
        <p:spPr>
          <a:xfrm>
            <a:off x="395280" y="305208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50355B55-8E67-4EF0-8269-F698D418A930}" type="slidenum">
              <a:t>&lt;#&gt;</a:t>
            </a:fld>
          </a:p>
        </p:txBody>
      </p:sp>
      <p:sp>
        <p:nvSpPr>
          <p:cNvPr id="8" name="PlaceHolder 7"/>
          <p:cNvSpPr>
            <a:spLocks noGrp="1"/>
          </p:cNvSpPr>
          <p:nvPr>
            <p:ph type="dt" idx="13"/>
          </p:nvPr>
        </p:nvSpPr>
        <p:spPr/>
        <p:txBody>
          <a:bodyPr/>
          <a:p>
            <a:r>
              <a:rPr lang="en-US"/>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09" name="PlaceHolder 2"/>
          <p:cNvSpPr>
            <a:spLocks noGrp="1"/>
          </p:cNvSpPr>
          <p:nvPr>
            <p:ph/>
          </p:nvPr>
        </p:nvSpPr>
        <p:spPr>
          <a:xfrm>
            <a:off x="395280" y="113184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10" name="PlaceHolder 3"/>
          <p:cNvSpPr>
            <a:spLocks noGrp="1"/>
          </p:cNvSpPr>
          <p:nvPr>
            <p:ph/>
          </p:nvPr>
        </p:nvSpPr>
        <p:spPr>
          <a:xfrm>
            <a:off x="395280" y="3052080"/>
            <a:ext cx="83530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F9582C55-C2D1-4FA9-B165-A00EA0617492}" type="slidenum">
              <a:t>&lt;#&gt;</a:t>
            </a:fld>
          </a:p>
        </p:txBody>
      </p:sp>
      <p:sp>
        <p:nvSpPr>
          <p:cNvPr id="7" name="PlaceHolder 6"/>
          <p:cNvSpPr>
            <a:spLocks noGrp="1"/>
          </p:cNvSpPr>
          <p:nvPr>
            <p:ph type="dt" idx="13"/>
          </p:nvPr>
        </p:nvSpPr>
        <p:spPr/>
        <p:txBody>
          <a:bodyPr/>
          <a:p>
            <a:r>
              <a:rPr lang="en-US"/>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12" name="PlaceHolder 2"/>
          <p:cNvSpPr>
            <a:spLocks noGrp="1"/>
          </p:cNvSpPr>
          <p:nvPr>
            <p:ph/>
          </p:nvPr>
        </p:nvSpPr>
        <p:spPr>
          <a:xfrm>
            <a:off x="3952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13" name="PlaceHolder 3"/>
          <p:cNvSpPr>
            <a:spLocks noGrp="1"/>
          </p:cNvSpPr>
          <p:nvPr>
            <p:ph/>
          </p:nvPr>
        </p:nvSpPr>
        <p:spPr>
          <a:xfrm>
            <a:off x="4675680" y="113184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14" name="PlaceHolder 4"/>
          <p:cNvSpPr>
            <a:spLocks noGrp="1"/>
          </p:cNvSpPr>
          <p:nvPr>
            <p:ph/>
          </p:nvPr>
        </p:nvSpPr>
        <p:spPr>
          <a:xfrm>
            <a:off x="3952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15" name="PlaceHolder 5"/>
          <p:cNvSpPr>
            <a:spLocks noGrp="1"/>
          </p:cNvSpPr>
          <p:nvPr>
            <p:ph/>
          </p:nvPr>
        </p:nvSpPr>
        <p:spPr>
          <a:xfrm>
            <a:off x="4675680" y="3052080"/>
            <a:ext cx="407628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83871296-874B-4541-8F02-DE3F655D7ECC}" type="slidenum">
              <a:t>&lt;#&gt;</a:t>
            </a:fld>
          </a:p>
        </p:txBody>
      </p:sp>
      <p:sp>
        <p:nvSpPr>
          <p:cNvPr id="9" name="PlaceHolder 8"/>
          <p:cNvSpPr>
            <a:spLocks noGrp="1"/>
          </p:cNvSpPr>
          <p:nvPr>
            <p:ph type="dt" idx="13"/>
          </p:nvPr>
        </p:nvSpPr>
        <p:spPr/>
        <p:txBody>
          <a:bodyPr/>
          <a:p>
            <a:r>
              <a:rPr lang="en-US"/>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16" name="PlaceHolder 1"/>
          <p:cNvSpPr>
            <a:spLocks noGrp="1"/>
          </p:cNvSpPr>
          <p:nvPr>
            <p:ph type="title"/>
          </p:nvPr>
        </p:nvSpPr>
        <p:spPr>
          <a:xfrm>
            <a:off x="403560" y="303120"/>
            <a:ext cx="7432200" cy="6109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17" name="PlaceHolder 2"/>
          <p:cNvSpPr>
            <a:spLocks noGrp="1"/>
          </p:cNvSpPr>
          <p:nvPr>
            <p:ph/>
          </p:nvPr>
        </p:nvSpPr>
        <p:spPr>
          <a:xfrm>
            <a:off x="39528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18" name="PlaceHolder 3"/>
          <p:cNvSpPr>
            <a:spLocks noGrp="1"/>
          </p:cNvSpPr>
          <p:nvPr>
            <p:ph/>
          </p:nvPr>
        </p:nvSpPr>
        <p:spPr>
          <a:xfrm>
            <a:off x="321984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19" name="PlaceHolder 4"/>
          <p:cNvSpPr>
            <a:spLocks noGrp="1"/>
          </p:cNvSpPr>
          <p:nvPr>
            <p:ph/>
          </p:nvPr>
        </p:nvSpPr>
        <p:spPr>
          <a:xfrm>
            <a:off x="6044040" y="113184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20" name="PlaceHolder 5"/>
          <p:cNvSpPr>
            <a:spLocks noGrp="1"/>
          </p:cNvSpPr>
          <p:nvPr>
            <p:ph/>
          </p:nvPr>
        </p:nvSpPr>
        <p:spPr>
          <a:xfrm>
            <a:off x="39528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21" name="PlaceHolder 6"/>
          <p:cNvSpPr>
            <a:spLocks noGrp="1"/>
          </p:cNvSpPr>
          <p:nvPr>
            <p:ph/>
          </p:nvPr>
        </p:nvSpPr>
        <p:spPr>
          <a:xfrm>
            <a:off x="321984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222" name="PlaceHolder 7"/>
          <p:cNvSpPr>
            <a:spLocks noGrp="1"/>
          </p:cNvSpPr>
          <p:nvPr>
            <p:ph/>
          </p:nvPr>
        </p:nvSpPr>
        <p:spPr>
          <a:xfrm>
            <a:off x="6044040" y="3052080"/>
            <a:ext cx="2689560" cy="1753200"/>
          </a:xfrm>
          <a:prstGeom prst="rect">
            <a:avLst/>
          </a:prstGeom>
          <a:noFill/>
          <a:ln w="0">
            <a:noFill/>
          </a:ln>
        </p:spPr>
        <p:txBody>
          <a:bodyPr lIns="0" rIns="0" tIns="0" bIns="0" anchor="t">
            <a:normAutofit/>
          </a:bodyPr>
          <a:p>
            <a:endParaRPr b="0" lang="en-US" sz="1800" spc="-1" strike="noStrike">
              <a:solidFill>
                <a:srgbClr val="000000"/>
              </a:solidFill>
              <a:latin typeface="Calibr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65DF64FC-8CD6-4B4E-A06D-CBAFD67FB91F}" type="slidenum">
              <a:t>&lt;#&gt;</a:t>
            </a:fld>
          </a:p>
        </p:txBody>
      </p:sp>
      <p:sp>
        <p:nvSpPr>
          <p:cNvPr id="11" name="PlaceHolder 10"/>
          <p:cNvSpPr>
            <a:spLocks noGrp="1"/>
          </p:cNvSpPr>
          <p:nvPr>
            <p:ph type="dt" idx="1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hteck 11"/>
          <p:cNvSpPr/>
          <p:nvPr/>
        </p:nvSpPr>
        <p:spPr>
          <a:xfrm>
            <a:off x="395280" y="1136520"/>
            <a:ext cx="8353080" cy="3671640"/>
          </a:xfrm>
          <a:prstGeom prst="rect">
            <a:avLst/>
          </a:prstGeom>
          <a:solidFill>
            <a:srgbClr val="a32638"/>
          </a:solidFill>
          <a:ln>
            <a:noFill/>
          </a:ln>
        </p:spPr>
        <p:style>
          <a:lnRef idx="2">
            <a:schemeClr val="accent1">
              <a:shade val="50000"/>
            </a:schemeClr>
          </a:lnRef>
          <a:fillRef idx="1">
            <a:schemeClr val="accent1"/>
          </a:fillRef>
          <a:effectRef idx="0">
            <a:schemeClr val="accent1"/>
          </a:effectRef>
          <a:fontRef idx="minor"/>
        </p:style>
      </p:sp>
      <p:pic>
        <p:nvPicPr>
          <p:cNvPr id="1" name="Grafik 7" descr=""/>
          <p:cNvPicPr/>
          <p:nvPr/>
        </p:nvPicPr>
        <p:blipFill>
          <a:blip r:embed="rId2"/>
          <a:stretch/>
        </p:blipFill>
        <p:spPr>
          <a:xfrm>
            <a:off x="7015680" y="315360"/>
            <a:ext cx="1743840" cy="494640"/>
          </a:xfrm>
          <a:prstGeom prst="rect">
            <a:avLst/>
          </a:prstGeom>
          <a:ln w="0">
            <a:noFill/>
          </a:ln>
        </p:spPr>
      </p:pic>
      <p:sp>
        <p:nvSpPr>
          <p:cNvPr id="2" name="PlaceHolder 1"/>
          <p:cNvSpPr>
            <a:spLocks noGrp="1"/>
          </p:cNvSpPr>
          <p:nvPr>
            <p:ph type="title"/>
          </p:nvPr>
        </p:nvSpPr>
        <p:spPr>
          <a:xfrm>
            <a:off x="4643280" y="1422720"/>
            <a:ext cx="3853080" cy="1492200"/>
          </a:xfrm>
          <a:prstGeom prst="rect">
            <a:avLst/>
          </a:prstGeom>
          <a:noFill/>
          <a:ln w="0">
            <a:noFill/>
          </a:ln>
        </p:spPr>
        <p:txBody>
          <a:bodyPr lIns="0" rIns="0" tIns="0" bIns="0" anchor="t">
            <a:noAutofit/>
          </a:bodyPr>
          <a:p>
            <a:pPr>
              <a:lnSpc>
                <a:spcPct val="100000"/>
              </a:lnSpc>
              <a:buNone/>
            </a:pPr>
            <a:r>
              <a:rPr b="1" lang="de-DE" sz="2400" spc="-1" strike="noStrike">
                <a:solidFill>
                  <a:srgbClr val="ffffff"/>
                </a:solidFill>
                <a:latin typeface="Calibri"/>
              </a:rPr>
              <a:t>Haupttitel einfügen</a:t>
            </a:r>
            <a:endParaRPr b="0" lang="en-US" sz="2400" spc="-1" strike="noStrike">
              <a:solidFill>
                <a:srgbClr val="000000"/>
              </a:solidFill>
              <a:latin typeface="Calibri"/>
            </a:endParaRPr>
          </a:p>
        </p:txBody>
      </p:sp>
      <p:sp>
        <p:nvSpPr>
          <p:cNvPr id="3" name="PlaceHolder 2"/>
          <p:cNvSpPr>
            <a:spLocks noGrp="1"/>
          </p:cNvSpPr>
          <p:nvPr>
            <p:ph type="body"/>
          </p:nvPr>
        </p:nvSpPr>
        <p:spPr>
          <a:xfrm>
            <a:off x="395280" y="1137600"/>
            <a:ext cx="4107240" cy="366516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Calibri"/>
              </a:rPr>
              <a:t>Click to edit the outline text format</a:t>
            </a:r>
            <a:endParaRPr b="0" lang="en-US" sz="1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Calibri"/>
              </a:rPr>
              <a:t>Second Outline Level</a:t>
            </a:r>
            <a:endParaRPr b="0" lang="en-US" sz="18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Calibri"/>
              </a:rPr>
              <a:t>Fifth Outline Level</a:t>
            </a:r>
            <a:endParaRPr b="0" lang="en-US" sz="18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Calibri"/>
              </a:rPr>
              <a:t>Sixth Outline Level</a:t>
            </a:r>
            <a:endParaRPr b="0" lang="en-US" sz="18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Calibri"/>
              </a:rPr>
              <a:t>Seventh Outline Level</a:t>
            </a:r>
            <a:endParaRPr b="0" lang="en-US" sz="1800" spc="-1" strike="noStrike">
              <a:solidFill>
                <a:srgbClr val="000000"/>
              </a:solidFill>
              <a:latin typeface="Calibri"/>
            </a:endParaRPr>
          </a:p>
        </p:txBody>
      </p:sp>
      <p:sp>
        <p:nvSpPr>
          <p:cNvPr id="4" name="PlaceHolder 3"/>
          <p:cNvSpPr>
            <a:spLocks noGrp="1"/>
          </p:cNvSpPr>
          <p:nvPr>
            <p:ph type="body"/>
          </p:nvPr>
        </p:nvSpPr>
        <p:spPr>
          <a:xfrm rot="10800000">
            <a:off x="8754840" y="2535120"/>
            <a:ext cx="146160" cy="2268720"/>
          </a:xfrm>
          <a:prstGeom prst="rect">
            <a:avLst/>
          </a:prstGeom>
          <a:noFill/>
          <a:ln w="0">
            <a:noFill/>
          </a:ln>
        </p:spPr>
        <p:txBody>
          <a:bodyPr lIns="0" rIns="0" tIns="0" bIns="0" anchor="t">
            <a:normAutofit/>
          </a:bodyPr>
          <a:p>
            <a:pPr>
              <a:lnSpc>
                <a:spcPct val="100000"/>
              </a:lnSpc>
              <a:spcBef>
                <a:spcPts val="751"/>
              </a:spcBef>
              <a:buNone/>
              <a:tabLst>
                <a:tab algn="l" pos="0"/>
              </a:tabLst>
            </a:pPr>
            <a:r>
              <a:rPr b="0" lang="de-DE" sz="700" spc="-1" strike="noStrike">
                <a:solidFill>
                  <a:srgbClr val="bfbfbf"/>
                </a:solidFill>
                <a:latin typeface="Calibri"/>
              </a:rPr>
              <a:t>Mastertextformat bearbeiten</a:t>
            </a:r>
            <a:endParaRPr b="0" lang="en-US" sz="700" spc="-1" strike="noStrike">
              <a:solidFill>
                <a:srgbClr val="000000"/>
              </a:solidFill>
              <a:latin typeface="Calibri"/>
            </a:endParaRPr>
          </a:p>
        </p:txBody>
      </p:sp>
      <p:sp>
        <p:nvSpPr>
          <p:cNvPr id="5" name="Rechteck 18"/>
          <p:cNvSpPr/>
          <p:nvPr/>
        </p:nvSpPr>
        <p:spPr>
          <a:xfrm>
            <a:off x="8518680" y="4971240"/>
            <a:ext cx="229680" cy="1202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p:style>
      </p:sp>
      <p:sp>
        <p:nvSpPr>
          <p:cNvPr id="6" name="PlaceHolder 4"/>
          <p:cNvSpPr>
            <a:spLocks noGrp="1"/>
          </p:cNvSpPr>
          <p:nvPr>
            <p:ph type="dt" idx="1"/>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700" spc="-1" strike="noStrike">
                <a:solidFill>
                  <a:srgbClr val="8b8b8b"/>
                </a:solidFill>
                <a:latin typeface="Calibri"/>
              </a:defRPr>
            </a:lvl1pPr>
          </a:lstStyle>
          <a:p>
            <a:pPr>
              <a:lnSpc>
                <a:spcPct val="100000"/>
              </a:lnSpc>
              <a:buNone/>
            </a:pPr>
            <a:r>
              <a:rPr b="0" lang="en-US" sz="700" spc="-1" strike="noStrike">
                <a:solidFill>
                  <a:srgbClr val="8b8b8b"/>
                </a:solidFill>
                <a:latin typeface="Calibri"/>
              </a:rPr>
              <a:t>&lt;date/time&gt;</a:t>
            </a:r>
            <a:endParaRPr b="0" lang="en-US" sz="700" spc="-1" strike="noStrike">
              <a:latin typeface="Times New Roman"/>
            </a:endParaRPr>
          </a:p>
        </p:txBody>
      </p:sp>
      <p:sp>
        <p:nvSpPr>
          <p:cNvPr id="7" name="PlaceHolder 5"/>
          <p:cNvSpPr>
            <a:spLocks noGrp="1"/>
          </p:cNvSpPr>
          <p:nvPr>
            <p:ph type="ftr" idx="2"/>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700" spc="-1" strike="noStrike">
                <a:solidFill>
                  <a:srgbClr val="8b8b8b"/>
                </a:solidFill>
                <a:latin typeface="Calibri"/>
              </a:defRPr>
            </a:lvl1pPr>
          </a:lstStyle>
          <a:p>
            <a:pPr>
              <a:lnSpc>
                <a:spcPct val="100000"/>
              </a:lnSpc>
              <a:buNone/>
            </a:pPr>
            <a:r>
              <a:rPr b="0" lang="en-US" sz="700" spc="-1" strike="noStrike">
                <a:solidFill>
                  <a:srgbClr val="8b8b8b"/>
                </a:solidFill>
                <a:latin typeface="Calibri"/>
              </a:rPr>
              <a:t>&lt;footer&gt;</a:t>
            </a:r>
            <a:endParaRPr b="0" lang="en-US" sz="700" spc="-1" strike="noStrike">
              <a:latin typeface="Times New Roman"/>
            </a:endParaRPr>
          </a:p>
        </p:txBody>
      </p:sp>
      <p:sp>
        <p:nvSpPr>
          <p:cNvPr id="8" name="PlaceHolder 6"/>
          <p:cNvSpPr>
            <a:spLocks noGrp="1"/>
          </p:cNvSpPr>
          <p:nvPr>
            <p:ph type="sldNum" idx="3"/>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700" spc="-1" strike="noStrike">
                <a:solidFill>
                  <a:srgbClr val="ffffff"/>
                </a:solidFill>
                <a:latin typeface="Arial"/>
              </a:defRPr>
            </a:lvl1pPr>
          </a:lstStyle>
          <a:p>
            <a:pPr algn="r">
              <a:lnSpc>
                <a:spcPct val="100000"/>
              </a:lnSpc>
              <a:buNone/>
            </a:pPr>
            <a:r>
              <a:rPr b="0" lang="de-DE" sz="700" spc="-1" strike="noStrike">
                <a:solidFill>
                  <a:srgbClr val="ffffff"/>
                </a:solidFill>
                <a:latin typeface="Arial"/>
              </a:rPr>
              <a:t> </a:t>
            </a:r>
            <a:fld id="{BE3D0E33-0CA9-4B2C-812E-BE91593BACFF}" type="slidenum">
              <a:rPr b="0" lang="de-DE" sz="700" spc="-1" strike="noStrike">
                <a:solidFill>
                  <a:srgbClr val="ffffff"/>
                </a:solidFill>
                <a:latin typeface="Arial"/>
              </a:rPr>
              <a:t>&lt;number&gt;</a:t>
            </a:fld>
            <a:endParaRPr b="0" lang="en-US" sz="700" spc="-1" strike="noStrike">
              <a:latin typeface="Times New Roman"/>
            </a:endParaRPr>
          </a:p>
        </p:txBody>
      </p:sp>
      <p:sp>
        <p:nvSpPr>
          <p:cNvPr id="9" name="Gerade Verbindung 22"/>
          <p:cNvSpPr/>
          <p:nvPr/>
        </p:nvSpPr>
        <p:spPr>
          <a:xfrm>
            <a:off x="395280" y="4969800"/>
            <a:ext cx="8353080" cy="360"/>
          </a:xfrm>
          <a:prstGeom prst="line">
            <a:avLst/>
          </a:prstGeom>
          <a:ln w="3175">
            <a:solidFill>
              <a:srgbClr val="000000">
                <a:lumMod val="50000"/>
                <a:lumOff val="50000"/>
              </a:srgbClr>
            </a:solidFill>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Haupttitel einfügen</a:t>
            </a:r>
            <a:br>
              <a:rPr sz="2100"/>
            </a:br>
            <a:r>
              <a:rPr b="1" lang="de-DE" sz="2100" spc="-1" strike="noStrike">
                <a:solidFill>
                  <a:srgbClr val="000000"/>
                </a:solidFill>
                <a:latin typeface="Calibri"/>
              </a:rPr>
              <a:t>Beispiel zweizeilig</a:t>
            </a:r>
            <a:endParaRPr b="0" lang="en-US" sz="2100" spc="-1" strike="noStrike">
              <a:solidFill>
                <a:srgbClr val="000000"/>
              </a:solidFill>
              <a:latin typeface="Calibri"/>
            </a:endParaRPr>
          </a:p>
        </p:txBody>
      </p:sp>
      <p:sp>
        <p:nvSpPr>
          <p:cNvPr id="47" name="PlaceHolder 2"/>
          <p:cNvSpPr>
            <a:spLocks noGrp="1"/>
          </p:cNvSpPr>
          <p:nvPr>
            <p:ph type="body"/>
          </p:nvPr>
        </p:nvSpPr>
        <p:spPr>
          <a:xfrm>
            <a:off x="395280" y="1131840"/>
            <a:ext cx="8353080" cy="3675960"/>
          </a:xfrm>
          <a:prstGeom prst="rect">
            <a:avLst/>
          </a:prstGeom>
          <a:noFill/>
          <a:ln w="0">
            <a:noFill/>
          </a:ln>
        </p:spPr>
        <p:txBody>
          <a:bodyPr lIns="0" rIns="0" tIns="0" bIns="0" anchor="t">
            <a:norm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Mastertextformat bearbeiten</a:t>
            </a:r>
            <a:endParaRPr b="0" lang="en-US" sz="1800" spc="-1" strike="noStrike">
              <a:solidFill>
                <a:srgbClr val="000000"/>
              </a:solidFill>
              <a:latin typeface="Calibri"/>
            </a:endParaRPr>
          </a:p>
          <a:p>
            <a:pPr lvl="1" marL="514440" indent="-171360">
              <a:lnSpc>
                <a:spcPct val="100000"/>
              </a:lnSpc>
              <a:spcBef>
                <a:spcPts val="374"/>
              </a:spcBef>
              <a:buClr>
                <a:srgbClr val="a32638"/>
              </a:buClr>
              <a:buFont typeface="Arial"/>
              <a:buChar char="•"/>
            </a:pPr>
            <a:r>
              <a:rPr b="0" lang="de-DE" sz="1800" spc="-1" strike="noStrike">
                <a:solidFill>
                  <a:srgbClr val="000000"/>
                </a:solidFill>
                <a:latin typeface="Calibri"/>
              </a:rPr>
              <a:t>Zweite Ebene</a:t>
            </a:r>
            <a:endParaRPr b="0" lang="en-US" sz="1800" spc="-1" strike="noStrike">
              <a:solidFill>
                <a:srgbClr val="000000"/>
              </a:solidFill>
              <a:latin typeface="Calibri"/>
            </a:endParaRPr>
          </a:p>
          <a:p>
            <a:pPr lvl="2" marL="857160" indent="-171360">
              <a:lnSpc>
                <a:spcPct val="100000"/>
              </a:lnSpc>
              <a:spcBef>
                <a:spcPts val="374"/>
              </a:spcBef>
              <a:buClr>
                <a:srgbClr val="a32638"/>
              </a:buClr>
              <a:buFont typeface="Arial"/>
              <a:buChar char="•"/>
            </a:pPr>
            <a:r>
              <a:rPr b="0" lang="de-DE" sz="1600" spc="-1" strike="noStrike">
                <a:solidFill>
                  <a:srgbClr val="000000"/>
                </a:solidFill>
                <a:latin typeface="Calibri"/>
              </a:rPr>
              <a:t>Dritte Ebene</a:t>
            </a:r>
            <a:endParaRPr b="0" lang="en-US" sz="1600" spc="-1" strike="noStrike">
              <a:solidFill>
                <a:srgbClr val="000000"/>
              </a:solidFill>
              <a:latin typeface="Calibri"/>
            </a:endParaRPr>
          </a:p>
          <a:p>
            <a:pPr lvl="3" marL="1200240" indent="-171360">
              <a:lnSpc>
                <a:spcPct val="100000"/>
              </a:lnSpc>
              <a:spcBef>
                <a:spcPts val="374"/>
              </a:spcBef>
              <a:buClr>
                <a:srgbClr val="a32638"/>
              </a:buClr>
              <a:buFont typeface="Arial"/>
              <a:buChar char="•"/>
            </a:pPr>
            <a:r>
              <a:rPr b="0" lang="de-DE" sz="1600" spc="-1" strike="noStrike">
                <a:solidFill>
                  <a:srgbClr val="000000"/>
                </a:solidFill>
                <a:latin typeface="Calibri"/>
              </a:rPr>
              <a:t>Vierte Ebene</a:t>
            </a:r>
            <a:endParaRPr b="0" lang="en-US" sz="1600" spc="-1" strike="noStrike">
              <a:solidFill>
                <a:srgbClr val="000000"/>
              </a:solidFill>
              <a:latin typeface="Calibri"/>
            </a:endParaRPr>
          </a:p>
          <a:p>
            <a:pPr lvl="4" marL="1542960" indent="-171360">
              <a:lnSpc>
                <a:spcPct val="100000"/>
              </a:lnSpc>
              <a:spcBef>
                <a:spcPts val="374"/>
              </a:spcBef>
              <a:buClr>
                <a:srgbClr val="a32638"/>
              </a:buClr>
              <a:buFont typeface="Arial"/>
              <a:buChar char="•"/>
            </a:pPr>
            <a:r>
              <a:rPr b="0" lang="de-DE" sz="1600" spc="-1" strike="noStrike">
                <a:solidFill>
                  <a:srgbClr val="000000"/>
                </a:solidFill>
                <a:latin typeface="Calibri"/>
              </a:rPr>
              <a:t>Fünfte Ebene</a:t>
            </a:r>
            <a:endParaRPr b="0" lang="en-US" sz="1600" spc="-1" strike="noStrike">
              <a:solidFill>
                <a:srgbClr val="000000"/>
              </a:solidFill>
              <a:latin typeface="Calibri"/>
            </a:endParaRPr>
          </a:p>
        </p:txBody>
      </p:sp>
      <p:sp>
        <p:nvSpPr>
          <p:cNvPr id="48" name="Rechteck 8"/>
          <p:cNvSpPr/>
          <p:nvPr/>
        </p:nvSpPr>
        <p:spPr>
          <a:xfrm>
            <a:off x="8518680" y="4971240"/>
            <a:ext cx="229680" cy="1202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p:style>
      </p:sp>
      <p:sp>
        <p:nvSpPr>
          <p:cNvPr id="49" name="PlaceHolder 3"/>
          <p:cNvSpPr>
            <a:spLocks noGrp="1"/>
          </p:cNvSpPr>
          <p:nvPr>
            <p:ph type="dt" idx="4"/>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&lt;date/time&gt;</a:t>
            </a:r>
            <a:endParaRPr b="0" lang="en-US" sz="900" spc="-1" strike="noStrike">
              <a:latin typeface="Times New Roman"/>
            </a:endParaRPr>
          </a:p>
        </p:txBody>
      </p:sp>
      <p:sp>
        <p:nvSpPr>
          <p:cNvPr id="50" name="PlaceHolder 4"/>
          <p:cNvSpPr>
            <a:spLocks noGrp="1"/>
          </p:cNvSpPr>
          <p:nvPr>
            <p:ph type="ftr" idx="5"/>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&lt;footer&gt;</a:t>
            </a:r>
            <a:endParaRPr b="0" lang="en-US" sz="900" spc="-1" strike="noStrike">
              <a:latin typeface="Times New Roman"/>
            </a:endParaRPr>
          </a:p>
        </p:txBody>
      </p:sp>
      <p:sp>
        <p:nvSpPr>
          <p:cNvPr id="51" name="PlaceHolder 5"/>
          <p:cNvSpPr>
            <a:spLocks noGrp="1"/>
          </p:cNvSpPr>
          <p:nvPr>
            <p:ph type="sldNum" idx="6"/>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fld id="{DEF3A8F9-C2D2-4E34-9ECD-9E2540F3F7CF}" type="slidenum">
              <a:rPr b="0" lang="de-DE" sz="900" spc="-1" strike="noStrike">
                <a:solidFill>
                  <a:srgbClr val="ffffff"/>
                </a:solidFill>
                <a:latin typeface="Arial"/>
              </a:rPr>
              <a:t>&lt;number&gt;</a:t>
            </a:fld>
            <a:endParaRPr b="0" lang="en-US" sz="900" spc="-1" strike="noStrike">
              <a:latin typeface="Times New Roman"/>
            </a:endParaRPr>
          </a:p>
        </p:txBody>
      </p:sp>
      <p:sp>
        <p:nvSpPr>
          <p:cNvPr id="52" name="Gerade Verbindung 12"/>
          <p:cNvSpPr/>
          <p:nvPr/>
        </p:nvSpPr>
        <p:spPr>
          <a:xfrm>
            <a:off x="395280" y="4969800"/>
            <a:ext cx="9964800" cy="360"/>
          </a:xfrm>
          <a:prstGeom prst="line">
            <a:avLst/>
          </a:prstGeom>
          <a:ln w="3175">
            <a:solidFill>
              <a:srgbClr val="000000">
                <a:lumMod val="50000"/>
                <a:lumOff val="50000"/>
              </a:srgbClr>
            </a:solidFill>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Haupttitel einfügen</a:t>
            </a:r>
            <a:br>
              <a:rPr sz="2100"/>
            </a:br>
            <a:r>
              <a:rPr b="1" lang="de-DE" sz="2100" spc="-1" strike="noStrike">
                <a:solidFill>
                  <a:srgbClr val="000000"/>
                </a:solidFill>
                <a:latin typeface="Calibri"/>
              </a:rPr>
              <a:t>Beispiel zweizeilig</a:t>
            </a:r>
            <a:endParaRPr b="0" lang="en-US" sz="2100" spc="-1" strike="noStrike">
              <a:solidFill>
                <a:srgbClr val="000000"/>
              </a:solidFill>
              <a:latin typeface="Calibri"/>
            </a:endParaRPr>
          </a:p>
        </p:txBody>
      </p:sp>
      <p:sp>
        <p:nvSpPr>
          <p:cNvPr id="90" name="PlaceHolder 2"/>
          <p:cNvSpPr>
            <a:spLocks noGrp="1"/>
          </p:cNvSpPr>
          <p:nvPr>
            <p:ph type="body"/>
          </p:nvPr>
        </p:nvSpPr>
        <p:spPr>
          <a:xfrm>
            <a:off x="4723560" y="1131840"/>
            <a:ext cx="4103640" cy="367164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Mastertextformat bearbeiten</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de-DE" sz="1800" spc="-1" strike="noStrike">
                <a:solidFill>
                  <a:srgbClr val="000000"/>
                </a:solidFill>
                <a:latin typeface="Calibri"/>
              </a:rPr>
              <a:t>Zweite Ebene</a:t>
            </a:r>
            <a:endParaRPr b="0" lang="en-US" sz="1800" spc="-1" strike="noStrike">
              <a:solidFill>
                <a:srgbClr val="000000"/>
              </a:solidFill>
              <a:latin typeface="Calibri"/>
            </a:endParaRPr>
          </a:p>
          <a:p>
            <a:pPr lvl="2" marL="857160" indent="-171360">
              <a:lnSpc>
                <a:spcPct val="100000"/>
              </a:lnSpc>
              <a:spcBef>
                <a:spcPts val="374"/>
              </a:spcBef>
              <a:buClr>
                <a:srgbClr val="000000"/>
              </a:buClr>
              <a:buFont typeface="Arial"/>
              <a:buChar char="•"/>
            </a:pPr>
            <a:r>
              <a:rPr b="0" lang="de-DE" sz="1800" spc="-1" strike="noStrike">
                <a:solidFill>
                  <a:srgbClr val="000000"/>
                </a:solidFill>
                <a:latin typeface="Calibri"/>
              </a:rPr>
              <a:t>Dritte Ebene</a:t>
            </a:r>
            <a:endParaRPr b="0" lang="en-US" sz="1800" spc="-1" strike="noStrike">
              <a:solidFill>
                <a:srgbClr val="000000"/>
              </a:solidFill>
              <a:latin typeface="Calibri"/>
            </a:endParaRPr>
          </a:p>
          <a:p>
            <a:pPr lvl="3" marL="1200240" indent="-171360">
              <a:lnSpc>
                <a:spcPct val="100000"/>
              </a:lnSpc>
              <a:spcBef>
                <a:spcPts val="374"/>
              </a:spcBef>
              <a:buClr>
                <a:srgbClr val="000000"/>
              </a:buClr>
              <a:buFont typeface="Arial"/>
              <a:buChar char="•"/>
            </a:pPr>
            <a:r>
              <a:rPr b="0" lang="de-DE" sz="1800" spc="-1" strike="noStrike">
                <a:solidFill>
                  <a:srgbClr val="000000"/>
                </a:solidFill>
                <a:latin typeface="Calibri"/>
              </a:rPr>
              <a:t>Vierte Ebene</a:t>
            </a:r>
            <a:endParaRPr b="0" lang="en-US" sz="1800" spc="-1" strike="noStrike">
              <a:solidFill>
                <a:srgbClr val="000000"/>
              </a:solidFill>
              <a:latin typeface="Calibri"/>
            </a:endParaRPr>
          </a:p>
          <a:p>
            <a:pPr lvl="4" marL="1542960" indent="-171360">
              <a:lnSpc>
                <a:spcPct val="100000"/>
              </a:lnSpc>
              <a:spcBef>
                <a:spcPts val="374"/>
              </a:spcBef>
              <a:buClr>
                <a:srgbClr val="000000"/>
              </a:buClr>
              <a:buFont typeface="Arial"/>
              <a:buChar char="•"/>
            </a:pPr>
            <a:r>
              <a:rPr b="0" lang="de-DE" sz="1800" spc="-1" strike="noStrike">
                <a:solidFill>
                  <a:srgbClr val="000000"/>
                </a:solidFill>
                <a:latin typeface="Calibri"/>
              </a:rPr>
              <a:t>Fünfte Ebene</a:t>
            </a:r>
            <a:endParaRPr b="0" lang="en-US" sz="1800" spc="-1" strike="noStrike">
              <a:solidFill>
                <a:srgbClr val="000000"/>
              </a:solidFill>
              <a:latin typeface="Calibri"/>
            </a:endParaRPr>
          </a:p>
        </p:txBody>
      </p:sp>
      <p:sp>
        <p:nvSpPr>
          <p:cNvPr id="91" name="PlaceHolder 3"/>
          <p:cNvSpPr>
            <a:spLocks noGrp="1"/>
          </p:cNvSpPr>
          <p:nvPr>
            <p:ph type="body"/>
          </p:nvPr>
        </p:nvSpPr>
        <p:spPr>
          <a:xfrm>
            <a:off x="403560" y="1131840"/>
            <a:ext cx="4103280" cy="36716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Calibri"/>
              </a:rPr>
              <a:t>Click to edit the outline text format</a:t>
            </a:r>
            <a:endParaRPr b="0" lang="en-US" sz="1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Calibri"/>
              </a:rPr>
              <a:t>Second Outline Level</a:t>
            </a:r>
            <a:endParaRPr b="0" lang="en-US" sz="18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Calibri"/>
              </a:rPr>
              <a:t>Fifth Outline Level</a:t>
            </a:r>
            <a:endParaRPr b="0" lang="en-US" sz="18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Calibri"/>
              </a:rPr>
              <a:t>Sixth Outline Level</a:t>
            </a:r>
            <a:endParaRPr b="0" lang="en-US" sz="18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Calibri"/>
              </a:rPr>
              <a:t>Seventh Outline Level</a:t>
            </a:r>
            <a:endParaRPr b="0" lang="en-US" sz="1800" spc="-1" strike="noStrike">
              <a:solidFill>
                <a:srgbClr val="000000"/>
              </a:solidFill>
              <a:latin typeface="Calibri"/>
            </a:endParaRPr>
          </a:p>
        </p:txBody>
      </p:sp>
      <p:sp>
        <p:nvSpPr>
          <p:cNvPr id="92" name="PlaceHolder 4"/>
          <p:cNvSpPr>
            <a:spLocks noGrp="1"/>
          </p:cNvSpPr>
          <p:nvPr>
            <p:ph type="body"/>
          </p:nvPr>
        </p:nvSpPr>
        <p:spPr>
          <a:xfrm rot="10800000">
            <a:off x="8754840" y="2818800"/>
            <a:ext cx="146160" cy="1985040"/>
          </a:xfrm>
          <a:prstGeom prst="rect">
            <a:avLst/>
          </a:prstGeom>
          <a:noFill/>
          <a:ln w="0">
            <a:noFill/>
          </a:ln>
        </p:spPr>
        <p:txBody>
          <a:bodyPr lIns="0" rIns="0" tIns="0" bIns="0" anchor="t">
            <a:normAutofit/>
          </a:bodyPr>
          <a:p>
            <a:pPr>
              <a:lnSpc>
                <a:spcPct val="100000"/>
              </a:lnSpc>
              <a:spcBef>
                <a:spcPts val="751"/>
              </a:spcBef>
              <a:buNone/>
              <a:tabLst>
                <a:tab algn="l" pos="0"/>
              </a:tabLst>
            </a:pPr>
            <a:r>
              <a:rPr b="0" lang="de-DE" sz="700" spc="-1" strike="noStrike">
                <a:solidFill>
                  <a:srgbClr val="bfbfbf"/>
                </a:solidFill>
                <a:latin typeface="Calibri"/>
              </a:rPr>
              <a:t>Mastertextformat bearbeiten</a:t>
            </a:r>
            <a:endParaRPr b="0" lang="en-US" sz="700" spc="-1" strike="noStrike">
              <a:solidFill>
                <a:srgbClr val="000000"/>
              </a:solidFill>
              <a:latin typeface="Calibri"/>
            </a:endParaRPr>
          </a:p>
        </p:txBody>
      </p:sp>
      <p:sp>
        <p:nvSpPr>
          <p:cNvPr id="93" name="Rechteck 17"/>
          <p:cNvSpPr/>
          <p:nvPr/>
        </p:nvSpPr>
        <p:spPr>
          <a:xfrm>
            <a:off x="8518680" y="4971240"/>
            <a:ext cx="229680" cy="1202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p:style>
      </p:sp>
      <p:sp>
        <p:nvSpPr>
          <p:cNvPr id="94" name="PlaceHolder 5"/>
          <p:cNvSpPr>
            <a:spLocks noGrp="1"/>
          </p:cNvSpPr>
          <p:nvPr>
            <p:ph type="dt" idx="7"/>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&lt;date/time&gt;</a:t>
            </a:r>
            <a:endParaRPr b="0" lang="en-US" sz="900" spc="-1" strike="noStrike">
              <a:latin typeface="Times New Roman"/>
            </a:endParaRPr>
          </a:p>
        </p:txBody>
      </p:sp>
      <p:sp>
        <p:nvSpPr>
          <p:cNvPr id="95" name="PlaceHolder 6"/>
          <p:cNvSpPr>
            <a:spLocks noGrp="1"/>
          </p:cNvSpPr>
          <p:nvPr>
            <p:ph type="ftr" idx="8"/>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&lt;footer&gt;</a:t>
            </a:r>
            <a:endParaRPr b="0" lang="en-US" sz="900" spc="-1" strike="noStrike">
              <a:latin typeface="Times New Roman"/>
            </a:endParaRPr>
          </a:p>
        </p:txBody>
      </p:sp>
      <p:sp>
        <p:nvSpPr>
          <p:cNvPr id="96" name="PlaceHolder 7"/>
          <p:cNvSpPr>
            <a:spLocks noGrp="1"/>
          </p:cNvSpPr>
          <p:nvPr>
            <p:ph type="sldNum" idx="9"/>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Calibri"/>
              </a:defRPr>
            </a:lvl1pPr>
          </a:lstStyle>
          <a:p>
            <a:pPr algn="r">
              <a:lnSpc>
                <a:spcPct val="100000"/>
              </a:lnSpc>
              <a:buNone/>
            </a:pPr>
            <a:r>
              <a:rPr b="0" lang="de-DE" sz="900" spc="-1" strike="noStrike">
                <a:solidFill>
                  <a:srgbClr val="ffffff"/>
                </a:solidFill>
                <a:latin typeface="Calibri"/>
              </a:rPr>
              <a:t> </a:t>
            </a:r>
            <a:fld id="{BDB6F64C-C8AC-4DB3-8788-237A76A18C30}" type="slidenum">
              <a:rPr b="0" lang="de-DE" sz="900" spc="-1" strike="noStrike">
                <a:solidFill>
                  <a:srgbClr val="ffffff"/>
                </a:solidFill>
                <a:latin typeface="Calibri"/>
              </a:rPr>
              <a:t>&lt;number&gt;</a:t>
            </a:fld>
            <a:endParaRPr b="0" lang="en-US" sz="900" spc="-1" strike="noStrike">
              <a:latin typeface="Times New Roman"/>
            </a:endParaRPr>
          </a:p>
        </p:txBody>
      </p:sp>
      <p:sp>
        <p:nvSpPr>
          <p:cNvPr id="97" name="Gerade Verbindung 21"/>
          <p:cNvSpPr/>
          <p:nvPr/>
        </p:nvSpPr>
        <p:spPr>
          <a:xfrm>
            <a:off x="395280" y="4969800"/>
            <a:ext cx="8353080" cy="360"/>
          </a:xfrm>
          <a:prstGeom prst="line">
            <a:avLst/>
          </a:prstGeom>
          <a:ln w="3175">
            <a:solidFill>
              <a:srgbClr val="000000">
                <a:lumMod val="50000"/>
                <a:lumOff val="50000"/>
              </a:srgbClr>
            </a:solidFill>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4"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Haupttitel einfügen</a:t>
            </a:r>
            <a:br>
              <a:rPr sz="2100"/>
            </a:br>
            <a:r>
              <a:rPr b="1" lang="de-DE" sz="2100" spc="-1" strike="noStrike">
                <a:solidFill>
                  <a:srgbClr val="000000"/>
                </a:solidFill>
                <a:latin typeface="Calibri"/>
              </a:rPr>
              <a:t>Beispiel zweizeilig</a:t>
            </a:r>
            <a:endParaRPr b="0" lang="en-US" sz="2100" spc="-1" strike="noStrike">
              <a:solidFill>
                <a:srgbClr val="000000"/>
              </a:solidFill>
              <a:latin typeface="Calibri"/>
            </a:endParaRPr>
          </a:p>
        </p:txBody>
      </p:sp>
      <p:sp>
        <p:nvSpPr>
          <p:cNvPr id="135" name="PlaceHolder 2"/>
          <p:cNvSpPr>
            <a:spLocks noGrp="1"/>
          </p:cNvSpPr>
          <p:nvPr>
            <p:ph type="body"/>
          </p:nvPr>
        </p:nvSpPr>
        <p:spPr>
          <a:xfrm>
            <a:off x="395280" y="1131840"/>
            <a:ext cx="4103640" cy="367164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Mastertextformat bearbeiten</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de-DE" sz="1800" spc="-1" strike="noStrike">
                <a:solidFill>
                  <a:srgbClr val="000000"/>
                </a:solidFill>
                <a:latin typeface="Calibri"/>
              </a:rPr>
              <a:t>Zweite Ebene</a:t>
            </a:r>
            <a:endParaRPr b="0" lang="en-US" sz="1800" spc="-1" strike="noStrike">
              <a:solidFill>
                <a:srgbClr val="000000"/>
              </a:solidFill>
              <a:latin typeface="Calibri"/>
            </a:endParaRPr>
          </a:p>
          <a:p>
            <a:pPr lvl="2" marL="857160" indent="-171360">
              <a:lnSpc>
                <a:spcPct val="100000"/>
              </a:lnSpc>
              <a:spcBef>
                <a:spcPts val="374"/>
              </a:spcBef>
              <a:buClr>
                <a:srgbClr val="000000"/>
              </a:buClr>
              <a:buFont typeface="Arial"/>
              <a:buChar char="•"/>
            </a:pPr>
            <a:r>
              <a:rPr b="0" lang="de-DE" sz="1600" spc="-1" strike="noStrike">
                <a:solidFill>
                  <a:srgbClr val="000000"/>
                </a:solidFill>
                <a:latin typeface="Calibri"/>
              </a:rPr>
              <a:t>Dritte Ebene</a:t>
            </a:r>
            <a:endParaRPr b="0" lang="en-US" sz="1600" spc="-1" strike="noStrike">
              <a:solidFill>
                <a:srgbClr val="000000"/>
              </a:solidFill>
              <a:latin typeface="Calibri"/>
            </a:endParaRPr>
          </a:p>
          <a:p>
            <a:pPr lvl="3" marL="1200240" indent="-171360">
              <a:lnSpc>
                <a:spcPct val="100000"/>
              </a:lnSpc>
              <a:spcBef>
                <a:spcPts val="374"/>
              </a:spcBef>
              <a:buClr>
                <a:srgbClr val="000000"/>
              </a:buClr>
              <a:buFont typeface="Arial"/>
              <a:buChar char="•"/>
            </a:pPr>
            <a:r>
              <a:rPr b="0" lang="de-DE" sz="1600" spc="-1" strike="noStrike">
                <a:solidFill>
                  <a:srgbClr val="000000"/>
                </a:solidFill>
                <a:latin typeface="Calibri"/>
              </a:rPr>
              <a:t>Vierte Ebene</a:t>
            </a:r>
            <a:endParaRPr b="0" lang="en-US" sz="1600" spc="-1" strike="noStrike">
              <a:solidFill>
                <a:srgbClr val="000000"/>
              </a:solidFill>
              <a:latin typeface="Calibri"/>
            </a:endParaRPr>
          </a:p>
          <a:p>
            <a:pPr lvl="4" marL="1542960" indent="-171360">
              <a:lnSpc>
                <a:spcPct val="100000"/>
              </a:lnSpc>
              <a:spcBef>
                <a:spcPts val="374"/>
              </a:spcBef>
              <a:buClr>
                <a:srgbClr val="000000"/>
              </a:buClr>
              <a:buFont typeface="Arial"/>
              <a:buChar char="•"/>
            </a:pPr>
            <a:r>
              <a:rPr b="0" lang="de-DE" sz="1600" spc="-1" strike="noStrike">
                <a:solidFill>
                  <a:srgbClr val="000000"/>
                </a:solidFill>
                <a:latin typeface="Calibri"/>
              </a:rPr>
              <a:t>Fünfte Ebene</a:t>
            </a:r>
            <a:endParaRPr b="0" lang="en-US" sz="1600" spc="-1" strike="noStrike">
              <a:solidFill>
                <a:srgbClr val="000000"/>
              </a:solidFill>
              <a:latin typeface="Calibri"/>
            </a:endParaRPr>
          </a:p>
        </p:txBody>
      </p:sp>
      <p:sp>
        <p:nvSpPr>
          <p:cNvPr id="136" name="PlaceHolder 3"/>
          <p:cNvSpPr>
            <a:spLocks noGrp="1"/>
          </p:cNvSpPr>
          <p:nvPr>
            <p:ph type="body"/>
          </p:nvPr>
        </p:nvSpPr>
        <p:spPr>
          <a:xfrm>
            <a:off x="4645080" y="1131840"/>
            <a:ext cx="4103280" cy="36716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Calibri"/>
              </a:rPr>
              <a:t>Click to edit the outline text format</a:t>
            </a:r>
            <a:endParaRPr b="0" lang="en-US" sz="1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Calibri"/>
              </a:rPr>
              <a:t>Second Outline Level</a:t>
            </a:r>
            <a:endParaRPr b="0" lang="en-US" sz="18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Calibri"/>
              </a:rPr>
              <a:t>Fifth Outline Level</a:t>
            </a:r>
            <a:endParaRPr b="0" lang="en-US" sz="18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Calibri"/>
              </a:rPr>
              <a:t>Sixth Outline Level</a:t>
            </a:r>
            <a:endParaRPr b="0" lang="en-US" sz="18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Calibri"/>
              </a:rPr>
              <a:t>Seventh Outline Level</a:t>
            </a:r>
            <a:endParaRPr b="0" lang="en-US" sz="1800" spc="-1" strike="noStrike">
              <a:solidFill>
                <a:srgbClr val="000000"/>
              </a:solidFill>
              <a:latin typeface="Calibri"/>
            </a:endParaRPr>
          </a:p>
        </p:txBody>
      </p:sp>
      <p:sp>
        <p:nvSpPr>
          <p:cNvPr id="137" name="PlaceHolder 4"/>
          <p:cNvSpPr>
            <a:spLocks noGrp="1"/>
          </p:cNvSpPr>
          <p:nvPr>
            <p:ph type="body"/>
          </p:nvPr>
        </p:nvSpPr>
        <p:spPr>
          <a:xfrm rot="10800000">
            <a:off x="8754840" y="2818800"/>
            <a:ext cx="146160" cy="1985040"/>
          </a:xfrm>
          <a:prstGeom prst="rect">
            <a:avLst/>
          </a:prstGeom>
          <a:noFill/>
          <a:ln w="0">
            <a:noFill/>
          </a:ln>
        </p:spPr>
        <p:txBody>
          <a:bodyPr lIns="0" rIns="0" tIns="0" bIns="0" anchor="t">
            <a:normAutofit/>
          </a:bodyPr>
          <a:p>
            <a:pPr>
              <a:lnSpc>
                <a:spcPct val="100000"/>
              </a:lnSpc>
              <a:spcBef>
                <a:spcPts val="751"/>
              </a:spcBef>
              <a:buNone/>
              <a:tabLst>
                <a:tab algn="l" pos="0"/>
              </a:tabLst>
            </a:pPr>
            <a:r>
              <a:rPr b="0" lang="de-DE" sz="700" spc="-1" strike="noStrike">
                <a:solidFill>
                  <a:srgbClr val="bfbfbf"/>
                </a:solidFill>
                <a:latin typeface="Calibri"/>
              </a:rPr>
              <a:t>Mastertextformat bearbeiten</a:t>
            </a:r>
            <a:endParaRPr b="0" lang="en-US" sz="700" spc="-1" strike="noStrike">
              <a:solidFill>
                <a:srgbClr val="000000"/>
              </a:solidFill>
              <a:latin typeface="Calibri"/>
            </a:endParaRPr>
          </a:p>
        </p:txBody>
      </p:sp>
      <p:sp>
        <p:nvSpPr>
          <p:cNvPr id="138" name="Rechteck 17"/>
          <p:cNvSpPr/>
          <p:nvPr/>
        </p:nvSpPr>
        <p:spPr>
          <a:xfrm>
            <a:off x="8518680" y="4971240"/>
            <a:ext cx="229680" cy="1202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p:style>
      </p:sp>
      <p:sp>
        <p:nvSpPr>
          <p:cNvPr id="139" name="PlaceHolder 5"/>
          <p:cNvSpPr>
            <a:spLocks noGrp="1"/>
          </p:cNvSpPr>
          <p:nvPr>
            <p:ph type="dt" idx="10"/>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&lt;date/time&gt;</a:t>
            </a:r>
            <a:endParaRPr b="0" lang="en-US" sz="900" spc="-1" strike="noStrike">
              <a:latin typeface="Times New Roman"/>
            </a:endParaRPr>
          </a:p>
        </p:txBody>
      </p:sp>
      <p:sp>
        <p:nvSpPr>
          <p:cNvPr id="140" name="PlaceHolder 6"/>
          <p:cNvSpPr>
            <a:spLocks noGrp="1"/>
          </p:cNvSpPr>
          <p:nvPr>
            <p:ph type="ftr" idx="11"/>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&lt;footer&gt;</a:t>
            </a:r>
            <a:endParaRPr b="0" lang="en-US" sz="900" spc="-1" strike="noStrike">
              <a:latin typeface="Times New Roman"/>
            </a:endParaRPr>
          </a:p>
        </p:txBody>
      </p:sp>
      <p:sp>
        <p:nvSpPr>
          <p:cNvPr id="141" name="PlaceHolder 7"/>
          <p:cNvSpPr>
            <a:spLocks noGrp="1"/>
          </p:cNvSpPr>
          <p:nvPr>
            <p:ph type="sldNum" idx="12"/>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F9D253A4-E4D4-4465-8363-400761052F3F}" type="slidenum">
              <a:rPr b="0" lang="de-DE" sz="900" spc="-1" strike="noStrike">
                <a:solidFill>
                  <a:srgbClr val="ffffff"/>
                </a:solidFill>
                <a:latin typeface="Arial"/>
              </a:rPr>
              <a:t>&lt;number&gt;</a:t>
            </a:fld>
            <a:endParaRPr b="0" lang="en-US" sz="900" spc="-1" strike="noStrike">
              <a:latin typeface="Times New Roman"/>
            </a:endParaRPr>
          </a:p>
        </p:txBody>
      </p:sp>
      <p:sp>
        <p:nvSpPr>
          <p:cNvPr id="142" name="Gerade Verbindung 21"/>
          <p:cNvSpPr/>
          <p:nvPr/>
        </p:nvSpPr>
        <p:spPr>
          <a:xfrm>
            <a:off x="395280" y="4969800"/>
            <a:ext cx="8353080" cy="360"/>
          </a:xfrm>
          <a:prstGeom prst="line">
            <a:avLst/>
          </a:prstGeom>
          <a:ln w="3175">
            <a:solidFill>
              <a:srgbClr val="000000">
                <a:lumMod val="50000"/>
                <a:lumOff val="50000"/>
              </a:srgbClr>
            </a:solidFill>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9" name="Rechteck 2"/>
          <p:cNvSpPr/>
          <p:nvPr/>
        </p:nvSpPr>
        <p:spPr>
          <a:xfrm>
            <a:off x="395280" y="1131840"/>
            <a:ext cx="8353080" cy="3671640"/>
          </a:xfrm>
          <a:prstGeom prst="rect">
            <a:avLst/>
          </a:prstGeom>
          <a:solidFill>
            <a:srgbClr val="a32638"/>
          </a:solidFill>
          <a:ln>
            <a:noFill/>
          </a:ln>
        </p:spPr>
        <p:style>
          <a:lnRef idx="2">
            <a:schemeClr val="accent1">
              <a:shade val="50000"/>
            </a:schemeClr>
          </a:lnRef>
          <a:fillRef idx="1">
            <a:schemeClr val="accent1"/>
          </a:fillRef>
          <a:effectRef idx="0">
            <a:schemeClr val="accent1"/>
          </a:effectRef>
          <a:fontRef idx="minor"/>
        </p:style>
      </p:sp>
      <p:sp>
        <p:nvSpPr>
          <p:cNvPr id="180" name="PlaceHolder 1"/>
          <p:cNvSpPr>
            <a:spLocks noGrp="1"/>
          </p:cNvSpPr>
          <p:nvPr>
            <p:ph type="title"/>
          </p:nvPr>
        </p:nvSpPr>
        <p:spPr>
          <a:xfrm>
            <a:off x="2547360" y="1328040"/>
            <a:ext cx="5802840" cy="3191760"/>
          </a:xfrm>
          <a:prstGeom prst="rect">
            <a:avLst/>
          </a:prstGeom>
          <a:noFill/>
          <a:ln w="0">
            <a:noFill/>
          </a:ln>
        </p:spPr>
        <p:txBody>
          <a:bodyPr lIns="0" rIns="0" tIns="0" bIns="0" anchor="t">
            <a:noAutofit/>
          </a:bodyPr>
          <a:p>
            <a:pPr>
              <a:lnSpc>
                <a:spcPct val="100000"/>
              </a:lnSpc>
              <a:buNone/>
            </a:pPr>
            <a:r>
              <a:rPr b="1" lang="de-DE" sz="3000" spc="-1" strike="noStrike">
                <a:solidFill>
                  <a:srgbClr val="ffffff"/>
                </a:solidFill>
                <a:latin typeface="Calibri"/>
              </a:rPr>
              <a:t>Haupttitel einfügen</a:t>
            </a:r>
            <a:endParaRPr b="0" lang="en-US" sz="3000" spc="-1" strike="noStrike">
              <a:solidFill>
                <a:srgbClr val="000000"/>
              </a:solidFill>
              <a:latin typeface="Calibri"/>
            </a:endParaRPr>
          </a:p>
        </p:txBody>
      </p:sp>
      <p:sp>
        <p:nvSpPr>
          <p:cNvPr id="181" name="Rechteck 8"/>
          <p:cNvSpPr/>
          <p:nvPr/>
        </p:nvSpPr>
        <p:spPr>
          <a:xfrm>
            <a:off x="8518680" y="4971240"/>
            <a:ext cx="229680" cy="12024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p:style>
      </p:sp>
      <p:sp>
        <p:nvSpPr>
          <p:cNvPr id="182" name="PlaceHolder 2"/>
          <p:cNvSpPr>
            <a:spLocks noGrp="1"/>
          </p:cNvSpPr>
          <p:nvPr>
            <p:ph type="dt" idx="13"/>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&lt;date/time&gt;</a:t>
            </a:r>
            <a:endParaRPr b="0" lang="en-US" sz="900" spc="-1" strike="noStrike">
              <a:latin typeface="Times New Roman"/>
            </a:endParaRPr>
          </a:p>
        </p:txBody>
      </p:sp>
      <p:sp>
        <p:nvSpPr>
          <p:cNvPr id="183" name="PlaceHolder 3"/>
          <p:cNvSpPr>
            <a:spLocks noGrp="1"/>
          </p:cNvSpPr>
          <p:nvPr>
            <p:ph type="ftr" idx="14"/>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&lt;footer&gt;</a:t>
            </a:r>
            <a:endParaRPr b="0" lang="en-US" sz="900" spc="-1" strike="noStrike">
              <a:latin typeface="Times New Roman"/>
            </a:endParaRPr>
          </a:p>
        </p:txBody>
      </p:sp>
      <p:sp>
        <p:nvSpPr>
          <p:cNvPr id="184" name="PlaceHolder 4"/>
          <p:cNvSpPr>
            <a:spLocks noGrp="1"/>
          </p:cNvSpPr>
          <p:nvPr>
            <p:ph type="sldNum" idx="15"/>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700" spc="-1" strike="noStrike">
                <a:solidFill>
                  <a:srgbClr val="ffffff"/>
                </a:solidFill>
                <a:latin typeface="Arial"/>
              </a:defRPr>
            </a:lvl1pPr>
          </a:lstStyle>
          <a:p>
            <a:pPr algn="r">
              <a:lnSpc>
                <a:spcPct val="100000"/>
              </a:lnSpc>
              <a:buNone/>
            </a:pPr>
            <a:r>
              <a:rPr b="0" lang="de-DE" sz="700" spc="-1" strike="noStrike">
                <a:solidFill>
                  <a:srgbClr val="ffffff"/>
                </a:solidFill>
                <a:latin typeface="Arial"/>
              </a:rPr>
              <a:t> </a:t>
            </a:r>
            <a:fld id="{07E3CEB9-5C60-44E6-A1AF-5FB57D61D395}" type="slidenum">
              <a:rPr b="0" lang="de-DE" sz="700" spc="-1" strike="noStrike">
                <a:solidFill>
                  <a:srgbClr val="ffffff"/>
                </a:solidFill>
                <a:latin typeface="Arial"/>
              </a:rPr>
              <a:t>&lt;number&gt;</a:t>
            </a:fld>
            <a:endParaRPr b="0" lang="en-US" sz="700" spc="-1" strike="noStrike">
              <a:latin typeface="Times New Roman"/>
            </a:endParaRPr>
          </a:p>
        </p:txBody>
      </p:sp>
      <p:sp>
        <p:nvSpPr>
          <p:cNvPr id="185" name="Gerade Verbindung 17"/>
          <p:cNvSpPr/>
          <p:nvPr/>
        </p:nvSpPr>
        <p:spPr>
          <a:xfrm>
            <a:off x="395280" y="4969800"/>
            <a:ext cx="8353080" cy="360"/>
          </a:xfrm>
          <a:prstGeom prst="line">
            <a:avLst/>
          </a:prstGeom>
          <a:ln w="3175">
            <a:solidFill>
              <a:srgbClr val="000000">
                <a:lumMod val="50000"/>
                <a:lumOff val="50000"/>
              </a:srgbClr>
            </a:solidFill>
          </a:ln>
        </p:spPr>
        <p:style>
          <a:lnRef idx="1">
            <a:schemeClr val="accent1"/>
          </a:lnRef>
          <a:fillRef idx="0">
            <a:schemeClr val="accent1"/>
          </a:fillRef>
          <a:effectRef idx="0">
            <a:schemeClr val="accent1"/>
          </a:effectRef>
          <a:fontRef idx="minor"/>
        </p:style>
      </p:sp>
      <p:sp>
        <p:nvSpPr>
          <p:cNvPr id="186" name="PlaceHolder 5"/>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Calibri"/>
              </a:rPr>
              <a:t>Click to edit the outline text format</a:t>
            </a:r>
            <a:endParaRPr b="0" lang="en-US" sz="18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Calibri"/>
              </a:rPr>
              <a:t>Second Outline Level</a:t>
            </a:r>
            <a:endParaRPr b="0" lang="en-US" sz="16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Calibri"/>
              </a:rPr>
              <a:t>Third Outline Level</a:t>
            </a:r>
            <a:endParaRPr b="0" lang="en-US" sz="16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Calibri"/>
              </a:rPr>
              <a:t>Fourth Outline Level</a:t>
            </a:r>
            <a:endParaRPr b="0" lang="en-US" sz="16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slideLayout" Target="../slideLayouts/slideLayout1.xml"/><Relationship Id="rId7"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3.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slideLayout" Target="../slideLayouts/slideLayout13.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7.png"/><Relationship Id="rId13" Type="http://schemas.openxmlformats.org/officeDocument/2006/relationships/image" Target="../media/image28.png"/><Relationship Id="rId14" Type="http://schemas.openxmlformats.org/officeDocument/2006/relationships/image" Target="../media/image29.png"/><Relationship Id="rId15" Type="http://schemas.openxmlformats.org/officeDocument/2006/relationships/image" Target="../media/image30.png"/><Relationship Id="rId16" Type="http://schemas.openxmlformats.org/officeDocument/2006/relationships/image" Target="../media/image31.png"/><Relationship Id="rId17" Type="http://schemas.openxmlformats.org/officeDocument/2006/relationships/image" Target="../media/image32.png"/><Relationship Id="rId18" Type="http://schemas.openxmlformats.org/officeDocument/2006/relationships/image" Target="../media/image33.png"/><Relationship Id="rId19" Type="http://schemas.openxmlformats.org/officeDocument/2006/relationships/image" Target="../media/image34.png"/><Relationship Id="rId20" Type="http://schemas.openxmlformats.org/officeDocument/2006/relationships/image" Target="../media/image35.png"/><Relationship Id="rId21" Type="http://schemas.openxmlformats.org/officeDocument/2006/relationships/image" Target="../media/image36.png"/><Relationship Id="rId22" Type="http://schemas.openxmlformats.org/officeDocument/2006/relationships/image" Target="../media/image37.png"/><Relationship Id="rId23" Type="http://schemas.openxmlformats.org/officeDocument/2006/relationships/image" Target="../media/image38.png"/><Relationship Id="rId24" Type="http://schemas.openxmlformats.org/officeDocument/2006/relationships/image" Target="../media/image39.png"/><Relationship Id="rId25" Type="http://schemas.openxmlformats.org/officeDocument/2006/relationships/image" Target="../media/image40.png"/><Relationship Id="rId26" Type="http://schemas.openxmlformats.org/officeDocument/2006/relationships/image" Target="../media/image41.png"/><Relationship Id="rId27" Type="http://schemas.openxmlformats.org/officeDocument/2006/relationships/image" Target="../media/image42.png"/><Relationship Id="rId28" Type="http://schemas.openxmlformats.org/officeDocument/2006/relationships/image" Target="../media/image43.png"/><Relationship Id="rId29" Type="http://schemas.openxmlformats.org/officeDocument/2006/relationships/image" Target="../media/image44.png"/><Relationship Id="rId30" Type="http://schemas.openxmlformats.org/officeDocument/2006/relationships/image" Target="../media/image45.png"/><Relationship Id="rId31" Type="http://schemas.openxmlformats.org/officeDocument/2006/relationships/image" Target="../media/image46.png"/><Relationship Id="rId32" Type="http://schemas.openxmlformats.org/officeDocument/2006/relationships/image" Target="../media/image47.png"/><Relationship Id="rId33" Type="http://schemas.openxmlformats.org/officeDocument/2006/relationships/image" Target="../media/image48.png"/><Relationship Id="rId34" Type="http://schemas.openxmlformats.org/officeDocument/2006/relationships/slideLayout" Target="../slideLayouts/slideLayout25.xml"/><Relationship Id="rId3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slideLayout" Target="../slideLayouts/slideLayout37.xml"/><Relationship Id="rId1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0.png"/><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slideLayout" Target="../slideLayouts/slideLayout37.xml"/><Relationship Id="rId9"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7.png"/><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slideLayout" Target="../slideLayouts/slideLayout13.xml"/><Relationship Id="rId11"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76.png"/><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 Id="rId8" Type="http://schemas.openxmlformats.org/officeDocument/2006/relationships/image" Target="../media/image83.png"/><Relationship Id="rId9" Type="http://schemas.openxmlformats.org/officeDocument/2006/relationships/image" Target="../media/image84.png"/><Relationship Id="rId10" Type="http://schemas.openxmlformats.org/officeDocument/2006/relationships/slideLayout" Target="../slideLayouts/slideLayout13.xml"/><Relationship Id="rId11"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85.png"/><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 Id="rId9" Type="http://schemas.openxmlformats.org/officeDocument/2006/relationships/image" Target="../media/image93.png"/><Relationship Id="rId10" Type="http://schemas.openxmlformats.org/officeDocument/2006/relationships/image" Target="../media/image94.png"/><Relationship Id="rId11" Type="http://schemas.openxmlformats.org/officeDocument/2006/relationships/slideLayout" Target="../slideLayouts/slideLayout13.xml"/><Relationship Id="rId1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95.png"/><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1.png"/><Relationship Id="rId8" Type="http://schemas.openxmlformats.org/officeDocument/2006/relationships/image" Target="../media/image102.png"/><Relationship Id="rId9" Type="http://schemas.openxmlformats.org/officeDocument/2006/relationships/image" Target="../media/image103.png"/><Relationship Id="rId10" Type="http://schemas.openxmlformats.org/officeDocument/2006/relationships/image" Target="../media/image104.png"/><Relationship Id="rId11" Type="http://schemas.openxmlformats.org/officeDocument/2006/relationships/slideLayout" Target="../slideLayouts/slideLayout37.xml"/><Relationship Id="rId1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05.png"/><Relationship Id="rId2" Type="http://schemas.openxmlformats.org/officeDocument/2006/relationships/image" Target="../media/image106.png"/><Relationship Id="rId3" Type="http://schemas.openxmlformats.org/officeDocument/2006/relationships/image" Target="../media/image107.png"/><Relationship Id="rId4" Type="http://schemas.openxmlformats.org/officeDocument/2006/relationships/image" Target="../media/image108.png"/><Relationship Id="rId5" Type="http://schemas.openxmlformats.org/officeDocument/2006/relationships/image" Target="../media/image109.png"/><Relationship Id="rId6" Type="http://schemas.openxmlformats.org/officeDocument/2006/relationships/image" Target="../media/image110.png"/><Relationship Id="rId7" Type="http://schemas.openxmlformats.org/officeDocument/2006/relationships/image" Target="../media/image111.png"/><Relationship Id="rId8" Type="http://schemas.openxmlformats.org/officeDocument/2006/relationships/image" Target="../media/image112.png"/><Relationship Id="rId9" Type="http://schemas.openxmlformats.org/officeDocument/2006/relationships/image" Target="../media/image113.png"/><Relationship Id="rId10" Type="http://schemas.openxmlformats.org/officeDocument/2006/relationships/image" Target="../media/image114.png"/><Relationship Id="rId11" Type="http://schemas.openxmlformats.org/officeDocument/2006/relationships/image" Target="../media/image115.png"/><Relationship Id="rId12" Type="http://schemas.openxmlformats.org/officeDocument/2006/relationships/slideLayout" Target="../slideLayouts/slideLayout37.xml"/><Relationship Id="rId1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13.xml"/><Relationship Id="rId7"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16.png"/><Relationship Id="rId2" Type="http://schemas.openxmlformats.org/officeDocument/2006/relationships/image" Target="../media/image117.png"/><Relationship Id="rId3" Type="http://schemas.openxmlformats.org/officeDocument/2006/relationships/image" Target="../media/image118.png"/><Relationship Id="rId4" Type="http://schemas.openxmlformats.org/officeDocument/2006/relationships/image" Target="../media/image119.png"/><Relationship Id="rId5" Type="http://schemas.openxmlformats.org/officeDocument/2006/relationships/image" Target="../media/image120.png"/><Relationship Id="rId6" Type="http://schemas.openxmlformats.org/officeDocument/2006/relationships/image" Target="../media/image121.png"/><Relationship Id="rId7" Type="http://schemas.openxmlformats.org/officeDocument/2006/relationships/image" Target="../media/image122.png"/><Relationship Id="rId8" Type="http://schemas.openxmlformats.org/officeDocument/2006/relationships/image" Target="../media/image123.png"/><Relationship Id="rId9" Type="http://schemas.openxmlformats.org/officeDocument/2006/relationships/image" Target="../media/image124.png"/><Relationship Id="rId10" Type="http://schemas.openxmlformats.org/officeDocument/2006/relationships/image" Target="../media/image125.png"/><Relationship Id="rId11" Type="http://schemas.openxmlformats.org/officeDocument/2006/relationships/image" Target="../media/image126.png"/><Relationship Id="rId12" Type="http://schemas.openxmlformats.org/officeDocument/2006/relationships/image" Target="../media/image127.png"/><Relationship Id="rId13" Type="http://schemas.openxmlformats.org/officeDocument/2006/relationships/slideLayout" Target="../slideLayouts/slideLayout37.xml"/><Relationship Id="rId1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28.png"/><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image" Target="../media/image131.png"/><Relationship Id="rId5" Type="http://schemas.openxmlformats.org/officeDocument/2006/relationships/image" Target="../media/image132.png"/><Relationship Id="rId6" Type="http://schemas.openxmlformats.org/officeDocument/2006/relationships/image" Target="../media/image133.png"/><Relationship Id="rId7" Type="http://schemas.openxmlformats.org/officeDocument/2006/relationships/image" Target="../media/image134.png"/><Relationship Id="rId8" Type="http://schemas.openxmlformats.org/officeDocument/2006/relationships/slideLayout" Target="../slideLayouts/slideLayout13.xml"/><Relationship Id="rId9"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35.png"/><Relationship Id="rId2" Type="http://schemas.openxmlformats.org/officeDocument/2006/relationships/image" Target="../media/image136.png"/><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9.png"/><Relationship Id="rId6" Type="http://schemas.openxmlformats.org/officeDocument/2006/relationships/image" Target="../media/image140.png"/><Relationship Id="rId7" Type="http://schemas.openxmlformats.org/officeDocument/2006/relationships/image" Target="../media/image141.png"/><Relationship Id="rId8" Type="http://schemas.openxmlformats.org/officeDocument/2006/relationships/slideLayout" Target="../slideLayouts/slideLayout25.xml"/><Relationship Id="rId9"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42.png"/><Relationship Id="rId2" Type="http://schemas.openxmlformats.org/officeDocument/2006/relationships/image" Target="../media/image143.png"/><Relationship Id="rId3" Type="http://schemas.openxmlformats.org/officeDocument/2006/relationships/image" Target="../media/image144.png"/><Relationship Id="rId4" Type="http://schemas.openxmlformats.org/officeDocument/2006/relationships/image" Target="../media/image145.png"/><Relationship Id="rId5" Type="http://schemas.openxmlformats.org/officeDocument/2006/relationships/image" Target="../media/image146.png"/><Relationship Id="rId6" Type="http://schemas.openxmlformats.org/officeDocument/2006/relationships/image" Target="../media/image147.png"/><Relationship Id="rId7" Type="http://schemas.openxmlformats.org/officeDocument/2006/relationships/image" Target="../media/image148.png"/><Relationship Id="rId8" Type="http://schemas.openxmlformats.org/officeDocument/2006/relationships/image" Target="../media/image149.png"/><Relationship Id="rId9" Type="http://schemas.openxmlformats.org/officeDocument/2006/relationships/slideLayout" Target="../slideLayouts/slideLayout13.xml"/><Relationship Id="rId10"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50.png"/><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 Id="rId8" Type="http://schemas.openxmlformats.org/officeDocument/2006/relationships/slideLayout" Target="../slideLayouts/slideLayout13.xml"/><Relationship Id="rId9"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57.png"/><Relationship Id="rId2" Type="http://schemas.openxmlformats.org/officeDocument/2006/relationships/image" Target="../media/image158.png"/><Relationship Id="rId3" Type="http://schemas.openxmlformats.org/officeDocument/2006/relationships/image" Target="../media/image159.png"/><Relationship Id="rId4" Type="http://schemas.openxmlformats.org/officeDocument/2006/relationships/image" Target="../media/image160.png"/><Relationship Id="rId5" Type="http://schemas.openxmlformats.org/officeDocument/2006/relationships/image" Target="../media/image161.png"/><Relationship Id="rId6" Type="http://schemas.openxmlformats.org/officeDocument/2006/relationships/image" Target="../media/image162.png"/><Relationship Id="rId7" Type="http://schemas.openxmlformats.org/officeDocument/2006/relationships/image" Target="../media/image163.png"/><Relationship Id="rId8" Type="http://schemas.openxmlformats.org/officeDocument/2006/relationships/image" Target="../media/image164.png"/><Relationship Id="rId9" Type="http://schemas.openxmlformats.org/officeDocument/2006/relationships/slideLayout" Target="../slideLayouts/slideLayout13.xml"/><Relationship Id="rId10"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65.png"/><Relationship Id="rId2" Type="http://schemas.openxmlformats.org/officeDocument/2006/relationships/image" Target="../media/image166.png"/><Relationship Id="rId3" Type="http://schemas.openxmlformats.org/officeDocument/2006/relationships/image" Target="../media/image167.png"/><Relationship Id="rId4" Type="http://schemas.openxmlformats.org/officeDocument/2006/relationships/image" Target="../media/image168.png"/><Relationship Id="rId5" Type="http://schemas.openxmlformats.org/officeDocument/2006/relationships/image" Target="../media/image169.png"/><Relationship Id="rId6" Type="http://schemas.openxmlformats.org/officeDocument/2006/relationships/image" Target="../media/image170.png"/><Relationship Id="rId7" Type="http://schemas.openxmlformats.org/officeDocument/2006/relationships/image" Target="../media/image171.png"/><Relationship Id="rId8" Type="http://schemas.openxmlformats.org/officeDocument/2006/relationships/image" Target="../media/image172.png"/><Relationship Id="rId9" Type="http://schemas.openxmlformats.org/officeDocument/2006/relationships/image" Target="../media/image173.png"/><Relationship Id="rId10" Type="http://schemas.openxmlformats.org/officeDocument/2006/relationships/image" Target="../media/image174.png"/><Relationship Id="rId11" Type="http://schemas.openxmlformats.org/officeDocument/2006/relationships/image" Target="../media/image175.png"/><Relationship Id="rId12" Type="http://schemas.openxmlformats.org/officeDocument/2006/relationships/image" Target="../media/image176.png"/><Relationship Id="rId13" Type="http://schemas.openxmlformats.org/officeDocument/2006/relationships/image" Target="../media/image177.png"/><Relationship Id="rId14" Type="http://schemas.openxmlformats.org/officeDocument/2006/relationships/image" Target="../media/image178.png"/><Relationship Id="rId15" Type="http://schemas.openxmlformats.org/officeDocument/2006/relationships/image" Target="../media/image179.png"/><Relationship Id="rId16" Type="http://schemas.openxmlformats.org/officeDocument/2006/relationships/image" Target="../media/image180.png"/><Relationship Id="rId17" Type="http://schemas.openxmlformats.org/officeDocument/2006/relationships/image" Target="../media/image181.png"/><Relationship Id="rId18" Type="http://schemas.openxmlformats.org/officeDocument/2006/relationships/image" Target="../media/image182.png"/><Relationship Id="rId19" Type="http://schemas.openxmlformats.org/officeDocument/2006/relationships/image" Target="../media/image183.png"/><Relationship Id="rId20" Type="http://schemas.openxmlformats.org/officeDocument/2006/relationships/image" Target="../media/image184.png"/><Relationship Id="rId21" Type="http://schemas.openxmlformats.org/officeDocument/2006/relationships/image" Target="../media/image185.png"/><Relationship Id="rId22" Type="http://schemas.openxmlformats.org/officeDocument/2006/relationships/slideLayout" Target="../slideLayouts/slideLayout13.xml"/><Relationship Id="rId2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86.png"/><Relationship Id="rId2" Type="http://schemas.openxmlformats.org/officeDocument/2006/relationships/image" Target="../media/image187.png"/><Relationship Id="rId3" Type="http://schemas.openxmlformats.org/officeDocument/2006/relationships/image" Target="../media/image188.png"/><Relationship Id="rId4" Type="http://schemas.openxmlformats.org/officeDocument/2006/relationships/image" Target="../media/image189.png"/><Relationship Id="rId5" Type="http://schemas.openxmlformats.org/officeDocument/2006/relationships/image" Target="../media/image190.png"/><Relationship Id="rId6" Type="http://schemas.openxmlformats.org/officeDocument/2006/relationships/image" Target="../media/image191.png"/><Relationship Id="rId7" Type="http://schemas.openxmlformats.org/officeDocument/2006/relationships/image" Target="../media/image192.png"/><Relationship Id="rId8" Type="http://schemas.openxmlformats.org/officeDocument/2006/relationships/slideLayout" Target="../slideLayouts/slideLayout25.xml"/><Relationship Id="rId9"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93.png"/><Relationship Id="rId2" Type="http://schemas.openxmlformats.org/officeDocument/2006/relationships/image" Target="../media/image194.png"/><Relationship Id="rId3" Type="http://schemas.openxmlformats.org/officeDocument/2006/relationships/image" Target="../media/image195.png"/><Relationship Id="rId4" Type="http://schemas.openxmlformats.org/officeDocument/2006/relationships/image" Target="../media/image196.png"/><Relationship Id="rId5" Type="http://schemas.openxmlformats.org/officeDocument/2006/relationships/image" Target="../media/image197.png"/><Relationship Id="rId6" Type="http://schemas.openxmlformats.org/officeDocument/2006/relationships/image" Target="../media/image198.png"/><Relationship Id="rId7" Type="http://schemas.openxmlformats.org/officeDocument/2006/relationships/image" Target="../media/image199.png"/><Relationship Id="rId8" Type="http://schemas.openxmlformats.org/officeDocument/2006/relationships/image" Target="../media/image200.png"/><Relationship Id="rId9" Type="http://schemas.openxmlformats.org/officeDocument/2006/relationships/image" Target="../media/image201.png"/><Relationship Id="rId10" Type="http://schemas.openxmlformats.org/officeDocument/2006/relationships/slideLayout" Target="../slideLayouts/slideLayout37.xml"/><Relationship Id="rId11"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02.png"/><Relationship Id="rId2" Type="http://schemas.openxmlformats.org/officeDocument/2006/relationships/image" Target="../media/image203.png"/><Relationship Id="rId3" Type="http://schemas.openxmlformats.org/officeDocument/2006/relationships/image" Target="../media/image204.png"/><Relationship Id="rId4" Type="http://schemas.openxmlformats.org/officeDocument/2006/relationships/image" Target="../media/image205.png"/><Relationship Id="rId5" Type="http://schemas.openxmlformats.org/officeDocument/2006/relationships/image" Target="../media/image206.png"/><Relationship Id="rId6" Type="http://schemas.openxmlformats.org/officeDocument/2006/relationships/image" Target="../media/image207.png"/><Relationship Id="rId7" Type="http://schemas.openxmlformats.org/officeDocument/2006/relationships/image" Target="../media/image208.png"/><Relationship Id="rId8" Type="http://schemas.openxmlformats.org/officeDocument/2006/relationships/image" Target="../media/image209.png"/><Relationship Id="rId9" Type="http://schemas.openxmlformats.org/officeDocument/2006/relationships/image" Target="../media/image210.png"/><Relationship Id="rId10" Type="http://schemas.openxmlformats.org/officeDocument/2006/relationships/slideLayout" Target="../slideLayouts/slideLayout37.xml"/><Relationship Id="rId11"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37.xml"/><Relationship Id="rId9"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18.png"/><Relationship Id="rId2" Type="http://schemas.openxmlformats.org/officeDocument/2006/relationships/image" Target="../media/image219.png"/><Relationship Id="rId3" Type="http://schemas.openxmlformats.org/officeDocument/2006/relationships/image" Target="../media/image220.png"/><Relationship Id="rId4" Type="http://schemas.openxmlformats.org/officeDocument/2006/relationships/image" Target="../media/image221.png"/><Relationship Id="rId5" Type="http://schemas.openxmlformats.org/officeDocument/2006/relationships/image" Target="../media/image222.png"/><Relationship Id="rId6" Type="http://schemas.openxmlformats.org/officeDocument/2006/relationships/image" Target="../media/image223.png"/><Relationship Id="rId7" Type="http://schemas.openxmlformats.org/officeDocument/2006/relationships/image" Target="../media/image224.png"/><Relationship Id="rId8" Type="http://schemas.openxmlformats.org/officeDocument/2006/relationships/image" Target="../media/image225.png"/><Relationship Id="rId9" Type="http://schemas.openxmlformats.org/officeDocument/2006/relationships/slideLayout" Target="../slideLayouts/slideLayout13.xml"/><Relationship Id="rId10"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26.png"/><Relationship Id="rId2" Type="http://schemas.openxmlformats.org/officeDocument/2006/relationships/image" Target="../media/image227.png"/><Relationship Id="rId3" Type="http://schemas.openxmlformats.org/officeDocument/2006/relationships/image" Target="../media/image228.png"/><Relationship Id="rId4" Type="http://schemas.openxmlformats.org/officeDocument/2006/relationships/image" Target="../media/image229.png"/><Relationship Id="rId5" Type="http://schemas.openxmlformats.org/officeDocument/2006/relationships/image" Target="../media/image230.png"/><Relationship Id="rId6" Type="http://schemas.openxmlformats.org/officeDocument/2006/relationships/image" Target="../media/image231.png"/><Relationship Id="rId7" Type="http://schemas.openxmlformats.org/officeDocument/2006/relationships/image" Target="../media/image232.png"/><Relationship Id="rId8" Type="http://schemas.openxmlformats.org/officeDocument/2006/relationships/image" Target="../media/image233.png"/><Relationship Id="rId9" Type="http://schemas.openxmlformats.org/officeDocument/2006/relationships/image" Target="../media/image234.png"/><Relationship Id="rId10" Type="http://schemas.openxmlformats.org/officeDocument/2006/relationships/image" Target="../media/image235.png"/><Relationship Id="rId11" Type="http://schemas.openxmlformats.org/officeDocument/2006/relationships/image" Target="../media/image236.png"/><Relationship Id="rId12" Type="http://schemas.openxmlformats.org/officeDocument/2006/relationships/slideLayout" Target="../slideLayouts/slideLayout13.xml"/><Relationship Id="rId1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37.png"/><Relationship Id="rId2" Type="http://schemas.openxmlformats.org/officeDocument/2006/relationships/image" Target="../media/image238.png"/><Relationship Id="rId3" Type="http://schemas.openxmlformats.org/officeDocument/2006/relationships/image" Target="../media/image239.png"/><Relationship Id="rId4" Type="http://schemas.openxmlformats.org/officeDocument/2006/relationships/image" Target="../media/image240.png"/><Relationship Id="rId5" Type="http://schemas.openxmlformats.org/officeDocument/2006/relationships/image" Target="../media/image241.png"/><Relationship Id="rId6" Type="http://schemas.openxmlformats.org/officeDocument/2006/relationships/image" Target="../media/image242.png"/><Relationship Id="rId7" Type="http://schemas.openxmlformats.org/officeDocument/2006/relationships/image" Target="../media/image243.png"/><Relationship Id="rId8" Type="http://schemas.openxmlformats.org/officeDocument/2006/relationships/slideLayout" Target="../slideLayouts/slideLayout13.xml"/><Relationship Id="rId9"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44.png"/><Relationship Id="rId2" Type="http://schemas.openxmlformats.org/officeDocument/2006/relationships/image" Target="../media/image245.png"/><Relationship Id="rId3" Type="http://schemas.openxmlformats.org/officeDocument/2006/relationships/image" Target="../media/image246.png"/><Relationship Id="rId4" Type="http://schemas.openxmlformats.org/officeDocument/2006/relationships/image" Target="../media/image247.png"/><Relationship Id="rId5" Type="http://schemas.openxmlformats.org/officeDocument/2006/relationships/image" Target="../media/image248.png"/><Relationship Id="rId6" Type="http://schemas.openxmlformats.org/officeDocument/2006/relationships/image" Target="../media/image249.png"/><Relationship Id="rId7" Type="http://schemas.openxmlformats.org/officeDocument/2006/relationships/image" Target="../media/image250.png"/><Relationship Id="rId8" Type="http://schemas.openxmlformats.org/officeDocument/2006/relationships/image" Target="../media/image251.png"/><Relationship Id="rId9"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252.png"/><Relationship Id="rId2" Type="http://schemas.openxmlformats.org/officeDocument/2006/relationships/image" Target="../media/image253.png"/><Relationship Id="rId3" Type="http://schemas.openxmlformats.org/officeDocument/2006/relationships/image" Target="../media/image254.png"/><Relationship Id="rId4" Type="http://schemas.openxmlformats.org/officeDocument/2006/relationships/image" Target="../media/image255.png"/><Relationship Id="rId5" Type="http://schemas.openxmlformats.org/officeDocument/2006/relationships/image" Target="../media/image256.png"/><Relationship Id="rId6" Type="http://schemas.openxmlformats.org/officeDocument/2006/relationships/image" Target="../media/image257.png"/><Relationship Id="rId7" Type="http://schemas.openxmlformats.org/officeDocument/2006/relationships/image" Target="../media/image258.png"/><Relationship Id="rId8" Type="http://schemas.openxmlformats.org/officeDocument/2006/relationships/image" Target="../media/image259.png"/><Relationship Id="rId9" Type="http://schemas.openxmlformats.org/officeDocument/2006/relationships/image" Target="../media/image260.png"/><Relationship Id="rId10"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37.xml"/><Relationship Id="rId11"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270.png"/><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image" Target="../media/image273.png"/><Relationship Id="rId5" Type="http://schemas.openxmlformats.org/officeDocument/2006/relationships/image" Target="../media/image274.png"/><Relationship Id="rId6" Type="http://schemas.openxmlformats.org/officeDocument/2006/relationships/image" Target="../media/image275.png"/><Relationship Id="rId7" Type="http://schemas.openxmlformats.org/officeDocument/2006/relationships/image" Target="../media/image276.png"/><Relationship Id="rId8" Type="http://schemas.openxmlformats.org/officeDocument/2006/relationships/slideLayout" Target="../slideLayouts/slideLayout13.xml"/><Relationship Id="rId9"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277.png"/><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7" Type="http://schemas.openxmlformats.org/officeDocument/2006/relationships/image" Target="../media/image278.png"/><Relationship Id="rId8" Type="http://schemas.openxmlformats.org/officeDocument/2006/relationships/image" Target="../media/image279.png"/><Relationship Id="rId9" Type="http://schemas.openxmlformats.org/officeDocument/2006/relationships/image" Target="../media/image280.png"/><Relationship Id="rId10" Type="http://schemas.openxmlformats.org/officeDocument/2006/relationships/slideLayout" Target="../slideLayouts/slideLayout49.xml"/><Relationship Id="rId11"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ubTitle"/>
          </p:nvPr>
        </p:nvSpPr>
        <p:spPr>
          <a:xfrm>
            <a:off x="2883960" y="3283200"/>
            <a:ext cx="3755520" cy="622440"/>
          </a:xfrm>
          <a:prstGeom prst="rect">
            <a:avLst/>
          </a:prstGeom>
          <a:noFill/>
          <a:ln w="0">
            <a:noFill/>
          </a:ln>
        </p:spPr>
        <p:txBody>
          <a:bodyPr lIns="0" rIns="0" tIns="0" bIns="0" anchor="t">
            <a:noAutofit/>
          </a:bodyPr>
          <a:p>
            <a:pPr>
              <a:lnSpc>
                <a:spcPct val="100000"/>
              </a:lnSpc>
              <a:buNone/>
              <a:tabLst>
                <a:tab algn="l" pos="0"/>
              </a:tabLst>
            </a:pPr>
            <a:r>
              <a:rPr b="0" lang="de-DE" sz="1600" spc="-1" strike="noStrike">
                <a:solidFill>
                  <a:srgbClr val="ffffff"/>
                </a:solidFill>
                <a:latin typeface="Calibri"/>
              </a:rPr>
              <a:t>Isabel Feustel | Ulm University</a:t>
            </a:r>
            <a:endParaRPr b="0" lang="en-US" sz="1600" spc="-1" strike="noStrike">
              <a:latin typeface="Arial"/>
            </a:endParaRPr>
          </a:p>
        </p:txBody>
      </p:sp>
      <p:sp>
        <p:nvSpPr>
          <p:cNvPr id="230" name="PlaceHolder 2"/>
          <p:cNvSpPr>
            <a:spLocks noGrp="1"/>
          </p:cNvSpPr>
          <p:nvPr>
            <p:ph type="title"/>
          </p:nvPr>
        </p:nvSpPr>
        <p:spPr>
          <a:xfrm>
            <a:off x="2883960" y="1440720"/>
            <a:ext cx="5610960" cy="1556280"/>
          </a:xfrm>
          <a:prstGeom prst="rect">
            <a:avLst/>
          </a:prstGeom>
          <a:noFill/>
          <a:ln w="0">
            <a:noFill/>
          </a:ln>
        </p:spPr>
        <p:txBody>
          <a:bodyPr lIns="0" rIns="0" tIns="0" bIns="0" anchor="t">
            <a:noAutofit/>
          </a:bodyPr>
          <a:p>
            <a:pPr>
              <a:lnSpc>
                <a:spcPct val="120000"/>
              </a:lnSpc>
              <a:buNone/>
            </a:pPr>
            <a:r>
              <a:rPr b="1" lang="en-US" sz="3200" spc="-1" strike="noStrike">
                <a:solidFill>
                  <a:srgbClr val="ffffff"/>
                </a:solidFill>
                <a:latin typeface="Calibri"/>
              </a:rPr>
              <a:t>Enhancing model transparency: </a:t>
            </a:r>
            <a:br>
              <a:rPr sz="3200"/>
            </a:br>
            <a:r>
              <a:rPr b="1" lang="en-US" sz="3200" spc="-1" strike="noStrike">
                <a:solidFill>
                  <a:srgbClr val="ffffff"/>
                </a:solidFill>
                <a:latin typeface="Calibri"/>
              </a:rPr>
              <a:t>Effects of DK Integration for Conversational XAI</a:t>
            </a:r>
            <a:endParaRPr b="0" lang="en-US" sz="3200" spc="-1" strike="noStrike">
              <a:solidFill>
                <a:srgbClr val="000000"/>
              </a:solidFill>
              <a:latin typeface="Calibri"/>
            </a:endParaRPr>
          </a:p>
        </p:txBody>
      </p:sp>
      <p:pic>
        <p:nvPicPr>
          <p:cNvPr id="231" name="Bildplatzhalter 9" descr=""/>
          <p:cNvPicPr/>
          <p:nvPr/>
        </p:nvPicPr>
        <p:blipFill>
          <a:blip r:embed="rId1"/>
          <a:srcRect l="22751" t="0" r="20890" b="0"/>
          <a:stretch/>
        </p:blipFill>
        <p:spPr>
          <a:xfrm>
            <a:off x="395280" y="1138320"/>
            <a:ext cx="2314440" cy="3665160"/>
          </a:xfrm>
          <a:prstGeom prst="rect">
            <a:avLst/>
          </a:prstGeom>
          <a:ln w="0">
            <a:noFill/>
          </a:ln>
        </p:spPr>
      </p:pic>
      <p:sp>
        <p:nvSpPr>
          <p:cNvPr id="232" name="PlaceHolder 3"/>
          <p:cNvSpPr>
            <a:spLocks noGrp="1"/>
          </p:cNvSpPr>
          <p:nvPr>
            <p:ph/>
          </p:nvPr>
        </p:nvSpPr>
        <p:spPr>
          <a:xfrm rot="10800000">
            <a:off x="8754840" y="2535120"/>
            <a:ext cx="146160" cy="226872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233" name="PlaceHolder 4"/>
          <p:cNvSpPr>
            <a:spLocks noGrp="1"/>
          </p:cNvSpPr>
          <p:nvPr>
            <p:ph type="dt" idx="19"/>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700" spc="-1" strike="noStrike">
                <a:solidFill>
                  <a:srgbClr val="8b8b8b"/>
                </a:solidFill>
                <a:latin typeface="Calibri"/>
              </a:defRPr>
            </a:lvl1pPr>
          </a:lstStyle>
          <a:p>
            <a:pPr>
              <a:lnSpc>
                <a:spcPct val="100000"/>
              </a:lnSpc>
              <a:buNone/>
            </a:pPr>
            <a:r>
              <a:rPr b="0" lang="en-US" sz="700" spc="-1" strike="noStrike">
                <a:solidFill>
                  <a:srgbClr val="8b8b8b"/>
                </a:solidFill>
                <a:latin typeface="Calibri"/>
              </a:rPr>
              <a:t>18.08.2025</a:t>
            </a:r>
            <a:endParaRPr b="0" lang="en-US" sz="700" spc="-1" strike="noStrike">
              <a:latin typeface="Times New Roman"/>
            </a:endParaRPr>
          </a:p>
        </p:txBody>
      </p:sp>
      <p:sp>
        <p:nvSpPr>
          <p:cNvPr id="234" name="PlaceHolder 5"/>
          <p:cNvSpPr>
            <a:spLocks noGrp="1"/>
          </p:cNvSpPr>
          <p:nvPr>
            <p:ph type="ftr" idx="20"/>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700" spc="-1" strike="noStrike">
                <a:solidFill>
                  <a:srgbClr val="8b8b8b"/>
                </a:solidFill>
                <a:latin typeface="Calibri"/>
              </a:defRPr>
            </a:lvl1pPr>
          </a:lstStyle>
          <a:p>
            <a:pPr>
              <a:lnSpc>
                <a:spcPct val="100000"/>
              </a:lnSpc>
              <a:buNone/>
            </a:pPr>
            <a:r>
              <a:rPr b="0" lang="en-US" sz="700" spc="-1" strike="noStrike">
                <a:solidFill>
                  <a:srgbClr val="8b8b8b"/>
                </a:solidFill>
                <a:latin typeface="Calibri"/>
              </a:rPr>
              <a:t>Enhancing model transparency: Effects of DK Integration for Conversational XAI | Feustel</a:t>
            </a:r>
            <a:endParaRPr b="0" lang="en-US" sz="700" spc="-1" strike="noStrike">
              <a:latin typeface="Times New Roman"/>
            </a:endParaRPr>
          </a:p>
        </p:txBody>
      </p:sp>
      <p:sp>
        <p:nvSpPr>
          <p:cNvPr id="235" name="PlaceHolder 6"/>
          <p:cNvSpPr>
            <a:spLocks noGrp="1"/>
          </p:cNvSpPr>
          <p:nvPr>
            <p:ph type="sldNum" idx="21"/>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700" spc="-1" strike="noStrike">
                <a:solidFill>
                  <a:srgbClr val="ffffff"/>
                </a:solidFill>
                <a:latin typeface="Arial"/>
              </a:defRPr>
            </a:lvl1pPr>
          </a:lstStyle>
          <a:p>
            <a:pPr algn="r">
              <a:lnSpc>
                <a:spcPct val="100000"/>
              </a:lnSpc>
              <a:buNone/>
            </a:pPr>
            <a:r>
              <a:rPr b="0" lang="de-DE" sz="700" spc="-1" strike="noStrike">
                <a:solidFill>
                  <a:srgbClr val="ffffff"/>
                </a:solidFill>
                <a:latin typeface="Arial"/>
              </a:rPr>
              <a:t> </a:t>
            </a:r>
            <a:fld id="{A7675BAD-7417-4862-A43D-0D19D4909F95}" type="slidenum">
              <a:rPr b="0" lang="de-DE" sz="700" spc="-1" strike="noStrike">
                <a:solidFill>
                  <a:srgbClr val="ffffff"/>
                </a:solidFill>
                <a:latin typeface="Arial"/>
              </a:rPr>
              <a:t>&lt;number&gt;</a:t>
            </a:fld>
            <a:endParaRPr b="0" lang="en-US" sz="700" spc="-1" strike="noStrike">
              <a:latin typeface="Times New Roman"/>
            </a:endParaRPr>
          </a:p>
        </p:txBody>
      </p:sp>
      <p:pic>
        <p:nvPicPr>
          <p:cNvPr id="236" name="Grafik 14" descr=""/>
          <p:cNvPicPr/>
          <p:nvPr/>
        </p:nvPicPr>
        <p:blipFill>
          <a:blip r:embed="rId2"/>
          <a:stretch/>
        </p:blipFill>
        <p:spPr>
          <a:xfrm>
            <a:off x="198000" y="334800"/>
            <a:ext cx="1776600" cy="502560"/>
          </a:xfrm>
          <a:prstGeom prst="rect">
            <a:avLst/>
          </a:prstGeom>
          <a:ln w="0">
            <a:noFill/>
          </a:ln>
        </p:spPr>
      </p:pic>
      <p:pic>
        <p:nvPicPr>
          <p:cNvPr id="237" name="Grafik 3" descr=""/>
          <p:cNvPicPr/>
          <p:nvPr/>
        </p:nvPicPr>
        <p:blipFill>
          <a:blip r:embed="rId3"/>
          <a:stretch/>
        </p:blipFill>
        <p:spPr>
          <a:xfrm>
            <a:off x="2944800" y="150840"/>
            <a:ext cx="836640" cy="836640"/>
          </a:xfrm>
          <a:prstGeom prst="rect">
            <a:avLst/>
          </a:prstGeom>
          <a:ln w="0">
            <a:noFill/>
          </a:ln>
        </p:spPr>
      </p:pic>
      <p:pic>
        <p:nvPicPr>
          <p:cNvPr id="238" name="Grafik 8" descr=""/>
          <p:cNvPicPr/>
          <p:nvPr/>
        </p:nvPicPr>
        <p:blipFill>
          <a:blip r:embed="rId4"/>
          <a:stretch/>
        </p:blipFill>
        <p:spPr>
          <a:xfrm>
            <a:off x="4824000" y="-198000"/>
            <a:ext cx="1556280" cy="1556280"/>
          </a:xfrm>
          <a:prstGeom prst="rect">
            <a:avLst/>
          </a:prstGeom>
          <a:ln w="0">
            <a:noFill/>
          </a:ln>
        </p:spPr>
      </p:pic>
      <p:pic>
        <p:nvPicPr>
          <p:cNvPr id="239" name="Grafik 11" descr="Ein Bild, das Text, Schrift, Screenshot, Logo enthält.&#10;&#10;KI-generierte Inhalte können fehlerhaft sein."/>
          <p:cNvPicPr/>
          <p:nvPr/>
        </p:nvPicPr>
        <p:blipFill>
          <a:blip r:embed="rId5"/>
          <a:stretch/>
        </p:blipFill>
        <p:spPr>
          <a:xfrm>
            <a:off x="423720" y="3909960"/>
            <a:ext cx="2262960" cy="717840"/>
          </a:xfrm>
          <a:prstGeom prst="rect">
            <a:avLst/>
          </a:prstGeom>
          <a:ln cap="rnd" w="0">
            <a:solidFill>
              <a:srgbClr val="ffffff"/>
            </a:solidFill>
          </a:ln>
        </p:spPr>
      </p:pic>
    </p:spTree>
  </p:cSld>
  <p:transition spd="slow">
    <p:push dir="u"/>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About me</a:t>
            </a:r>
            <a:endParaRPr b="0" lang="en-US" sz="2100" spc="-1" strike="noStrike">
              <a:solidFill>
                <a:srgbClr val="000000"/>
              </a:solidFill>
              <a:latin typeface="Calibri"/>
            </a:endParaRPr>
          </a:p>
        </p:txBody>
      </p:sp>
      <p:sp>
        <p:nvSpPr>
          <p:cNvPr id="241" name="PlaceHolder 2"/>
          <p:cNvSpPr>
            <a:spLocks noGrp="1"/>
          </p:cNvSpPr>
          <p:nvPr>
            <p:ph type="dt" idx="22"/>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242" name="PlaceHolder 3"/>
          <p:cNvSpPr>
            <a:spLocks noGrp="1"/>
          </p:cNvSpPr>
          <p:nvPr>
            <p:ph type="sldNum" idx="23"/>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91667B8B-3195-4671-9320-C116FDABAE1E}" type="slidenum">
              <a:rPr b="0" lang="de-DE" sz="900" spc="-1" strike="noStrike">
                <a:solidFill>
                  <a:srgbClr val="ffffff"/>
                </a:solidFill>
                <a:latin typeface="Arial"/>
              </a:rPr>
              <a:t>&lt;number&gt;</a:t>
            </a:fld>
            <a:endParaRPr b="0" lang="en-US" sz="900" spc="-1" strike="noStrike">
              <a:latin typeface="Times New Roman"/>
            </a:endParaRPr>
          </a:p>
        </p:txBody>
      </p:sp>
      <p:sp>
        <p:nvSpPr>
          <p:cNvPr id="243" name="Rechteck 6"/>
          <p:cNvSpPr/>
          <p:nvPr/>
        </p:nvSpPr>
        <p:spPr>
          <a:xfrm>
            <a:off x="1206000" y="1604520"/>
            <a:ext cx="872280" cy="872280"/>
          </a:xfrm>
          <a:prstGeom prst="rect">
            <a:avLst/>
          </a:prstGeom>
          <a:blipFill rotWithShape="0">
            <a:blip r:embed="rId1"/>
            <a:srcRect/>
            <a:stretch/>
          </a:blipFill>
          <a:ln>
            <a:solidFill>
              <a:srgbClr val="ffffff"/>
            </a:solidFill>
          </a:ln>
        </p:spPr>
        <p:style>
          <a:lnRef idx="2">
            <a:schemeClr val="lt1">
              <a:hueOff val="0"/>
              <a:satOff val="0"/>
              <a:lumOff val="0"/>
              <a:alphaOff val="0"/>
            </a:schemeClr>
          </a:lnRef>
          <a:fillRef idx="0"/>
          <a:effectRef idx="0">
            <a:schemeClr val="accent1">
              <a:hueOff val="0"/>
              <a:satOff val="0"/>
              <a:lumOff val="0"/>
              <a:alphaOff val="0"/>
            </a:schemeClr>
          </a:effectRef>
          <a:fontRef idx="minor"/>
        </p:style>
      </p:sp>
      <p:sp>
        <p:nvSpPr>
          <p:cNvPr id="244" name="Freihandform: Form 7"/>
          <p:cNvSpPr/>
          <p:nvPr/>
        </p:nvSpPr>
        <p:spPr>
          <a:xfrm>
            <a:off x="395640" y="2591280"/>
            <a:ext cx="2493000" cy="373680"/>
          </a:xfrm>
          <a:custGeom>
            <a:avLst/>
            <a:gdLst/>
            <a:ahLst/>
            <a:rect l="l" t="t" r="r" b="b"/>
            <a:pathLst>
              <a:path w="2493281" h="373992">
                <a:moveTo>
                  <a:pt x="0" y="0"/>
                </a:moveTo>
                <a:lnTo>
                  <a:pt x="2493281" y="0"/>
                </a:lnTo>
                <a:lnTo>
                  <a:pt x="2493281" y="373992"/>
                </a:lnTo>
                <a:lnTo>
                  <a:pt x="0" y="373992"/>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0" rIns="0" tIns="0" bIns="0" anchor="t">
            <a:noAutofit/>
          </a:bodyPr>
          <a:p>
            <a:pPr algn="ctr">
              <a:lnSpc>
                <a:spcPct val="100000"/>
              </a:lnSpc>
              <a:spcAft>
                <a:spcPts val="839"/>
              </a:spcAft>
              <a:buNone/>
              <a:tabLst>
                <a:tab algn="l" pos="0"/>
              </a:tabLst>
            </a:pPr>
            <a:r>
              <a:rPr b="1" lang="de-DE" sz="2400" spc="-1" strike="noStrike">
                <a:solidFill>
                  <a:srgbClr val="000000"/>
                </a:solidFill>
                <a:latin typeface="Calibri"/>
              </a:rPr>
              <a:t>Education</a:t>
            </a:r>
            <a:endParaRPr b="0" lang="en-US" sz="2400" spc="-1" strike="noStrike">
              <a:latin typeface="Arial"/>
            </a:endParaRPr>
          </a:p>
        </p:txBody>
      </p:sp>
      <p:sp>
        <p:nvSpPr>
          <p:cNvPr id="245" name="Freihandform: Form 8"/>
          <p:cNvSpPr/>
          <p:nvPr/>
        </p:nvSpPr>
        <p:spPr>
          <a:xfrm>
            <a:off x="395640" y="3018240"/>
            <a:ext cx="2493000" cy="1241640"/>
          </a:xfrm>
          <a:custGeom>
            <a:avLst/>
            <a:gdLst/>
            <a:ahLst/>
            <a:rect l="l" t="t" r="r" b="b"/>
            <a:pathLst>
              <a:path w="2493281" h="1242141">
                <a:moveTo>
                  <a:pt x="0" y="0"/>
                </a:moveTo>
                <a:lnTo>
                  <a:pt x="2493281" y="0"/>
                </a:lnTo>
                <a:lnTo>
                  <a:pt x="2493281" y="1242141"/>
                </a:lnTo>
                <a:lnTo>
                  <a:pt x="0" y="1242141"/>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0" rIns="0" tIns="0" bIns="0" anchor="t">
            <a:noAutofit/>
          </a:bodyPr>
          <a:p>
            <a:pPr algn="ctr">
              <a:lnSpc>
                <a:spcPct val="100000"/>
              </a:lnSpc>
              <a:spcAft>
                <a:spcPts val="595"/>
              </a:spcAft>
              <a:buNone/>
              <a:tabLst>
                <a:tab algn="l" pos="0"/>
              </a:tabLst>
            </a:pPr>
            <a:r>
              <a:rPr b="0" lang="de-DE" sz="1700" spc="-1" strike="noStrike">
                <a:solidFill>
                  <a:srgbClr val="000000"/>
                </a:solidFill>
                <a:latin typeface="Calibri"/>
              </a:rPr>
              <a:t>M. Sc. Media Informatics</a:t>
            </a:r>
            <a:endParaRPr b="0" lang="en-US" sz="1700" spc="-1" strike="noStrike">
              <a:latin typeface="Arial"/>
            </a:endParaRPr>
          </a:p>
          <a:p>
            <a:pPr algn="ctr">
              <a:lnSpc>
                <a:spcPct val="100000"/>
              </a:lnSpc>
              <a:spcAft>
                <a:spcPts val="595"/>
              </a:spcAft>
              <a:buNone/>
              <a:tabLst>
                <a:tab algn="l" pos="0"/>
              </a:tabLst>
            </a:pPr>
            <a:r>
              <a:rPr b="0" lang="de-DE" sz="1700" spc="-1" strike="noStrike">
                <a:solidFill>
                  <a:srgbClr val="000000"/>
                </a:solidFill>
                <a:latin typeface="Calibri"/>
              </a:rPr>
              <a:t>PhD Student at Ulm University</a:t>
            </a:r>
            <a:endParaRPr b="0" lang="en-US" sz="1700" spc="-1" strike="noStrike">
              <a:latin typeface="Arial"/>
            </a:endParaRPr>
          </a:p>
        </p:txBody>
      </p:sp>
      <p:sp>
        <p:nvSpPr>
          <p:cNvPr id="246" name="Rechteck 9"/>
          <p:cNvSpPr/>
          <p:nvPr/>
        </p:nvSpPr>
        <p:spPr>
          <a:xfrm>
            <a:off x="4135680" y="1604520"/>
            <a:ext cx="872280" cy="872280"/>
          </a:xfrm>
          <a:prstGeom prst="rect">
            <a:avLst/>
          </a:prstGeom>
          <a:blipFill rotWithShape="0">
            <a:blip r:embed="rId2"/>
            <a:srcRect/>
            <a:stretch/>
          </a:blipFill>
          <a:ln>
            <a:solidFill>
              <a:srgbClr val="ffffff"/>
            </a:solidFill>
          </a:ln>
        </p:spPr>
        <p:style>
          <a:lnRef idx="2">
            <a:schemeClr val="lt1">
              <a:hueOff val="0"/>
              <a:satOff val="0"/>
              <a:lumOff val="0"/>
              <a:alphaOff val="0"/>
            </a:schemeClr>
          </a:lnRef>
          <a:fillRef idx="0"/>
          <a:effectRef idx="0">
            <a:schemeClr val="accent1">
              <a:hueOff val="0"/>
              <a:satOff val="0"/>
              <a:lumOff val="0"/>
              <a:alphaOff val="0"/>
            </a:schemeClr>
          </a:effectRef>
          <a:fontRef idx="minor"/>
        </p:style>
      </p:sp>
      <p:sp>
        <p:nvSpPr>
          <p:cNvPr id="247" name="Freihandform: Form 10"/>
          <p:cNvSpPr/>
          <p:nvPr/>
        </p:nvSpPr>
        <p:spPr>
          <a:xfrm>
            <a:off x="3325320" y="2591280"/>
            <a:ext cx="2493000" cy="373680"/>
          </a:xfrm>
          <a:custGeom>
            <a:avLst/>
            <a:gdLst/>
            <a:ahLst/>
            <a:rect l="l" t="t" r="r" b="b"/>
            <a:pathLst>
              <a:path w="2493281" h="373992">
                <a:moveTo>
                  <a:pt x="0" y="0"/>
                </a:moveTo>
                <a:lnTo>
                  <a:pt x="2493281" y="0"/>
                </a:lnTo>
                <a:lnTo>
                  <a:pt x="2493281" y="373992"/>
                </a:lnTo>
                <a:lnTo>
                  <a:pt x="0" y="373992"/>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0" rIns="0" tIns="0" bIns="0" anchor="t">
            <a:noAutofit/>
          </a:bodyPr>
          <a:p>
            <a:pPr algn="ctr">
              <a:lnSpc>
                <a:spcPct val="100000"/>
              </a:lnSpc>
              <a:spcAft>
                <a:spcPts val="839"/>
              </a:spcAft>
              <a:buNone/>
              <a:tabLst>
                <a:tab algn="l" pos="0"/>
              </a:tabLst>
            </a:pPr>
            <a:r>
              <a:rPr b="1" lang="de-DE" sz="2400" spc="-1" strike="noStrike">
                <a:solidFill>
                  <a:srgbClr val="000000"/>
                </a:solidFill>
                <a:latin typeface="Calibri"/>
              </a:rPr>
              <a:t>Research Interersts</a:t>
            </a:r>
            <a:endParaRPr b="0" lang="en-US" sz="2400" spc="-1" strike="noStrike">
              <a:latin typeface="Arial"/>
            </a:endParaRPr>
          </a:p>
        </p:txBody>
      </p:sp>
      <p:sp>
        <p:nvSpPr>
          <p:cNvPr id="248" name="Freihandform: Form 11"/>
          <p:cNvSpPr/>
          <p:nvPr/>
        </p:nvSpPr>
        <p:spPr>
          <a:xfrm>
            <a:off x="3325320" y="3018240"/>
            <a:ext cx="2493000" cy="1241640"/>
          </a:xfrm>
          <a:custGeom>
            <a:avLst/>
            <a:gdLst/>
            <a:ahLst/>
            <a:rect l="l" t="t" r="r" b="b"/>
            <a:pathLst>
              <a:path w="2493281" h="1242141">
                <a:moveTo>
                  <a:pt x="0" y="0"/>
                </a:moveTo>
                <a:lnTo>
                  <a:pt x="2493281" y="0"/>
                </a:lnTo>
                <a:lnTo>
                  <a:pt x="2493281" y="1242141"/>
                </a:lnTo>
                <a:lnTo>
                  <a:pt x="0" y="1242141"/>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0" rIns="0" tIns="0" bIns="0" anchor="t">
            <a:noAutofit/>
          </a:bodyPr>
          <a:p>
            <a:pPr algn="ctr">
              <a:lnSpc>
                <a:spcPct val="100000"/>
              </a:lnSpc>
              <a:spcAft>
                <a:spcPts val="595"/>
              </a:spcAft>
              <a:buNone/>
              <a:tabLst>
                <a:tab algn="l" pos="0"/>
              </a:tabLst>
            </a:pPr>
            <a:r>
              <a:rPr b="0" lang="de-DE" sz="1700" spc="-1" strike="noStrike">
                <a:solidFill>
                  <a:srgbClr val="000000"/>
                </a:solidFill>
                <a:latin typeface="Calibri"/>
              </a:rPr>
              <a:t>Dialogue Systems</a:t>
            </a:r>
            <a:endParaRPr b="0" lang="en-US" sz="1700" spc="-1" strike="noStrike">
              <a:latin typeface="Arial"/>
            </a:endParaRPr>
          </a:p>
          <a:p>
            <a:pPr algn="ctr">
              <a:lnSpc>
                <a:spcPct val="100000"/>
              </a:lnSpc>
              <a:spcAft>
                <a:spcPts val="595"/>
              </a:spcAft>
              <a:buNone/>
              <a:tabLst>
                <a:tab algn="l" pos="0"/>
              </a:tabLst>
            </a:pPr>
            <a:r>
              <a:rPr b="0" lang="de-DE" sz="1700" spc="-1" strike="noStrike">
                <a:solidFill>
                  <a:srgbClr val="000000"/>
                </a:solidFill>
                <a:latin typeface="Calibri"/>
              </a:rPr>
              <a:t>Explainable AI</a:t>
            </a:r>
            <a:endParaRPr b="0" lang="en-US" sz="1700" spc="-1" strike="noStrike">
              <a:latin typeface="Arial"/>
            </a:endParaRPr>
          </a:p>
          <a:p>
            <a:pPr algn="ctr">
              <a:lnSpc>
                <a:spcPct val="100000"/>
              </a:lnSpc>
              <a:spcAft>
                <a:spcPts val="595"/>
              </a:spcAft>
              <a:buNone/>
              <a:tabLst>
                <a:tab algn="l" pos="0"/>
              </a:tabLst>
            </a:pPr>
            <a:r>
              <a:rPr b="0" lang="de-DE" sz="1700" spc="-1" strike="noStrike">
                <a:solidFill>
                  <a:srgbClr val="000000"/>
                </a:solidFill>
                <a:latin typeface="Calibri"/>
              </a:rPr>
              <a:t>Human Computer Interaction</a:t>
            </a:r>
            <a:endParaRPr b="0" lang="en-US" sz="1700" spc="-1" strike="noStrike">
              <a:latin typeface="Arial"/>
            </a:endParaRPr>
          </a:p>
        </p:txBody>
      </p:sp>
      <p:sp>
        <p:nvSpPr>
          <p:cNvPr id="249" name="Rechteck 13"/>
          <p:cNvSpPr/>
          <p:nvPr/>
        </p:nvSpPr>
        <p:spPr>
          <a:xfrm>
            <a:off x="7065360" y="1604520"/>
            <a:ext cx="872280" cy="872280"/>
          </a:xfrm>
          <a:prstGeom prst="rect">
            <a:avLst/>
          </a:prstGeom>
          <a:blipFill rotWithShape="0">
            <a:blip r:embed="rId3"/>
            <a:srcRect/>
            <a:stretch/>
          </a:blipFill>
          <a:ln>
            <a:solidFill>
              <a:srgbClr val="ffffff"/>
            </a:solidFill>
          </a:ln>
        </p:spPr>
        <p:style>
          <a:lnRef idx="2">
            <a:schemeClr val="lt1">
              <a:hueOff val="0"/>
              <a:satOff val="0"/>
              <a:lumOff val="0"/>
              <a:alphaOff val="0"/>
            </a:schemeClr>
          </a:lnRef>
          <a:fillRef idx="0"/>
          <a:effectRef idx="0">
            <a:schemeClr val="accent1">
              <a:hueOff val="0"/>
              <a:satOff val="0"/>
              <a:lumOff val="0"/>
              <a:alphaOff val="0"/>
            </a:schemeClr>
          </a:effectRef>
          <a:fontRef idx="minor"/>
        </p:style>
      </p:sp>
      <p:sp>
        <p:nvSpPr>
          <p:cNvPr id="250" name="Freihandform: Form 14"/>
          <p:cNvSpPr/>
          <p:nvPr/>
        </p:nvSpPr>
        <p:spPr>
          <a:xfrm>
            <a:off x="6255000" y="2591280"/>
            <a:ext cx="2493000" cy="373680"/>
          </a:xfrm>
          <a:custGeom>
            <a:avLst/>
            <a:gdLst/>
            <a:ahLst/>
            <a:rect l="l" t="t" r="r" b="b"/>
            <a:pathLst>
              <a:path w="2493281" h="373992">
                <a:moveTo>
                  <a:pt x="0" y="0"/>
                </a:moveTo>
                <a:lnTo>
                  <a:pt x="2493281" y="0"/>
                </a:lnTo>
                <a:lnTo>
                  <a:pt x="2493281" y="373992"/>
                </a:lnTo>
                <a:lnTo>
                  <a:pt x="0" y="373992"/>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0" rIns="0" tIns="0" bIns="0" anchor="t">
            <a:noAutofit/>
          </a:bodyPr>
          <a:p>
            <a:pPr algn="ctr">
              <a:lnSpc>
                <a:spcPct val="100000"/>
              </a:lnSpc>
              <a:spcAft>
                <a:spcPts val="839"/>
              </a:spcAft>
              <a:buNone/>
              <a:tabLst>
                <a:tab algn="l" pos="0"/>
              </a:tabLst>
            </a:pPr>
            <a:r>
              <a:rPr b="1" lang="de-DE" sz="2400" spc="-1" strike="noStrike">
                <a:solidFill>
                  <a:srgbClr val="000000"/>
                </a:solidFill>
                <a:latin typeface="Calibri"/>
              </a:rPr>
              <a:t>Side facts</a:t>
            </a:r>
            <a:endParaRPr b="0" lang="en-US" sz="2400" spc="-1" strike="noStrike">
              <a:latin typeface="Arial"/>
            </a:endParaRPr>
          </a:p>
        </p:txBody>
      </p:sp>
      <p:sp>
        <p:nvSpPr>
          <p:cNvPr id="251" name="Freihandform: Form 15"/>
          <p:cNvSpPr/>
          <p:nvPr/>
        </p:nvSpPr>
        <p:spPr>
          <a:xfrm>
            <a:off x="6255000" y="3018240"/>
            <a:ext cx="2493000" cy="1241640"/>
          </a:xfrm>
          <a:custGeom>
            <a:avLst/>
            <a:gdLst/>
            <a:ahLst/>
            <a:rect l="l" t="t" r="r" b="b"/>
            <a:pathLst>
              <a:path w="2493281" h="1242141">
                <a:moveTo>
                  <a:pt x="0" y="0"/>
                </a:moveTo>
                <a:lnTo>
                  <a:pt x="2493281" y="0"/>
                </a:lnTo>
                <a:lnTo>
                  <a:pt x="2493281" y="1242141"/>
                </a:lnTo>
                <a:lnTo>
                  <a:pt x="0" y="1242141"/>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0" rIns="0" tIns="0" bIns="0" anchor="t">
            <a:noAutofit/>
          </a:bodyPr>
          <a:p>
            <a:pPr algn="ctr">
              <a:lnSpc>
                <a:spcPct val="100000"/>
              </a:lnSpc>
              <a:spcAft>
                <a:spcPts val="595"/>
              </a:spcAft>
              <a:buNone/>
              <a:tabLst>
                <a:tab algn="l" pos="0"/>
              </a:tabLst>
            </a:pPr>
            <a:r>
              <a:rPr b="0" lang="de-DE" sz="1700" spc="-1" strike="noStrike">
                <a:solidFill>
                  <a:srgbClr val="000000"/>
                </a:solidFill>
                <a:latin typeface="Calibri"/>
              </a:rPr>
              <a:t>I love music</a:t>
            </a:r>
            <a:endParaRPr b="0" lang="en-US" sz="1700" spc="-1" strike="noStrike">
              <a:latin typeface="Arial"/>
            </a:endParaRPr>
          </a:p>
          <a:p>
            <a:pPr algn="ctr">
              <a:lnSpc>
                <a:spcPct val="100000"/>
              </a:lnSpc>
              <a:spcAft>
                <a:spcPts val="595"/>
              </a:spcAft>
              <a:buNone/>
              <a:tabLst>
                <a:tab algn="l" pos="0"/>
              </a:tabLst>
            </a:pPr>
            <a:r>
              <a:rPr b="0" lang="de-DE" sz="1700" spc="-1" strike="noStrike">
                <a:solidFill>
                  <a:srgbClr val="000000"/>
                </a:solidFill>
                <a:latin typeface="Calibri"/>
              </a:rPr>
              <a:t>I‘m addicted to video games</a:t>
            </a:r>
            <a:endParaRPr b="0" lang="en-US" sz="1700" spc="-1" strike="noStrike">
              <a:latin typeface="Arial"/>
            </a:endParaRPr>
          </a:p>
          <a:p>
            <a:pPr algn="ctr">
              <a:lnSpc>
                <a:spcPct val="100000"/>
              </a:lnSpc>
              <a:spcAft>
                <a:spcPts val="595"/>
              </a:spcAft>
              <a:buNone/>
              <a:tabLst>
                <a:tab algn="l" pos="0"/>
              </a:tabLst>
            </a:pPr>
            <a:r>
              <a:rPr b="0" lang="de-DE" sz="1700" spc="-1" strike="noStrike">
                <a:solidFill>
                  <a:srgbClr val="000000"/>
                </a:solidFill>
                <a:latin typeface="Calibri"/>
              </a:rPr>
              <a:t>I owned pet rats</a:t>
            </a:r>
            <a:endParaRPr b="0" lang="en-US" sz="1700" spc="-1" strike="noStrike">
              <a:latin typeface="Arial"/>
            </a:endParaRPr>
          </a:p>
        </p:txBody>
      </p:sp>
      <p:sp>
        <p:nvSpPr>
          <p:cNvPr id="5" name="PlaceHolder 4"/>
          <p:cNvSpPr>
            <a:spLocks noGrp="1"/>
          </p:cNvSpPr>
          <p:nvPr>
            <p:ph type="ftr" idx="5"/>
          </p:nvPr>
        </p:nvSpPr>
        <p:spPr/>
        <p:txBody>
          <a:bodyPr/>
          <a:p>
            <a:r>
              <a:t>Enhancing model transparency: Effects of DK Integration for Conversational XAI | Feustel</a:t>
            </a: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 presetSubtype="4">
                                  <p:stCondLst>
                                    <p:cond delay="0"/>
                                  </p:stCondLst>
                                  <p:childTnLst>
                                    <p:set>
                                      <p:cBhvr>
                                        <p:cTn id="6" dur="1" fill="hold">
                                          <p:stCondLst>
                                            <p:cond delay="0"/>
                                          </p:stCondLst>
                                        </p:cTn>
                                        <p:tgtEl>
                                          <p:spTgt spid="243"/>
                                        </p:tgtEl>
                                        <p:attrNameLst>
                                          <p:attrName>style.visibility</p:attrName>
                                        </p:attrNameLst>
                                      </p:cBhvr>
                                      <p:to>
                                        <p:strVal val="visible"/>
                                      </p:to>
                                    </p:set>
                                    <p:anim calcmode="lin" valueType="num">
                                      <p:cBhvr additive="repl">
                                        <p:cTn id="7" dur="500" fill="hold"/>
                                        <p:tgtEl>
                                          <p:spTgt spid="243"/>
                                        </p:tgtEl>
                                        <p:attrNameLst>
                                          <p:attrName>ppt_x</p:attrName>
                                        </p:attrNameLst>
                                      </p:cBhvr>
                                      <p:tavLst>
                                        <p:tav tm="0">
                                          <p:val>
                                            <p:strVal val="#ppt_x"/>
                                          </p:val>
                                        </p:tav>
                                        <p:tav tm="100000">
                                          <p:val>
                                            <p:strVal val="#ppt_x"/>
                                          </p:val>
                                        </p:tav>
                                      </p:tavLst>
                                    </p:anim>
                                    <p:anim calcmode="lin" valueType="num">
                                      <p:cBhvr additive="repl">
                                        <p:cTn id="8" dur="500" fill="hold"/>
                                        <p:tgtEl>
                                          <p:spTgt spid="243"/>
                                        </p:tgtEl>
                                        <p:attrNameLst>
                                          <p:attrName>ppt_y</p:attrName>
                                        </p:attrNameLst>
                                      </p:cBhvr>
                                      <p:tavLst>
                                        <p:tav tm="0">
                                          <p:val>
                                            <p:strVal val="1+#ppt_h/2"/>
                                          </p:val>
                                        </p:tav>
                                        <p:tav tm="100000">
                                          <p:val>
                                            <p:strVal val="#ppt_y"/>
                                          </p:val>
                                        </p:tav>
                                      </p:tavLst>
                                    </p:anim>
                                  </p:childTnLst>
                                </p:cTn>
                              </p:par>
                              <p:par>
                                <p:cTn id="9" nodeType="withEffect" fill="hold" presetClass="entr" presetID="2" presetSubtype="4">
                                  <p:stCondLst>
                                    <p:cond delay="0"/>
                                  </p:stCondLst>
                                  <p:childTnLst>
                                    <p:set>
                                      <p:cBhvr>
                                        <p:cTn id="10" dur="1" fill="hold">
                                          <p:stCondLst>
                                            <p:cond delay="0"/>
                                          </p:stCondLst>
                                        </p:cTn>
                                        <p:tgtEl>
                                          <p:spTgt spid="244"/>
                                        </p:tgtEl>
                                        <p:attrNameLst>
                                          <p:attrName>style.visibility</p:attrName>
                                        </p:attrNameLst>
                                      </p:cBhvr>
                                      <p:to>
                                        <p:strVal val="visible"/>
                                      </p:to>
                                    </p:set>
                                    <p:anim calcmode="lin" valueType="num">
                                      <p:cBhvr additive="repl">
                                        <p:cTn id="11" dur="500" fill="hold"/>
                                        <p:tgtEl>
                                          <p:spTgt spid="244"/>
                                        </p:tgtEl>
                                        <p:attrNameLst>
                                          <p:attrName>ppt_x</p:attrName>
                                        </p:attrNameLst>
                                      </p:cBhvr>
                                      <p:tavLst>
                                        <p:tav tm="0">
                                          <p:val>
                                            <p:strVal val="#ppt_x"/>
                                          </p:val>
                                        </p:tav>
                                        <p:tav tm="100000">
                                          <p:val>
                                            <p:strVal val="#ppt_x"/>
                                          </p:val>
                                        </p:tav>
                                      </p:tavLst>
                                    </p:anim>
                                    <p:anim calcmode="lin" valueType="num">
                                      <p:cBhvr additive="repl">
                                        <p:cTn id="12" dur="500" fill="hold"/>
                                        <p:tgtEl>
                                          <p:spTgt spid="244"/>
                                        </p:tgtEl>
                                        <p:attrNameLst>
                                          <p:attrName>ppt_y</p:attrName>
                                        </p:attrNameLst>
                                      </p:cBhvr>
                                      <p:tavLst>
                                        <p:tav tm="0">
                                          <p:val>
                                            <p:strVal val="1+#ppt_h/2"/>
                                          </p:val>
                                        </p:tav>
                                        <p:tav tm="100000">
                                          <p:val>
                                            <p:strVal val="#ppt_y"/>
                                          </p:val>
                                        </p:tav>
                                      </p:tavLst>
                                    </p:anim>
                                  </p:childTnLst>
                                </p:cTn>
                              </p:par>
                              <p:par>
                                <p:cTn id="13" nodeType="withEffect" fill="hold" presetClass="entr" presetID="2" presetSubtype="4">
                                  <p:stCondLst>
                                    <p:cond delay="0"/>
                                  </p:stCondLst>
                                  <p:childTnLst>
                                    <p:set>
                                      <p:cBhvr>
                                        <p:cTn id="14" dur="1" fill="hold">
                                          <p:stCondLst>
                                            <p:cond delay="0"/>
                                          </p:stCondLst>
                                        </p:cTn>
                                        <p:tgtEl>
                                          <p:spTgt spid="245"/>
                                        </p:tgtEl>
                                        <p:attrNameLst>
                                          <p:attrName>style.visibility</p:attrName>
                                        </p:attrNameLst>
                                      </p:cBhvr>
                                      <p:to>
                                        <p:strVal val="visible"/>
                                      </p:to>
                                    </p:set>
                                    <p:anim calcmode="lin" valueType="num">
                                      <p:cBhvr additive="repl">
                                        <p:cTn id="15" dur="500" fill="hold"/>
                                        <p:tgtEl>
                                          <p:spTgt spid="245"/>
                                        </p:tgtEl>
                                        <p:attrNameLst>
                                          <p:attrName>ppt_x</p:attrName>
                                        </p:attrNameLst>
                                      </p:cBhvr>
                                      <p:tavLst>
                                        <p:tav tm="0">
                                          <p:val>
                                            <p:strVal val="#ppt_x"/>
                                          </p:val>
                                        </p:tav>
                                        <p:tav tm="100000">
                                          <p:val>
                                            <p:strVal val="#ppt_x"/>
                                          </p:val>
                                        </p:tav>
                                      </p:tavLst>
                                    </p:anim>
                                    <p:anim calcmode="lin" valueType="num">
                                      <p:cBhvr additive="repl">
                                        <p:cTn id="16" dur="500" fill="hold"/>
                                        <p:tgtEl>
                                          <p:spTgt spid="24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2" presetSubtype="4">
                                  <p:stCondLst>
                                    <p:cond delay="0"/>
                                  </p:stCondLst>
                                  <p:childTnLst>
                                    <p:set>
                                      <p:cBhvr>
                                        <p:cTn id="20" dur="1" fill="hold">
                                          <p:stCondLst>
                                            <p:cond delay="0"/>
                                          </p:stCondLst>
                                        </p:cTn>
                                        <p:tgtEl>
                                          <p:spTgt spid="246"/>
                                        </p:tgtEl>
                                        <p:attrNameLst>
                                          <p:attrName>style.visibility</p:attrName>
                                        </p:attrNameLst>
                                      </p:cBhvr>
                                      <p:to>
                                        <p:strVal val="visible"/>
                                      </p:to>
                                    </p:set>
                                    <p:anim calcmode="lin" valueType="num">
                                      <p:cBhvr additive="repl">
                                        <p:cTn id="21" dur="500" fill="hold"/>
                                        <p:tgtEl>
                                          <p:spTgt spid="246"/>
                                        </p:tgtEl>
                                        <p:attrNameLst>
                                          <p:attrName>ppt_x</p:attrName>
                                        </p:attrNameLst>
                                      </p:cBhvr>
                                      <p:tavLst>
                                        <p:tav tm="0">
                                          <p:val>
                                            <p:strVal val="#ppt_x"/>
                                          </p:val>
                                        </p:tav>
                                        <p:tav tm="100000">
                                          <p:val>
                                            <p:strVal val="#ppt_x"/>
                                          </p:val>
                                        </p:tav>
                                      </p:tavLst>
                                    </p:anim>
                                    <p:anim calcmode="lin" valueType="num">
                                      <p:cBhvr additive="repl">
                                        <p:cTn id="22" dur="500" fill="hold"/>
                                        <p:tgtEl>
                                          <p:spTgt spid="246"/>
                                        </p:tgtEl>
                                        <p:attrNameLst>
                                          <p:attrName>ppt_y</p:attrName>
                                        </p:attrNameLst>
                                      </p:cBhvr>
                                      <p:tavLst>
                                        <p:tav tm="0">
                                          <p:val>
                                            <p:strVal val="1+#ppt_h/2"/>
                                          </p:val>
                                        </p:tav>
                                        <p:tav tm="100000">
                                          <p:val>
                                            <p:strVal val="#ppt_y"/>
                                          </p:val>
                                        </p:tav>
                                      </p:tavLst>
                                    </p:anim>
                                  </p:childTnLst>
                                </p:cTn>
                              </p:par>
                              <p:par>
                                <p:cTn id="23" nodeType="withEffect" fill="hold" presetClass="entr" presetID="2" presetSubtype="4">
                                  <p:stCondLst>
                                    <p:cond delay="0"/>
                                  </p:stCondLst>
                                  <p:childTnLst>
                                    <p:set>
                                      <p:cBhvr>
                                        <p:cTn id="24" dur="1" fill="hold">
                                          <p:stCondLst>
                                            <p:cond delay="0"/>
                                          </p:stCondLst>
                                        </p:cTn>
                                        <p:tgtEl>
                                          <p:spTgt spid="247"/>
                                        </p:tgtEl>
                                        <p:attrNameLst>
                                          <p:attrName>style.visibility</p:attrName>
                                        </p:attrNameLst>
                                      </p:cBhvr>
                                      <p:to>
                                        <p:strVal val="visible"/>
                                      </p:to>
                                    </p:set>
                                    <p:anim calcmode="lin" valueType="num">
                                      <p:cBhvr additive="repl">
                                        <p:cTn id="25" dur="500" fill="hold"/>
                                        <p:tgtEl>
                                          <p:spTgt spid="247"/>
                                        </p:tgtEl>
                                        <p:attrNameLst>
                                          <p:attrName>ppt_x</p:attrName>
                                        </p:attrNameLst>
                                      </p:cBhvr>
                                      <p:tavLst>
                                        <p:tav tm="0">
                                          <p:val>
                                            <p:strVal val="#ppt_x"/>
                                          </p:val>
                                        </p:tav>
                                        <p:tav tm="100000">
                                          <p:val>
                                            <p:strVal val="#ppt_x"/>
                                          </p:val>
                                        </p:tav>
                                      </p:tavLst>
                                    </p:anim>
                                    <p:anim calcmode="lin" valueType="num">
                                      <p:cBhvr additive="repl">
                                        <p:cTn id="26" dur="500" fill="hold"/>
                                        <p:tgtEl>
                                          <p:spTgt spid="247"/>
                                        </p:tgtEl>
                                        <p:attrNameLst>
                                          <p:attrName>ppt_y</p:attrName>
                                        </p:attrNameLst>
                                      </p:cBhvr>
                                      <p:tavLst>
                                        <p:tav tm="0">
                                          <p:val>
                                            <p:strVal val="1+#ppt_h/2"/>
                                          </p:val>
                                        </p:tav>
                                        <p:tav tm="100000">
                                          <p:val>
                                            <p:strVal val="#ppt_y"/>
                                          </p:val>
                                        </p:tav>
                                      </p:tavLst>
                                    </p:anim>
                                  </p:childTnLst>
                                </p:cTn>
                              </p:par>
                              <p:par>
                                <p:cTn id="27" nodeType="withEffect" fill="hold" presetClass="entr" presetID="2" presetSubtype="4">
                                  <p:stCondLst>
                                    <p:cond delay="0"/>
                                  </p:stCondLst>
                                  <p:childTnLst>
                                    <p:set>
                                      <p:cBhvr>
                                        <p:cTn id="28" dur="1" fill="hold">
                                          <p:stCondLst>
                                            <p:cond delay="0"/>
                                          </p:stCondLst>
                                        </p:cTn>
                                        <p:tgtEl>
                                          <p:spTgt spid="248"/>
                                        </p:tgtEl>
                                        <p:attrNameLst>
                                          <p:attrName>style.visibility</p:attrName>
                                        </p:attrNameLst>
                                      </p:cBhvr>
                                      <p:to>
                                        <p:strVal val="visible"/>
                                      </p:to>
                                    </p:set>
                                    <p:anim calcmode="lin" valueType="num">
                                      <p:cBhvr additive="repl">
                                        <p:cTn id="29" dur="500" fill="hold"/>
                                        <p:tgtEl>
                                          <p:spTgt spid="248"/>
                                        </p:tgtEl>
                                        <p:attrNameLst>
                                          <p:attrName>ppt_x</p:attrName>
                                        </p:attrNameLst>
                                      </p:cBhvr>
                                      <p:tavLst>
                                        <p:tav tm="0">
                                          <p:val>
                                            <p:strVal val="#ppt_x"/>
                                          </p:val>
                                        </p:tav>
                                        <p:tav tm="100000">
                                          <p:val>
                                            <p:strVal val="#ppt_x"/>
                                          </p:val>
                                        </p:tav>
                                      </p:tavLst>
                                    </p:anim>
                                    <p:anim calcmode="lin" valueType="num">
                                      <p:cBhvr additive="repl">
                                        <p:cTn id="30" dur="500" fill="hold"/>
                                        <p:tgtEl>
                                          <p:spTgt spid="24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2" presetSubtype="4">
                                  <p:stCondLst>
                                    <p:cond delay="0"/>
                                  </p:stCondLst>
                                  <p:childTnLst>
                                    <p:set>
                                      <p:cBhvr>
                                        <p:cTn id="34" dur="1" fill="hold">
                                          <p:stCondLst>
                                            <p:cond delay="0"/>
                                          </p:stCondLst>
                                        </p:cTn>
                                        <p:tgtEl>
                                          <p:spTgt spid="249"/>
                                        </p:tgtEl>
                                        <p:attrNameLst>
                                          <p:attrName>style.visibility</p:attrName>
                                        </p:attrNameLst>
                                      </p:cBhvr>
                                      <p:to>
                                        <p:strVal val="visible"/>
                                      </p:to>
                                    </p:set>
                                    <p:anim calcmode="lin" valueType="num">
                                      <p:cBhvr additive="repl">
                                        <p:cTn id="35" dur="500" fill="hold"/>
                                        <p:tgtEl>
                                          <p:spTgt spid="249"/>
                                        </p:tgtEl>
                                        <p:attrNameLst>
                                          <p:attrName>ppt_x</p:attrName>
                                        </p:attrNameLst>
                                      </p:cBhvr>
                                      <p:tavLst>
                                        <p:tav tm="0">
                                          <p:val>
                                            <p:strVal val="#ppt_x"/>
                                          </p:val>
                                        </p:tav>
                                        <p:tav tm="100000">
                                          <p:val>
                                            <p:strVal val="#ppt_x"/>
                                          </p:val>
                                        </p:tav>
                                      </p:tavLst>
                                    </p:anim>
                                    <p:anim calcmode="lin" valueType="num">
                                      <p:cBhvr additive="repl">
                                        <p:cTn id="36" dur="500" fill="hold"/>
                                        <p:tgtEl>
                                          <p:spTgt spid="249"/>
                                        </p:tgtEl>
                                        <p:attrNameLst>
                                          <p:attrName>ppt_y</p:attrName>
                                        </p:attrNameLst>
                                      </p:cBhvr>
                                      <p:tavLst>
                                        <p:tav tm="0">
                                          <p:val>
                                            <p:strVal val="1+#ppt_h/2"/>
                                          </p:val>
                                        </p:tav>
                                        <p:tav tm="100000">
                                          <p:val>
                                            <p:strVal val="#ppt_y"/>
                                          </p:val>
                                        </p:tav>
                                      </p:tavLst>
                                    </p:anim>
                                  </p:childTnLst>
                                </p:cTn>
                              </p:par>
                              <p:par>
                                <p:cTn id="37" nodeType="withEffect" fill="hold" presetClass="entr" presetID="2" presetSubtype="4">
                                  <p:stCondLst>
                                    <p:cond delay="0"/>
                                  </p:stCondLst>
                                  <p:childTnLst>
                                    <p:set>
                                      <p:cBhvr>
                                        <p:cTn id="38" dur="1" fill="hold">
                                          <p:stCondLst>
                                            <p:cond delay="0"/>
                                          </p:stCondLst>
                                        </p:cTn>
                                        <p:tgtEl>
                                          <p:spTgt spid="251"/>
                                        </p:tgtEl>
                                        <p:attrNameLst>
                                          <p:attrName>style.visibility</p:attrName>
                                        </p:attrNameLst>
                                      </p:cBhvr>
                                      <p:to>
                                        <p:strVal val="visible"/>
                                      </p:to>
                                    </p:set>
                                    <p:anim calcmode="lin" valueType="num">
                                      <p:cBhvr additive="repl">
                                        <p:cTn id="39" dur="500" fill="hold"/>
                                        <p:tgtEl>
                                          <p:spTgt spid="251"/>
                                        </p:tgtEl>
                                        <p:attrNameLst>
                                          <p:attrName>ppt_x</p:attrName>
                                        </p:attrNameLst>
                                      </p:cBhvr>
                                      <p:tavLst>
                                        <p:tav tm="0">
                                          <p:val>
                                            <p:strVal val="#ppt_x"/>
                                          </p:val>
                                        </p:tav>
                                        <p:tav tm="100000">
                                          <p:val>
                                            <p:strVal val="#ppt_x"/>
                                          </p:val>
                                        </p:tav>
                                      </p:tavLst>
                                    </p:anim>
                                    <p:anim calcmode="lin" valueType="num">
                                      <p:cBhvr additive="repl">
                                        <p:cTn id="40" dur="500" fill="hold"/>
                                        <p:tgtEl>
                                          <p:spTgt spid="251"/>
                                        </p:tgtEl>
                                        <p:attrNameLst>
                                          <p:attrName>ppt_y</p:attrName>
                                        </p:attrNameLst>
                                      </p:cBhvr>
                                      <p:tavLst>
                                        <p:tav tm="0">
                                          <p:val>
                                            <p:strVal val="1+#ppt_h/2"/>
                                          </p:val>
                                        </p:tav>
                                        <p:tav tm="100000">
                                          <p:val>
                                            <p:strVal val="#ppt_y"/>
                                          </p:val>
                                        </p:tav>
                                      </p:tavLst>
                                    </p:anim>
                                  </p:childTnLst>
                                </p:cTn>
                              </p:par>
                              <p:par>
                                <p:cTn id="41" nodeType="withEffect" fill="hold" presetClass="entr" presetID="2" presetSubtype="4">
                                  <p:stCondLst>
                                    <p:cond delay="0"/>
                                  </p:stCondLst>
                                  <p:childTnLst>
                                    <p:set>
                                      <p:cBhvr>
                                        <p:cTn id="42" dur="1" fill="hold">
                                          <p:stCondLst>
                                            <p:cond delay="0"/>
                                          </p:stCondLst>
                                        </p:cTn>
                                        <p:tgtEl>
                                          <p:spTgt spid="250"/>
                                        </p:tgtEl>
                                        <p:attrNameLst>
                                          <p:attrName>style.visibility</p:attrName>
                                        </p:attrNameLst>
                                      </p:cBhvr>
                                      <p:to>
                                        <p:strVal val="visible"/>
                                      </p:to>
                                    </p:set>
                                    <p:anim calcmode="lin" valueType="num">
                                      <p:cBhvr additive="repl">
                                        <p:cTn id="43" dur="500" fill="hold"/>
                                        <p:tgtEl>
                                          <p:spTgt spid="250"/>
                                        </p:tgtEl>
                                        <p:attrNameLst>
                                          <p:attrName>ppt_x</p:attrName>
                                        </p:attrNameLst>
                                      </p:cBhvr>
                                      <p:tavLst>
                                        <p:tav tm="0">
                                          <p:val>
                                            <p:strVal val="#ppt_x"/>
                                          </p:val>
                                        </p:tav>
                                        <p:tav tm="100000">
                                          <p:val>
                                            <p:strVal val="#ppt_x"/>
                                          </p:val>
                                        </p:tav>
                                      </p:tavLst>
                                    </p:anim>
                                    <p:anim calcmode="lin" valueType="num">
                                      <p:cBhvr additive="repl">
                                        <p:cTn id="44" dur="500" fill="hold"/>
                                        <p:tgtEl>
                                          <p:spTgt spid="2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Outline</a:t>
            </a:r>
            <a:endParaRPr b="0" lang="en-US" sz="2100" spc="-1" strike="noStrike">
              <a:solidFill>
                <a:srgbClr val="000000"/>
              </a:solidFill>
              <a:latin typeface="Calibri"/>
            </a:endParaRPr>
          </a:p>
        </p:txBody>
      </p:sp>
      <p:sp>
        <p:nvSpPr>
          <p:cNvPr id="253" name="PlaceHolder 2"/>
          <p:cNvSpPr>
            <a:spLocks noGrp="1"/>
          </p:cNvSpPr>
          <p:nvPr>
            <p:ph/>
          </p:nvPr>
        </p:nvSpPr>
        <p:spPr>
          <a:xfrm>
            <a:off x="395280" y="1131840"/>
            <a:ext cx="8353080" cy="3675960"/>
          </a:xfrm>
          <a:prstGeom prst="rect">
            <a:avLst/>
          </a:prstGeom>
          <a:noFill/>
          <a:ln w="0">
            <a:noFill/>
          </a:ln>
        </p:spPr>
        <p:txBody>
          <a:bodyPr lIns="0" rIns="0" tIns="0" bIns="0" anchor="t">
            <a:noAutofit/>
          </a:bodyPr>
          <a:p>
            <a:endParaRPr b="0" lang="en-US" sz="1800" spc="-1" strike="noStrike">
              <a:solidFill>
                <a:srgbClr val="000000"/>
              </a:solidFill>
              <a:latin typeface="Calibri"/>
            </a:endParaRPr>
          </a:p>
        </p:txBody>
      </p:sp>
      <p:sp>
        <p:nvSpPr>
          <p:cNvPr id="254" name="PlaceHolder 3"/>
          <p:cNvSpPr>
            <a:spLocks noGrp="1"/>
          </p:cNvSpPr>
          <p:nvPr>
            <p:ph type="dt" idx="24"/>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255" name="PlaceHolder 4"/>
          <p:cNvSpPr>
            <a:spLocks noGrp="1"/>
          </p:cNvSpPr>
          <p:nvPr>
            <p:ph type="sldNum" idx="25"/>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C94B489C-18DB-466A-B9C1-D358B3506AF8}" type="slidenum">
              <a:rPr b="0" lang="de-DE" sz="900" spc="-1" strike="noStrike">
                <a:solidFill>
                  <a:srgbClr val="ffffff"/>
                </a:solidFill>
                <a:latin typeface="Arial"/>
              </a:rPr>
              <a:t>&lt;number&gt;</a:t>
            </a:fld>
            <a:endParaRPr b="0" lang="en-US" sz="900" spc="-1" strike="noStrike">
              <a:latin typeface="Times New Roman"/>
            </a:endParaRPr>
          </a:p>
        </p:txBody>
      </p:sp>
      <p:grpSp>
        <p:nvGrpSpPr>
          <p:cNvPr id="256" name="Gruppieren 26"/>
          <p:cNvGrpSpPr/>
          <p:nvPr/>
        </p:nvGrpSpPr>
        <p:grpSpPr>
          <a:xfrm>
            <a:off x="395280" y="1132920"/>
            <a:ext cx="8312400" cy="505080"/>
            <a:chOff x="395280" y="1132920"/>
            <a:chExt cx="8312400" cy="505080"/>
          </a:xfrm>
        </p:grpSpPr>
        <p:sp>
          <p:nvSpPr>
            <p:cNvPr id="257" name="Rechteck: abgerundete Ecken 8"/>
            <p:cNvSpPr/>
            <p:nvPr/>
          </p:nvSpPr>
          <p:spPr>
            <a:xfrm>
              <a:off x="395280" y="1132920"/>
              <a:ext cx="8312040" cy="505080"/>
            </a:xfrm>
            <a:prstGeom prst="roundRect">
              <a:avLst>
                <a:gd name="adj" fmla="val 10000"/>
              </a:avLst>
            </a:prstGeom>
            <a:solidFill>
              <a:srgbClr val="f2f2f2"/>
            </a:solidFill>
            <a:ln w="0">
              <a:noFill/>
            </a:ln>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p:style>
        </p:sp>
        <p:sp>
          <p:nvSpPr>
            <p:cNvPr id="258" name="Rechteck 9"/>
            <p:cNvSpPr/>
            <p:nvPr/>
          </p:nvSpPr>
          <p:spPr>
            <a:xfrm>
              <a:off x="548280" y="1246680"/>
              <a:ext cx="277560" cy="277560"/>
            </a:xfrm>
            <a:prstGeom prst="rect">
              <a:avLst/>
            </a:prstGeom>
            <a:blipFill rotWithShape="0">
              <a:blip r:embed="rId1"/>
              <a:srcRect/>
              <a:stretch/>
            </a:blipFill>
            <a:ln>
              <a:noFill/>
            </a:ln>
          </p:spPr>
          <p:style>
            <a:lnRef idx="2"/>
            <a:fillRef idx="0"/>
            <a:effectRef idx="0">
              <a:schemeClr val="accent2">
                <a:hueOff val="0"/>
                <a:satOff val="0"/>
                <a:lumOff val="0"/>
                <a:alphaOff val="0"/>
              </a:schemeClr>
            </a:effectRef>
            <a:fontRef idx="minor"/>
          </p:style>
        </p:sp>
        <p:sp>
          <p:nvSpPr>
            <p:cNvPr id="259" name="Freihandform: Form 10"/>
            <p:cNvSpPr/>
            <p:nvPr/>
          </p:nvSpPr>
          <p:spPr>
            <a:xfrm>
              <a:off x="979200" y="1132920"/>
              <a:ext cx="7728480" cy="505080"/>
            </a:xfrm>
            <a:custGeom>
              <a:avLst/>
              <a:gdLst/>
              <a:ahLst/>
              <a:rect l="l" t="t" r="r" b="b"/>
              <a:pathLst>
                <a:path w="7728660" h="505399">
                  <a:moveTo>
                    <a:pt x="0" y="0"/>
                  </a:moveTo>
                  <a:lnTo>
                    <a:pt x="7728660" y="0"/>
                  </a:lnTo>
                  <a:lnTo>
                    <a:pt x="7728660" y="505399"/>
                  </a:lnTo>
                  <a:lnTo>
                    <a:pt x="0" y="505399"/>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53640" rIns="53640" tIns="53640" bIns="53640" anchor="ctr">
              <a:noAutofit/>
            </a:bodyPr>
            <a:p>
              <a:pPr>
                <a:lnSpc>
                  <a:spcPct val="90000"/>
                </a:lnSpc>
                <a:spcAft>
                  <a:spcPts val="666"/>
                </a:spcAft>
                <a:buNone/>
                <a:tabLst>
                  <a:tab algn="l" pos="0"/>
                </a:tabLst>
              </a:pPr>
              <a:r>
                <a:rPr b="0" lang="de-DE" sz="1900" spc="-1" strike="noStrike">
                  <a:solidFill>
                    <a:srgbClr val="000000"/>
                  </a:solidFill>
                  <a:latin typeface="Calibri"/>
                </a:rPr>
                <a:t>Motivation</a:t>
              </a:r>
              <a:endParaRPr b="0" lang="en-US" sz="1900" spc="-1" strike="noStrike">
                <a:latin typeface="Arial"/>
              </a:endParaRPr>
            </a:p>
          </p:txBody>
        </p:sp>
      </p:grpSp>
      <p:grpSp>
        <p:nvGrpSpPr>
          <p:cNvPr id="260" name="Gruppieren 27"/>
          <p:cNvGrpSpPr/>
          <p:nvPr/>
        </p:nvGrpSpPr>
        <p:grpSpPr>
          <a:xfrm>
            <a:off x="395280" y="1764720"/>
            <a:ext cx="8312400" cy="505080"/>
            <a:chOff x="395280" y="1764720"/>
            <a:chExt cx="8312400" cy="505080"/>
          </a:xfrm>
        </p:grpSpPr>
        <p:sp>
          <p:nvSpPr>
            <p:cNvPr id="261" name="Rechteck: abgerundete Ecken 11"/>
            <p:cNvSpPr/>
            <p:nvPr/>
          </p:nvSpPr>
          <p:spPr>
            <a:xfrm>
              <a:off x="395280" y="1764720"/>
              <a:ext cx="8312040" cy="505080"/>
            </a:xfrm>
            <a:prstGeom prst="roundRect">
              <a:avLst>
                <a:gd name="adj" fmla="val 10000"/>
              </a:avLst>
            </a:prstGeom>
            <a:solidFill>
              <a:srgbClr val="f2f2f2"/>
            </a:solidFill>
            <a:ln w="0">
              <a:noFill/>
            </a:ln>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p:style>
        </p:sp>
        <p:sp>
          <p:nvSpPr>
            <p:cNvPr id="262" name="Rechteck 12"/>
            <p:cNvSpPr/>
            <p:nvPr/>
          </p:nvSpPr>
          <p:spPr>
            <a:xfrm>
              <a:off x="548280" y="1878480"/>
              <a:ext cx="277560" cy="277560"/>
            </a:xfrm>
            <a:prstGeom prst="rect">
              <a:avLst/>
            </a:prstGeom>
            <a:blipFill rotWithShape="0">
              <a:blip r:embed="rId2"/>
              <a:srcRect/>
              <a:stretch/>
            </a:blipFill>
            <a:ln>
              <a:noFill/>
            </a:ln>
          </p:spPr>
          <p:style>
            <a:lnRef idx="2"/>
            <a:fillRef idx="0"/>
            <a:effectRef idx="0">
              <a:schemeClr val="accent3">
                <a:hueOff val="0"/>
                <a:satOff val="0"/>
                <a:lumOff val="0"/>
                <a:alphaOff val="0"/>
              </a:schemeClr>
            </a:effectRef>
            <a:fontRef idx="minor"/>
          </p:style>
        </p:sp>
        <p:sp>
          <p:nvSpPr>
            <p:cNvPr id="263" name="Freihandform: Form 13"/>
            <p:cNvSpPr/>
            <p:nvPr/>
          </p:nvSpPr>
          <p:spPr>
            <a:xfrm>
              <a:off x="979200" y="1764720"/>
              <a:ext cx="7728480" cy="505080"/>
            </a:xfrm>
            <a:custGeom>
              <a:avLst/>
              <a:gdLst/>
              <a:ahLst/>
              <a:rect l="l" t="t" r="r" b="b"/>
              <a:pathLst>
                <a:path w="7728660" h="505399">
                  <a:moveTo>
                    <a:pt x="0" y="0"/>
                  </a:moveTo>
                  <a:lnTo>
                    <a:pt x="7728660" y="0"/>
                  </a:lnTo>
                  <a:lnTo>
                    <a:pt x="7728660" y="505399"/>
                  </a:lnTo>
                  <a:lnTo>
                    <a:pt x="0" y="505399"/>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53640" rIns="53640" tIns="53640" bIns="53640" anchor="ctr">
              <a:noAutofit/>
            </a:bodyPr>
            <a:p>
              <a:pPr>
                <a:lnSpc>
                  <a:spcPct val="90000"/>
                </a:lnSpc>
                <a:spcAft>
                  <a:spcPts val="666"/>
                </a:spcAft>
                <a:buNone/>
                <a:tabLst>
                  <a:tab algn="l" pos="0"/>
                </a:tabLst>
              </a:pPr>
              <a:r>
                <a:rPr b="0" lang="de-DE" sz="1900" spc="-1" strike="noStrike">
                  <a:solidFill>
                    <a:srgbClr val="000000"/>
                  </a:solidFill>
                  <a:latin typeface="Calibri"/>
                </a:rPr>
                <a:t>Foundations of XAI</a:t>
              </a:r>
              <a:endParaRPr b="0" lang="en-US" sz="1900" spc="-1" strike="noStrike">
                <a:latin typeface="Arial"/>
              </a:endParaRPr>
            </a:p>
          </p:txBody>
        </p:sp>
      </p:grpSp>
      <p:grpSp>
        <p:nvGrpSpPr>
          <p:cNvPr id="264" name="Gruppieren 28"/>
          <p:cNvGrpSpPr/>
          <p:nvPr/>
        </p:nvGrpSpPr>
        <p:grpSpPr>
          <a:xfrm>
            <a:off x="395280" y="2396520"/>
            <a:ext cx="8312400" cy="505080"/>
            <a:chOff x="395280" y="2396520"/>
            <a:chExt cx="8312400" cy="505080"/>
          </a:xfrm>
        </p:grpSpPr>
        <p:sp>
          <p:nvSpPr>
            <p:cNvPr id="265" name="Rechteck: abgerundete Ecken 14"/>
            <p:cNvSpPr/>
            <p:nvPr/>
          </p:nvSpPr>
          <p:spPr>
            <a:xfrm>
              <a:off x="395280" y="2396520"/>
              <a:ext cx="8312040" cy="505080"/>
            </a:xfrm>
            <a:prstGeom prst="roundRect">
              <a:avLst>
                <a:gd name="adj" fmla="val 10000"/>
              </a:avLst>
            </a:prstGeom>
            <a:solidFill>
              <a:srgbClr val="f2f2f2"/>
            </a:solidFill>
            <a:ln w="0">
              <a:noFill/>
            </a:ln>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p:style>
        </p:sp>
        <p:sp>
          <p:nvSpPr>
            <p:cNvPr id="266" name="Rechteck 15"/>
            <p:cNvSpPr/>
            <p:nvPr/>
          </p:nvSpPr>
          <p:spPr>
            <a:xfrm>
              <a:off x="548280" y="2510280"/>
              <a:ext cx="277560" cy="277560"/>
            </a:xfrm>
            <a:prstGeom prst="rect">
              <a:avLst/>
            </a:prstGeom>
            <a:blipFill rotWithShape="0">
              <a:blip r:embed="rId3"/>
              <a:srcRect/>
              <a:stretch/>
            </a:blipFill>
            <a:ln>
              <a:noFill/>
            </a:ln>
          </p:spPr>
          <p:style>
            <a:lnRef idx="2"/>
            <a:fillRef idx="0"/>
            <a:effectRef idx="0">
              <a:schemeClr val="accent4">
                <a:hueOff val="0"/>
                <a:satOff val="0"/>
                <a:lumOff val="0"/>
                <a:alphaOff val="0"/>
              </a:schemeClr>
            </a:effectRef>
            <a:fontRef idx="minor"/>
          </p:style>
        </p:sp>
        <p:sp>
          <p:nvSpPr>
            <p:cNvPr id="267" name="Freihandform: Form 16"/>
            <p:cNvSpPr/>
            <p:nvPr/>
          </p:nvSpPr>
          <p:spPr>
            <a:xfrm>
              <a:off x="979200" y="2396520"/>
              <a:ext cx="7728480" cy="505080"/>
            </a:xfrm>
            <a:custGeom>
              <a:avLst/>
              <a:gdLst/>
              <a:ahLst/>
              <a:rect l="l" t="t" r="r" b="b"/>
              <a:pathLst>
                <a:path w="7728660" h="505399">
                  <a:moveTo>
                    <a:pt x="0" y="0"/>
                  </a:moveTo>
                  <a:lnTo>
                    <a:pt x="7728660" y="0"/>
                  </a:lnTo>
                  <a:lnTo>
                    <a:pt x="7728660" y="505399"/>
                  </a:lnTo>
                  <a:lnTo>
                    <a:pt x="0" y="505399"/>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53640" rIns="53640" tIns="53640" bIns="53640" anchor="ctr">
              <a:noAutofit/>
            </a:bodyPr>
            <a:p>
              <a:pPr>
                <a:lnSpc>
                  <a:spcPct val="90000"/>
                </a:lnSpc>
                <a:spcAft>
                  <a:spcPts val="666"/>
                </a:spcAft>
                <a:buNone/>
                <a:tabLst>
                  <a:tab algn="l" pos="0"/>
                </a:tabLst>
              </a:pPr>
              <a:r>
                <a:rPr b="0" lang="de-DE" sz="1900" spc="-1" strike="noStrike">
                  <a:solidFill>
                    <a:srgbClr val="000000"/>
                  </a:solidFill>
                  <a:latin typeface="Calibri"/>
                </a:rPr>
                <a:t>Concept for Domain Knowledge Integration</a:t>
              </a:r>
              <a:endParaRPr b="0" lang="en-US" sz="1900" spc="-1" strike="noStrike">
                <a:latin typeface="Arial"/>
              </a:endParaRPr>
            </a:p>
          </p:txBody>
        </p:sp>
      </p:grpSp>
      <p:grpSp>
        <p:nvGrpSpPr>
          <p:cNvPr id="268" name="Gruppieren 32"/>
          <p:cNvGrpSpPr/>
          <p:nvPr/>
        </p:nvGrpSpPr>
        <p:grpSpPr>
          <a:xfrm>
            <a:off x="395280" y="3028320"/>
            <a:ext cx="8312400" cy="505080"/>
            <a:chOff x="395280" y="3028320"/>
            <a:chExt cx="8312400" cy="505080"/>
          </a:xfrm>
        </p:grpSpPr>
        <p:sp>
          <p:nvSpPr>
            <p:cNvPr id="269" name="Rechteck: abgerundete Ecken 17"/>
            <p:cNvSpPr/>
            <p:nvPr/>
          </p:nvSpPr>
          <p:spPr>
            <a:xfrm>
              <a:off x="395280" y="3028320"/>
              <a:ext cx="8312040" cy="505080"/>
            </a:xfrm>
            <a:prstGeom prst="roundRect">
              <a:avLst>
                <a:gd name="adj" fmla="val 10000"/>
              </a:avLst>
            </a:prstGeom>
            <a:solidFill>
              <a:srgbClr val="f2f2f2"/>
            </a:solidFill>
            <a:ln w="0">
              <a:noFill/>
            </a:ln>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p:style>
        </p:sp>
        <p:sp>
          <p:nvSpPr>
            <p:cNvPr id="270" name="Rechteck 18"/>
            <p:cNvSpPr/>
            <p:nvPr/>
          </p:nvSpPr>
          <p:spPr>
            <a:xfrm>
              <a:off x="548280" y="3142080"/>
              <a:ext cx="277560" cy="277560"/>
            </a:xfrm>
            <a:prstGeom prst="rect">
              <a:avLst/>
            </a:prstGeom>
            <a:blipFill rotWithShape="0">
              <a:blip r:embed="rId4"/>
              <a:srcRect/>
              <a:stretch/>
            </a:blipFill>
            <a:ln>
              <a:noFill/>
            </a:ln>
          </p:spPr>
          <p:style>
            <a:lnRef idx="2"/>
            <a:fillRef idx="0"/>
            <a:effectRef idx="0">
              <a:schemeClr val="accent5">
                <a:hueOff val="0"/>
                <a:satOff val="0"/>
                <a:lumOff val="0"/>
                <a:alphaOff val="0"/>
              </a:schemeClr>
            </a:effectRef>
            <a:fontRef idx="minor"/>
          </p:style>
        </p:sp>
        <p:sp>
          <p:nvSpPr>
            <p:cNvPr id="271" name="Freihandform: Form 19"/>
            <p:cNvSpPr/>
            <p:nvPr/>
          </p:nvSpPr>
          <p:spPr>
            <a:xfrm>
              <a:off x="979200" y="3028320"/>
              <a:ext cx="7728480" cy="505080"/>
            </a:xfrm>
            <a:custGeom>
              <a:avLst/>
              <a:gdLst/>
              <a:ahLst/>
              <a:rect l="l" t="t" r="r" b="b"/>
              <a:pathLst>
                <a:path w="7728660" h="505399">
                  <a:moveTo>
                    <a:pt x="0" y="0"/>
                  </a:moveTo>
                  <a:lnTo>
                    <a:pt x="7728660" y="0"/>
                  </a:lnTo>
                  <a:lnTo>
                    <a:pt x="7728660" y="505399"/>
                  </a:lnTo>
                  <a:lnTo>
                    <a:pt x="0" y="505399"/>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53640" rIns="53640" tIns="53640" bIns="53640" anchor="ctr">
              <a:noAutofit/>
            </a:bodyPr>
            <a:p>
              <a:pPr>
                <a:lnSpc>
                  <a:spcPct val="90000"/>
                </a:lnSpc>
                <a:spcAft>
                  <a:spcPts val="666"/>
                </a:spcAft>
                <a:buNone/>
                <a:tabLst>
                  <a:tab algn="l" pos="0"/>
                </a:tabLst>
              </a:pPr>
              <a:r>
                <a:rPr b="0" lang="de-DE" sz="1900" spc="-1" strike="noStrike">
                  <a:solidFill>
                    <a:srgbClr val="000000"/>
                  </a:solidFill>
                  <a:latin typeface="Calibri"/>
                </a:rPr>
                <a:t>Automatic Generation of Structured Knowledge</a:t>
              </a:r>
              <a:endParaRPr b="0" lang="en-US" sz="1900" spc="-1" strike="noStrike">
                <a:latin typeface="Arial"/>
              </a:endParaRPr>
            </a:p>
          </p:txBody>
        </p:sp>
      </p:grpSp>
      <p:grpSp>
        <p:nvGrpSpPr>
          <p:cNvPr id="272" name="Gruppieren 31"/>
          <p:cNvGrpSpPr/>
          <p:nvPr/>
        </p:nvGrpSpPr>
        <p:grpSpPr>
          <a:xfrm>
            <a:off x="395280" y="3660120"/>
            <a:ext cx="8312400" cy="505080"/>
            <a:chOff x="395280" y="3660120"/>
            <a:chExt cx="8312400" cy="505080"/>
          </a:xfrm>
        </p:grpSpPr>
        <p:sp>
          <p:nvSpPr>
            <p:cNvPr id="273" name="Rechteck: abgerundete Ecken 20"/>
            <p:cNvSpPr/>
            <p:nvPr/>
          </p:nvSpPr>
          <p:spPr>
            <a:xfrm>
              <a:off x="395280" y="3660120"/>
              <a:ext cx="8312040" cy="505080"/>
            </a:xfrm>
            <a:prstGeom prst="roundRect">
              <a:avLst>
                <a:gd name="adj" fmla="val 10000"/>
              </a:avLst>
            </a:prstGeom>
            <a:solidFill>
              <a:srgbClr val="f2f2f2"/>
            </a:solidFill>
            <a:ln w="0">
              <a:noFill/>
            </a:ln>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p:style>
        </p:sp>
        <p:sp>
          <p:nvSpPr>
            <p:cNvPr id="274" name="Rechteck 21"/>
            <p:cNvSpPr/>
            <p:nvPr/>
          </p:nvSpPr>
          <p:spPr>
            <a:xfrm>
              <a:off x="548280" y="3773880"/>
              <a:ext cx="277560" cy="277560"/>
            </a:xfrm>
            <a:prstGeom prst="rect">
              <a:avLst/>
            </a:prstGeom>
            <a:blipFill rotWithShape="0">
              <a:blip r:embed="rId5"/>
              <a:srcRect/>
              <a:stretch/>
            </a:blipFill>
            <a:ln>
              <a:noFill/>
            </a:ln>
          </p:spPr>
          <p:style>
            <a:lnRef idx="2"/>
            <a:fillRef idx="0"/>
            <a:effectRef idx="0">
              <a:schemeClr val="accent6">
                <a:hueOff val="0"/>
                <a:satOff val="0"/>
                <a:lumOff val="0"/>
                <a:alphaOff val="0"/>
              </a:schemeClr>
            </a:effectRef>
            <a:fontRef idx="minor"/>
          </p:style>
        </p:sp>
        <p:sp>
          <p:nvSpPr>
            <p:cNvPr id="275" name="Freihandform: Form 22"/>
            <p:cNvSpPr/>
            <p:nvPr/>
          </p:nvSpPr>
          <p:spPr>
            <a:xfrm>
              <a:off x="979200" y="3660120"/>
              <a:ext cx="7728480" cy="505080"/>
            </a:xfrm>
            <a:custGeom>
              <a:avLst/>
              <a:gdLst/>
              <a:ahLst/>
              <a:rect l="l" t="t" r="r" b="b"/>
              <a:pathLst>
                <a:path w="7728660" h="505399">
                  <a:moveTo>
                    <a:pt x="0" y="0"/>
                  </a:moveTo>
                  <a:lnTo>
                    <a:pt x="7728660" y="0"/>
                  </a:lnTo>
                  <a:lnTo>
                    <a:pt x="7728660" y="505399"/>
                  </a:lnTo>
                  <a:lnTo>
                    <a:pt x="0" y="505399"/>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53640" rIns="53640" tIns="53640" bIns="53640" anchor="ctr">
              <a:noAutofit/>
            </a:bodyPr>
            <a:p>
              <a:pPr>
                <a:lnSpc>
                  <a:spcPct val="90000"/>
                </a:lnSpc>
                <a:spcAft>
                  <a:spcPts val="666"/>
                </a:spcAft>
                <a:buNone/>
                <a:tabLst>
                  <a:tab algn="l" pos="0"/>
                </a:tabLst>
              </a:pPr>
              <a:r>
                <a:rPr b="0" lang="de-DE" sz="1900" spc="-1" strike="noStrike">
                  <a:solidFill>
                    <a:srgbClr val="000000"/>
                  </a:solidFill>
                  <a:latin typeface="Calibri"/>
                </a:rPr>
                <a:t>Evaluation</a:t>
              </a:r>
              <a:endParaRPr b="0" lang="en-US" sz="1900" spc="-1" strike="noStrike">
                <a:latin typeface="Arial"/>
              </a:endParaRPr>
            </a:p>
          </p:txBody>
        </p:sp>
      </p:grpSp>
      <p:grpSp>
        <p:nvGrpSpPr>
          <p:cNvPr id="276" name="Gruppieren 29"/>
          <p:cNvGrpSpPr/>
          <p:nvPr/>
        </p:nvGrpSpPr>
        <p:grpSpPr>
          <a:xfrm>
            <a:off x="395280" y="4291920"/>
            <a:ext cx="8312400" cy="505080"/>
            <a:chOff x="395280" y="4291920"/>
            <a:chExt cx="8312400" cy="505080"/>
          </a:xfrm>
        </p:grpSpPr>
        <p:sp>
          <p:nvSpPr>
            <p:cNvPr id="277" name="Rechteck: abgerundete Ecken 23"/>
            <p:cNvSpPr/>
            <p:nvPr/>
          </p:nvSpPr>
          <p:spPr>
            <a:xfrm>
              <a:off x="395280" y="4291920"/>
              <a:ext cx="8312040" cy="505080"/>
            </a:xfrm>
            <a:prstGeom prst="roundRect">
              <a:avLst>
                <a:gd name="adj" fmla="val 10000"/>
              </a:avLst>
            </a:prstGeom>
            <a:solidFill>
              <a:srgbClr val="f2f2f2"/>
            </a:solidFill>
            <a:ln w="0">
              <a:noFill/>
            </a:ln>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p:style>
        </p:sp>
        <p:sp>
          <p:nvSpPr>
            <p:cNvPr id="278" name="Rechteck 24"/>
            <p:cNvSpPr/>
            <p:nvPr/>
          </p:nvSpPr>
          <p:spPr>
            <a:xfrm>
              <a:off x="548280" y="4405680"/>
              <a:ext cx="277560" cy="277560"/>
            </a:xfrm>
            <a:prstGeom prst="rect">
              <a:avLst/>
            </a:prstGeom>
            <a:blipFill rotWithShape="0">
              <a:blip r:embed="rId6"/>
              <a:srcRect/>
              <a:stretch/>
            </a:blipFill>
            <a:ln>
              <a:noFill/>
            </a:ln>
          </p:spPr>
          <p:style>
            <a:lnRef idx="2"/>
            <a:fillRef idx="0"/>
            <a:effectRef idx="0">
              <a:schemeClr val="accent2">
                <a:hueOff val="0"/>
                <a:satOff val="0"/>
                <a:lumOff val="0"/>
                <a:alphaOff val="0"/>
              </a:schemeClr>
            </a:effectRef>
            <a:fontRef idx="minor"/>
          </p:style>
        </p:sp>
        <p:sp>
          <p:nvSpPr>
            <p:cNvPr id="279" name="Freihandform: Form 25"/>
            <p:cNvSpPr/>
            <p:nvPr/>
          </p:nvSpPr>
          <p:spPr>
            <a:xfrm>
              <a:off x="979200" y="4291920"/>
              <a:ext cx="7728480" cy="505080"/>
            </a:xfrm>
            <a:custGeom>
              <a:avLst/>
              <a:gdLst/>
              <a:ahLst/>
              <a:rect l="l" t="t" r="r" b="b"/>
              <a:pathLst>
                <a:path w="7728660" h="505399">
                  <a:moveTo>
                    <a:pt x="0" y="0"/>
                  </a:moveTo>
                  <a:lnTo>
                    <a:pt x="7728660" y="0"/>
                  </a:lnTo>
                  <a:lnTo>
                    <a:pt x="7728660" y="505399"/>
                  </a:lnTo>
                  <a:lnTo>
                    <a:pt x="0" y="505399"/>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53640" rIns="53640" tIns="53640" bIns="53640" anchor="ctr">
              <a:noAutofit/>
            </a:bodyPr>
            <a:p>
              <a:pPr>
                <a:lnSpc>
                  <a:spcPct val="90000"/>
                </a:lnSpc>
                <a:spcAft>
                  <a:spcPts val="666"/>
                </a:spcAft>
                <a:buNone/>
                <a:tabLst>
                  <a:tab algn="l" pos="0"/>
                </a:tabLst>
              </a:pPr>
              <a:r>
                <a:rPr b="0" lang="de-DE" sz="1900" spc="-1" strike="noStrike">
                  <a:solidFill>
                    <a:srgbClr val="000000"/>
                  </a:solidFill>
                  <a:latin typeface="Calibri"/>
                </a:rPr>
                <a:t>Conclusion</a:t>
              </a:r>
              <a:endParaRPr b="0" lang="en-US" sz="1900" spc="-1" strike="noStrike">
                <a:latin typeface="Arial"/>
              </a:endParaRPr>
            </a:p>
          </p:txBody>
        </p:sp>
      </p:grpSp>
      <p:sp>
        <p:nvSpPr>
          <p:cNvPr id="6" name="PlaceHolder 5"/>
          <p:cNvSpPr>
            <a:spLocks noGrp="1"/>
          </p:cNvSpPr>
          <p:nvPr>
            <p:ph type="ftr" idx="5"/>
          </p:nvPr>
        </p:nvSpPr>
        <p:spPr/>
        <p:txBody>
          <a:bodyPr/>
          <a:p>
            <a:r>
              <a:t>Enhancing model transparency: Effects of DK Integration for Conversational XAI | Feustel</a:t>
            </a:r>
          </a:p>
        </p:txBody>
      </p:sp>
    </p:spTree>
  </p:cSld>
  <mc:AlternateContent>
    <mc:Choice Requires="p14">
      <p:transition spd="slow" p14:dur="2000"/>
    </mc:Choice>
    <mc:Fallback>
      <p:transition spd="slow"/>
    </mc:Fallback>
  </mc:AlternateContent>
  <p:timing>
    <p:tnLst>
      <p:par>
        <p:cTn id="45" dur="indefinite" restart="never" nodeType="tmRoot">
          <p:childTnLst>
            <p:seq>
              <p:cTn id="46" dur="indefinite" nodeType="mainSeq">
                <p:childTnLst>
                  <p:par>
                    <p:cTn id="47" fill="hold">
                      <p:stCondLst>
                        <p:cond delay="indefinite"/>
                      </p:stCondLst>
                      <p:childTnLst>
                        <p:par>
                          <p:cTn id="48" fill="hold">
                            <p:stCondLst>
                              <p:cond delay="0"/>
                            </p:stCondLst>
                            <p:childTnLst>
                              <p:par>
                                <p:cTn id="49" nodeType="clickEffect" fill="hold" presetClass="emph" presetID="26">
                                  <p:stCondLst>
                                    <p:cond delay="0"/>
                                  </p:stCondLst>
                                  <p:childTnLst>
                                    <p:animEffect filter="fade" transition="out">
                                      <p:cBhvr additive="repl">
                                        <p:cTn id="50" dur="500"/>
                                        <p:tgtEl>
                                          <p:spTgt spid="256"/>
                                        </p:tgtEl>
                                      </p:cBhvr>
                                    </p:animEffect>
                                    <p:animScale>
                                      <p:cBhvr>
                                        <p:cTn id="51" dur="250" autoRev="1" fill="hold"/>
                                        <p:tgtEl>
                                          <p:spTgt spid="256"/>
                                        </p:tgtEl>
                                      </p:cBhvr>
                                      <p:by x="105000" y="105000"/>
                                    </p:animScale>
                                  </p:childTnLst>
                                </p:cTn>
                              </p:par>
                            </p:childTnLst>
                          </p:cTn>
                        </p:par>
                      </p:childTnLst>
                    </p:cTn>
                  </p:par>
                  <p:par>
                    <p:cTn id="52" fill="hold">
                      <p:stCondLst>
                        <p:cond delay="indefinite"/>
                      </p:stCondLst>
                      <p:childTnLst>
                        <p:par>
                          <p:cTn id="53" fill="hold">
                            <p:stCondLst>
                              <p:cond delay="0"/>
                            </p:stCondLst>
                            <p:childTnLst>
                              <p:par>
                                <p:cTn id="54" nodeType="clickEffect" fill="hold" presetClass="emph" presetID="26">
                                  <p:stCondLst>
                                    <p:cond delay="0"/>
                                  </p:stCondLst>
                                  <p:childTnLst>
                                    <p:animEffect filter="fade" transition="out">
                                      <p:cBhvr additive="repl">
                                        <p:cTn id="55" dur="500"/>
                                        <p:tgtEl>
                                          <p:spTgt spid="260"/>
                                        </p:tgtEl>
                                      </p:cBhvr>
                                    </p:animEffect>
                                    <p:animScale>
                                      <p:cBhvr>
                                        <p:cTn id="56" dur="250" autoRev="1" fill="hold"/>
                                        <p:tgtEl>
                                          <p:spTgt spid="260"/>
                                        </p:tgtEl>
                                      </p:cBhvr>
                                      <p:by x="105000" y="105000"/>
                                    </p:animScale>
                                  </p:childTnLst>
                                </p:cTn>
                              </p:par>
                            </p:childTnLst>
                          </p:cTn>
                        </p:par>
                      </p:childTnLst>
                    </p:cTn>
                  </p:par>
                  <p:par>
                    <p:cTn id="57" fill="hold">
                      <p:stCondLst>
                        <p:cond delay="indefinite"/>
                      </p:stCondLst>
                      <p:childTnLst>
                        <p:par>
                          <p:cTn id="58" fill="hold">
                            <p:stCondLst>
                              <p:cond delay="0"/>
                            </p:stCondLst>
                            <p:childTnLst>
                              <p:par>
                                <p:cTn id="59" nodeType="clickEffect" fill="hold" presetClass="emph" presetID="26">
                                  <p:stCondLst>
                                    <p:cond delay="0"/>
                                  </p:stCondLst>
                                  <p:childTnLst>
                                    <p:animEffect filter="fade" transition="out">
                                      <p:cBhvr additive="repl">
                                        <p:cTn id="60" dur="500"/>
                                        <p:tgtEl>
                                          <p:spTgt spid="264"/>
                                        </p:tgtEl>
                                      </p:cBhvr>
                                    </p:animEffect>
                                    <p:animScale>
                                      <p:cBhvr>
                                        <p:cTn id="61" dur="250" autoRev="1" fill="hold"/>
                                        <p:tgtEl>
                                          <p:spTgt spid="264"/>
                                        </p:tgtEl>
                                      </p:cBhvr>
                                      <p:by x="105000" y="105000"/>
                                    </p:animScale>
                                  </p:childTnLst>
                                </p:cTn>
                              </p:par>
                            </p:childTnLst>
                          </p:cTn>
                        </p:par>
                      </p:childTnLst>
                    </p:cTn>
                  </p:par>
                  <p:par>
                    <p:cTn id="62" fill="hold">
                      <p:stCondLst>
                        <p:cond delay="indefinite"/>
                      </p:stCondLst>
                      <p:childTnLst>
                        <p:par>
                          <p:cTn id="63" fill="hold">
                            <p:stCondLst>
                              <p:cond delay="0"/>
                            </p:stCondLst>
                            <p:childTnLst>
                              <p:par>
                                <p:cTn id="64" nodeType="clickEffect" fill="hold" presetClass="emph" presetID="26">
                                  <p:stCondLst>
                                    <p:cond delay="0"/>
                                  </p:stCondLst>
                                  <p:childTnLst>
                                    <p:animEffect filter="fade" transition="out">
                                      <p:cBhvr additive="repl">
                                        <p:cTn id="65" dur="500"/>
                                        <p:tgtEl>
                                          <p:spTgt spid="268"/>
                                        </p:tgtEl>
                                      </p:cBhvr>
                                    </p:animEffect>
                                    <p:animScale>
                                      <p:cBhvr>
                                        <p:cTn id="66" dur="250" autoRev="1" fill="hold"/>
                                        <p:tgtEl>
                                          <p:spTgt spid="268"/>
                                        </p:tgtEl>
                                      </p:cBhvr>
                                      <p:by x="105000" y="105000"/>
                                    </p:animScale>
                                  </p:childTnLst>
                                </p:cTn>
                              </p:par>
                            </p:childTnLst>
                          </p:cTn>
                        </p:par>
                      </p:childTnLst>
                    </p:cTn>
                  </p:par>
                  <p:par>
                    <p:cTn id="67" fill="hold">
                      <p:stCondLst>
                        <p:cond delay="indefinite"/>
                      </p:stCondLst>
                      <p:childTnLst>
                        <p:par>
                          <p:cTn id="68" fill="hold">
                            <p:stCondLst>
                              <p:cond delay="0"/>
                            </p:stCondLst>
                            <p:childTnLst>
                              <p:par>
                                <p:cTn id="69" nodeType="clickEffect" fill="hold" presetClass="emph" presetID="26">
                                  <p:stCondLst>
                                    <p:cond delay="0"/>
                                  </p:stCondLst>
                                  <p:childTnLst>
                                    <p:animEffect filter="fade" transition="out">
                                      <p:cBhvr additive="repl">
                                        <p:cTn id="70" dur="500"/>
                                        <p:tgtEl>
                                          <p:spTgt spid="272"/>
                                        </p:tgtEl>
                                      </p:cBhvr>
                                    </p:animEffect>
                                    <p:animScale>
                                      <p:cBhvr>
                                        <p:cTn id="71" dur="250" autoRev="1" fill="hold"/>
                                        <p:tgtEl>
                                          <p:spTgt spid="272"/>
                                        </p:tgtEl>
                                      </p:cBhvr>
                                      <p:by x="105000" y="105000"/>
                                    </p:animScale>
                                  </p:childTnLst>
                                </p:cTn>
                              </p:par>
                            </p:childTnLst>
                          </p:cTn>
                        </p:par>
                      </p:childTnLst>
                    </p:cTn>
                  </p:par>
                  <p:par>
                    <p:cTn id="72" fill="hold">
                      <p:stCondLst>
                        <p:cond delay="indefinite"/>
                      </p:stCondLst>
                      <p:childTnLst>
                        <p:par>
                          <p:cTn id="73" fill="hold">
                            <p:stCondLst>
                              <p:cond delay="0"/>
                            </p:stCondLst>
                            <p:childTnLst>
                              <p:par>
                                <p:cTn id="74" nodeType="clickEffect" fill="hold" presetClass="emph" presetID="26">
                                  <p:stCondLst>
                                    <p:cond delay="0"/>
                                  </p:stCondLst>
                                  <p:childTnLst>
                                    <p:animEffect filter="fade" transition="out">
                                      <p:cBhvr additive="repl">
                                        <p:cTn id="75" dur="500"/>
                                        <p:tgtEl>
                                          <p:spTgt spid="276"/>
                                        </p:tgtEl>
                                      </p:cBhvr>
                                    </p:animEffect>
                                    <p:animScale>
                                      <p:cBhvr>
                                        <p:cTn id="76" dur="250" autoRev="1" fill="hold"/>
                                        <p:tgtEl>
                                          <p:spTgt spid="276"/>
                                        </p:tgtEl>
                                      </p:cBhvr>
                                      <p:by x="105000" y="105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A Conversation with AI: Understanding Model Decisions</a:t>
            </a:r>
            <a:endParaRPr b="0" lang="en-US" sz="2100" spc="-1" strike="noStrike">
              <a:solidFill>
                <a:srgbClr val="000000"/>
              </a:solidFill>
              <a:latin typeface="Calibri"/>
            </a:endParaRPr>
          </a:p>
        </p:txBody>
      </p:sp>
      <p:sp>
        <p:nvSpPr>
          <p:cNvPr id="281" name="PlaceHolder 2"/>
          <p:cNvSpPr>
            <a:spLocks noGrp="1"/>
          </p:cNvSpPr>
          <p:nvPr>
            <p:ph/>
          </p:nvPr>
        </p:nvSpPr>
        <p:spPr>
          <a:xfrm>
            <a:off x="5461200" y="1965600"/>
            <a:ext cx="3117600" cy="485640"/>
          </a:xfrm>
          <a:prstGeom prst="rect">
            <a:avLst/>
          </a:prstGeom>
          <a:noFill/>
          <a:ln w="0">
            <a:noFill/>
          </a:ln>
        </p:spPr>
        <p:txBody>
          <a:bodyPr lIns="0" rIns="0" tIns="0" bIns="0" anchor="ctr">
            <a:noAutofit/>
          </a:bodyPr>
          <a:p>
            <a:pPr>
              <a:lnSpc>
                <a:spcPct val="100000"/>
              </a:lnSpc>
              <a:spcBef>
                <a:spcPts val="751"/>
              </a:spcBef>
              <a:buNone/>
              <a:tabLst>
                <a:tab algn="l" pos="0"/>
              </a:tabLst>
            </a:pPr>
            <a:r>
              <a:rPr b="0" lang="de-DE" sz="1800" spc="-1" strike="noStrike">
                <a:solidFill>
                  <a:srgbClr val="000000"/>
                </a:solidFill>
                <a:latin typeface="Calibri"/>
              </a:rPr>
              <a:t>Help users understanding </a:t>
            </a:r>
            <a:br>
              <a:rPr sz="1800"/>
            </a:br>
            <a:r>
              <a:rPr b="0" lang="de-DE" sz="1800" spc="-1" strike="noStrike">
                <a:solidFill>
                  <a:srgbClr val="000000"/>
                </a:solidFill>
                <a:latin typeface="Calibri"/>
              </a:rPr>
              <a:t>AI behavior</a:t>
            </a:r>
            <a:endParaRPr b="0" lang="en-US" sz="1800" spc="-1" strike="noStrike">
              <a:solidFill>
                <a:srgbClr val="000000"/>
              </a:solidFill>
              <a:latin typeface="Calibri"/>
            </a:endParaRPr>
          </a:p>
        </p:txBody>
      </p:sp>
      <p:sp>
        <p:nvSpPr>
          <p:cNvPr id="282" name="PlaceHolder 3"/>
          <p:cNvSpPr>
            <a:spLocks noGrp="1"/>
          </p:cNvSpPr>
          <p:nvPr>
            <p:ph type="dt" idx="26"/>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283" name="PlaceHolder 4"/>
          <p:cNvSpPr>
            <a:spLocks noGrp="1"/>
          </p:cNvSpPr>
          <p:nvPr>
            <p:ph type="ftr" idx="27"/>
          </p:nvPr>
        </p:nvSpPr>
        <p:spPr>
          <a:xfrm>
            <a:off x="395280" y="499032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284" name="PlaceHolder 5"/>
          <p:cNvSpPr>
            <a:spLocks noGrp="1"/>
          </p:cNvSpPr>
          <p:nvPr>
            <p:ph type="sldNum" idx="28"/>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Calibri"/>
              </a:defRPr>
            </a:lvl1pPr>
          </a:lstStyle>
          <a:p>
            <a:pPr algn="r">
              <a:lnSpc>
                <a:spcPct val="100000"/>
              </a:lnSpc>
              <a:buNone/>
            </a:pPr>
            <a:r>
              <a:rPr b="0" lang="de-DE" sz="900" spc="-1" strike="noStrike">
                <a:solidFill>
                  <a:srgbClr val="ffffff"/>
                </a:solidFill>
                <a:latin typeface="Calibri"/>
              </a:rPr>
              <a:t> </a:t>
            </a:r>
            <a:fld id="{926597DE-ED25-4A59-8182-997DC6AC99FE}" type="slidenum">
              <a:rPr b="0" lang="de-DE" sz="900" spc="-1" strike="noStrike">
                <a:solidFill>
                  <a:srgbClr val="ffffff"/>
                </a:solidFill>
                <a:latin typeface="Calibri"/>
              </a:rPr>
              <a:t>&lt;number&gt;</a:t>
            </a:fld>
            <a:endParaRPr b="0" lang="en-US" sz="900" spc="-1" strike="noStrike">
              <a:latin typeface="Times New Roman"/>
            </a:endParaRPr>
          </a:p>
        </p:txBody>
      </p:sp>
      <p:pic>
        <p:nvPicPr>
          <p:cNvPr id="285" name="Picture 2" descr="EU Artificial Intelligence Act"/>
          <p:cNvPicPr/>
          <p:nvPr/>
        </p:nvPicPr>
        <p:blipFill>
          <a:blip r:embed="rId1"/>
          <a:srcRect l="0" t="0" r="72767" b="0"/>
          <a:stretch/>
        </p:blipFill>
        <p:spPr>
          <a:xfrm>
            <a:off x="4753080" y="939960"/>
            <a:ext cx="576000" cy="537480"/>
          </a:xfrm>
          <a:prstGeom prst="rect">
            <a:avLst/>
          </a:prstGeom>
          <a:ln w="0">
            <a:noFill/>
          </a:ln>
        </p:spPr>
      </p:pic>
      <p:pic>
        <p:nvPicPr>
          <p:cNvPr id="286" name="Grafik 9" descr=""/>
          <p:cNvPicPr/>
          <p:nvPr/>
        </p:nvPicPr>
        <p:blipFill>
          <a:blip r:embed="rId2"/>
          <a:stretch/>
        </p:blipFill>
        <p:spPr>
          <a:xfrm flipH="1">
            <a:off x="4838400" y="1936800"/>
            <a:ext cx="485640" cy="485640"/>
          </a:xfrm>
          <a:prstGeom prst="rect">
            <a:avLst/>
          </a:prstGeom>
          <a:ln w="0">
            <a:noFill/>
          </a:ln>
        </p:spPr>
      </p:pic>
      <p:pic>
        <p:nvPicPr>
          <p:cNvPr id="287" name="Grafik 11" descr=""/>
          <p:cNvPicPr/>
          <p:nvPr/>
        </p:nvPicPr>
        <p:blipFill>
          <a:blip r:embed="rId3"/>
          <a:stretch/>
        </p:blipFill>
        <p:spPr>
          <a:xfrm flipH="1">
            <a:off x="4806360" y="3967560"/>
            <a:ext cx="454320" cy="485280"/>
          </a:xfrm>
          <a:prstGeom prst="rect">
            <a:avLst/>
          </a:prstGeom>
          <a:ln w="0">
            <a:noFill/>
          </a:ln>
        </p:spPr>
      </p:pic>
      <p:sp>
        <p:nvSpPr>
          <p:cNvPr id="288" name="Inhaltsplatzhalter 2"/>
          <p:cNvSpPr/>
          <p:nvPr/>
        </p:nvSpPr>
        <p:spPr>
          <a:xfrm>
            <a:off x="5456880" y="4033080"/>
            <a:ext cx="3324600" cy="485640"/>
          </a:xfrm>
          <a:prstGeom prst="rect">
            <a:avLst/>
          </a:prstGeom>
          <a:noFill/>
          <a:ln w="0">
            <a:noFill/>
          </a:ln>
        </p:spPr>
        <p:style>
          <a:lnRef idx="0"/>
          <a:fillRef idx="0"/>
          <a:effectRef idx="0"/>
          <a:fontRef idx="minor"/>
        </p:style>
        <p:txBody>
          <a:bodyPr lIns="0" rIns="0" tIns="0" bIns="0" anchor="ctr">
            <a:noAutofit/>
          </a:bodyPr>
          <a:p>
            <a:pPr>
              <a:lnSpc>
                <a:spcPct val="100000"/>
              </a:lnSpc>
              <a:spcBef>
                <a:spcPts val="751"/>
              </a:spcBef>
              <a:buNone/>
              <a:tabLst>
                <a:tab algn="l" pos="0"/>
              </a:tabLst>
            </a:pPr>
            <a:r>
              <a:rPr b="0" lang="de-DE" sz="1800" spc="-1" strike="noStrike">
                <a:solidFill>
                  <a:srgbClr val="000000"/>
                </a:solidFill>
                <a:latin typeface="Calibri"/>
              </a:rPr>
              <a:t>Gain trust in AI systems</a:t>
            </a:r>
            <a:endParaRPr b="0" lang="en-US" sz="1800" spc="-1" strike="noStrike">
              <a:latin typeface="Arial"/>
            </a:endParaRPr>
          </a:p>
        </p:txBody>
      </p:sp>
      <p:sp>
        <p:nvSpPr>
          <p:cNvPr id="289" name="Inhaltsplatzhalter 2"/>
          <p:cNvSpPr/>
          <p:nvPr/>
        </p:nvSpPr>
        <p:spPr>
          <a:xfrm>
            <a:off x="5456880" y="991800"/>
            <a:ext cx="3117600" cy="393480"/>
          </a:xfrm>
          <a:prstGeom prst="rect">
            <a:avLst/>
          </a:prstGeom>
          <a:noFill/>
          <a:ln w="0">
            <a:noFill/>
          </a:ln>
        </p:spPr>
        <p:style>
          <a:lnRef idx="0"/>
          <a:fillRef idx="0"/>
          <a:effectRef idx="0"/>
          <a:fontRef idx="minor"/>
        </p:style>
        <p:txBody>
          <a:bodyPr lIns="0" rIns="0" tIns="0" bIns="0" anchor="ctr">
            <a:noAutofit/>
          </a:bodyPr>
          <a:p>
            <a:pPr>
              <a:lnSpc>
                <a:spcPct val="100000"/>
              </a:lnSpc>
              <a:spcBef>
                <a:spcPts val="751"/>
              </a:spcBef>
              <a:buNone/>
              <a:tabLst>
                <a:tab algn="l" pos="0"/>
              </a:tabLst>
            </a:pPr>
            <a:r>
              <a:rPr b="0" lang="de-DE" sz="1800" spc="-1" strike="noStrike">
                <a:solidFill>
                  <a:srgbClr val="000000"/>
                </a:solidFill>
                <a:latin typeface="Calibri"/>
              </a:rPr>
              <a:t>Regulations for transparent AI</a:t>
            </a:r>
            <a:endParaRPr b="0" lang="en-US" sz="1800" spc="-1" strike="noStrike">
              <a:latin typeface="Arial"/>
            </a:endParaRPr>
          </a:p>
          <a:p>
            <a:pPr>
              <a:lnSpc>
                <a:spcPct val="100000"/>
              </a:lnSpc>
              <a:spcBef>
                <a:spcPts val="751"/>
              </a:spcBef>
              <a:buNone/>
              <a:tabLst>
                <a:tab algn="l" pos="0"/>
              </a:tabLst>
            </a:pPr>
            <a:r>
              <a:rPr b="0" lang="de-DE" sz="1800" spc="-1" strike="noStrike">
                <a:solidFill>
                  <a:srgbClr val="000000"/>
                </a:solidFill>
                <a:latin typeface="Calibri"/>
              </a:rPr>
              <a:t>EU AI Intelligence Act</a:t>
            </a:r>
            <a:endParaRPr b="0" lang="en-US" sz="1800" spc="-1" strike="noStrike">
              <a:latin typeface="Arial"/>
            </a:endParaRPr>
          </a:p>
        </p:txBody>
      </p:sp>
      <p:pic>
        <p:nvPicPr>
          <p:cNvPr id="290" name="Grafik 16" descr="Frau in schwarzem Rock"/>
          <p:cNvPicPr/>
          <p:nvPr/>
        </p:nvPicPr>
        <p:blipFill>
          <a:blip r:embed="rId4"/>
          <a:stretch/>
        </p:blipFill>
        <p:spPr>
          <a:xfrm>
            <a:off x="390600" y="2141640"/>
            <a:ext cx="1233000" cy="2769120"/>
          </a:xfrm>
          <a:prstGeom prst="rect">
            <a:avLst/>
          </a:prstGeom>
          <a:ln w="0">
            <a:noFill/>
          </a:ln>
        </p:spPr>
      </p:pic>
      <p:pic>
        <p:nvPicPr>
          <p:cNvPr id="291" name="Grafik 20" descr="Eine Wolken-Gedankenblase"/>
          <p:cNvPicPr/>
          <p:nvPr/>
        </p:nvPicPr>
        <p:blipFill>
          <a:blip r:embed="rId5"/>
          <a:stretch/>
        </p:blipFill>
        <p:spPr>
          <a:xfrm>
            <a:off x="1172520" y="862560"/>
            <a:ext cx="1609200" cy="1428480"/>
          </a:xfrm>
          <a:prstGeom prst="rect">
            <a:avLst/>
          </a:prstGeom>
          <a:ln w="0">
            <a:noFill/>
          </a:ln>
        </p:spPr>
      </p:pic>
      <p:pic>
        <p:nvPicPr>
          <p:cNvPr id="292" name="Grafik 22" descr="Kurzhaarige Frau"/>
          <p:cNvPicPr/>
          <p:nvPr/>
        </p:nvPicPr>
        <p:blipFill>
          <a:blip r:embed="rId6"/>
          <a:stretch/>
        </p:blipFill>
        <p:spPr>
          <a:xfrm>
            <a:off x="615600" y="2179800"/>
            <a:ext cx="495360" cy="434880"/>
          </a:xfrm>
          <a:prstGeom prst="rect">
            <a:avLst/>
          </a:prstGeom>
          <a:ln w="0">
            <a:noFill/>
          </a:ln>
        </p:spPr>
      </p:pic>
      <p:pic>
        <p:nvPicPr>
          <p:cNvPr id="293" name="Grafik 24" descr="Gesicht mit Herzaugen"/>
          <p:cNvPicPr/>
          <p:nvPr/>
        </p:nvPicPr>
        <p:blipFill>
          <a:blip r:embed="rId7"/>
          <a:stretch/>
        </p:blipFill>
        <p:spPr>
          <a:xfrm>
            <a:off x="852120" y="2346120"/>
            <a:ext cx="184680" cy="195120"/>
          </a:xfrm>
          <a:prstGeom prst="rect">
            <a:avLst/>
          </a:prstGeom>
          <a:ln w="0">
            <a:noFill/>
          </a:ln>
        </p:spPr>
      </p:pic>
      <p:pic>
        <p:nvPicPr>
          <p:cNvPr id="294" name="Grafik 26" descr="Ein deprimiertes Gesicht"/>
          <p:cNvPicPr/>
          <p:nvPr/>
        </p:nvPicPr>
        <p:blipFill>
          <a:blip r:embed="rId8"/>
          <a:stretch/>
        </p:blipFill>
        <p:spPr>
          <a:xfrm>
            <a:off x="835920" y="2354040"/>
            <a:ext cx="200880" cy="194760"/>
          </a:xfrm>
          <a:prstGeom prst="rect">
            <a:avLst/>
          </a:prstGeom>
          <a:ln w="0">
            <a:noFill/>
          </a:ln>
        </p:spPr>
      </p:pic>
      <p:pic>
        <p:nvPicPr>
          <p:cNvPr id="295" name="Grafik 28" descr="Ein verwirrtes Gesicht"/>
          <p:cNvPicPr/>
          <p:nvPr/>
        </p:nvPicPr>
        <p:blipFill>
          <a:blip r:embed="rId9"/>
          <a:stretch/>
        </p:blipFill>
        <p:spPr>
          <a:xfrm>
            <a:off x="849240" y="2333520"/>
            <a:ext cx="165600" cy="207000"/>
          </a:xfrm>
          <a:prstGeom prst="rect">
            <a:avLst/>
          </a:prstGeom>
          <a:ln w="0">
            <a:noFill/>
          </a:ln>
        </p:spPr>
      </p:pic>
      <p:grpSp>
        <p:nvGrpSpPr>
          <p:cNvPr id="296" name="Gruppieren 15"/>
          <p:cNvGrpSpPr/>
          <p:nvPr/>
        </p:nvGrpSpPr>
        <p:grpSpPr>
          <a:xfrm>
            <a:off x="2672640" y="2247480"/>
            <a:ext cx="1302120" cy="802080"/>
            <a:chOff x="2672640" y="2247480"/>
            <a:chExt cx="1302120" cy="802080"/>
          </a:xfrm>
        </p:grpSpPr>
        <p:pic>
          <p:nvPicPr>
            <p:cNvPr id="297" name="Grafik 18" descr="Ein offener Laptop"/>
            <p:cNvPicPr/>
            <p:nvPr/>
          </p:nvPicPr>
          <p:blipFill>
            <a:blip r:embed="rId10"/>
            <a:stretch/>
          </p:blipFill>
          <p:spPr>
            <a:xfrm>
              <a:off x="2672640" y="2247480"/>
              <a:ext cx="1302120" cy="802080"/>
            </a:xfrm>
            <a:prstGeom prst="rect">
              <a:avLst/>
            </a:prstGeom>
            <a:ln w="0">
              <a:noFill/>
            </a:ln>
          </p:spPr>
        </p:pic>
        <p:pic>
          <p:nvPicPr>
            <p:cNvPr id="298" name="Grafik 32" descr="Euro mit einfarbiger Füllung"/>
            <p:cNvPicPr/>
            <p:nvPr/>
          </p:nvPicPr>
          <p:blipFill>
            <a:blip r:embed="rId11"/>
            <a:stretch/>
          </p:blipFill>
          <p:spPr>
            <a:xfrm>
              <a:off x="3570120" y="2395080"/>
              <a:ext cx="297000" cy="297000"/>
            </a:xfrm>
            <a:prstGeom prst="rect">
              <a:avLst/>
            </a:prstGeom>
            <a:ln w="0">
              <a:noFill/>
            </a:ln>
          </p:spPr>
        </p:pic>
        <p:pic>
          <p:nvPicPr>
            <p:cNvPr id="299" name="Grafik 34" descr="Vertrag Silhouette"/>
            <p:cNvPicPr/>
            <p:nvPr/>
          </p:nvPicPr>
          <p:blipFill>
            <a:blip r:embed="rId12"/>
            <a:stretch/>
          </p:blipFill>
          <p:spPr>
            <a:xfrm>
              <a:off x="3315240" y="2442960"/>
              <a:ext cx="370440" cy="370440"/>
            </a:xfrm>
            <a:prstGeom prst="rect">
              <a:avLst/>
            </a:prstGeom>
            <a:ln w="0">
              <a:noFill/>
            </a:ln>
          </p:spPr>
        </p:pic>
      </p:grpSp>
      <p:pic>
        <p:nvPicPr>
          <p:cNvPr id="300" name="Grafik 36" descr="Cabriolet mit einfarbiger Füllung"/>
          <p:cNvPicPr/>
          <p:nvPr/>
        </p:nvPicPr>
        <p:blipFill>
          <a:blip r:embed="rId13"/>
          <a:stretch/>
        </p:blipFill>
        <p:spPr>
          <a:xfrm>
            <a:off x="1586880" y="1023480"/>
            <a:ext cx="914040" cy="914040"/>
          </a:xfrm>
          <a:prstGeom prst="rect">
            <a:avLst/>
          </a:prstGeom>
          <a:ln w="0">
            <a:noFill/>
          </a:ln>
        </p:spPr>
      </p:pic>
      <p:pic>
        <p:nvPicPr>
          <p:cNvPr id="301" name="Grafik 38" descr="Ein lächelndes Gesicht"/>
          <p:cNvPicPr/>
          <p:nvPr/>
        </p:nvPicPr>
        <p:blipFill>
          <a:blip r:embed="rId14"/>
          <a:stretch/>
        </p:blipFill>
        <p:spPr>
          <a:xfrm>
            <a:off x="840240" y="2333520"/>
            <a:ext cx="200880" cy="207000"/>
          </a:xfrm>
          <a:prstGeom prst="rect">
            <a:avLst/>
          </a:prstGeom>
          <a:ln w="0">
            <a:noFill/>
          </a:ln>
        </p:spPr>
      </p:pic>
      <p:pic>
        <p:nvPicPr>
          <p:cNvPr id="302" name="Grafik 40" descr="Glühbirne und Zahnrad mit einfarbiger Füllung"/>
          <p:cNvPicPr/>
          <p:nvPr/>
        </p:nvPicPr>
        <p:blipFill>
          <a:blip r:embed="rId15"/>
          <a:stretch/>
        </p:blipFill>
        <p:spPr>
          <a:xfrm>
            <a:off x="1598040" y="1067040"/>
            <a:ext cx="768240" cy="768240"/>
          </a:xfrm>
          <a:prstGeom prst="rect">
            <a:avLst/>
          </a:prstGeom>
          <a:ln w="0">
            <a:noFill/>
          </a:ln>
        </p:spPr>
      </p:pic>
      <p:pic>
        <p:nvPicPr>
          <p:cNvPr id="303" name="Grafik 42" descr="Fragezeichen mit einfarbiger Füllung"/>
          <p:cNvPicPr/>
          <p:nvPr/>
        </p:nvPicPr>
        <p:blipFill>
          <a:blip r:embed="rId16"/>
          <a:stretch/>
        </p:blipFill>
        <p:spPr>
          <a:xfrm>
            <a:off x="1598040" y="1086480"/>
            <a:ext cx="758160" cy="758160"/>
          </a:xfrm>
          <a:prstGeom prst="rect">
            <a:avLst/>
          </a:prstGeom>
          <a:ln w="0">
            <a:noFill/>
          </a:ln>
        </p:spPr>
      </p:pic>
      <p:pic>
        <p:nvPicPr>
          <p:cNvPr id="304" name="Grafik 31" descr=""/>
          <p:cNvPicPr/>
          <p:nvPr/>
        </p:nvPicPr>
        <p:blipFill>
          <a:blip r:embed="rId17"/>
          <a:stretch/>
        </p:blipFill>
        <p:spPr>
          <a:xfrm>
            <a:off x="3322080" y="2366280"/>
            <a:ext cx="527760" cy="527760"/>
          </a:xfrm>
          <a:prstGeom prst="rect">
            <a:avLst/>
          </a:prstGeom>
          <a:ln w="0">
            <a:noFill/>
          </a:ln>
        </p:spPr>
      </p:pic>
      <p:pic>
        <p:nvPicPr>
          <p:cNvPr id="305" name="Grafik 33" descr="Bank Silhouette"/>
          <p:cNvPicPr/>
          <p:nvPr/>
        </p:nvPicPr>
        <p:blipFill>
          <a:blip r:embed="rId18"/>
          <a:stretch/>
        </p:blipFill>
        <p:spPr>
          <a:xfrm>
            <a:off x="1632960" y="1023480"/>
            <a:ext cx="784800" cy="784800"/>
          </a:xfrm>
          <a:prstGeom prst="rect">
            <a:avLst/>
          </a:prstGeom>
          <a:ln w="0">
            <a:noFill/>
          </a:ln>
        </p:spPr>
      </p:pic>
      <p:pic>
        <p:nvPicPr>
          <p:cNvPr id="306" name="Grafik 37" descr=""/>
          <p:cNvPicPr/>
          <p:nvPr/>
        </p:nvPicPr>
        <p:blipFill>
          <a:blip r:embed="rId19"/>
          <a:stretch/>
        </p:blipFill>
        <p:spPr>
          <a:xfrm>
            <a:off x="3351240" y="2411280"/>
            <a:ext cx="437760" cy="437760"/>
          </a:xfrm>
          <a:prstGeom prst="rect">
            <a:avLst/>
          </a:prstGeom>
          <a:ln w="0">
            <a:noFill/>
          </a:ln>
        </p:spPr>
      </p:pic>
      <p:pic>
        <p:nvPicPr>
          <p:cNvPr id="307" name="Grafik 17" descr=""/>
          <p:cNvPicPr/>
          <p:nvPr/>
        </p:nvPicPr>
        <p:blipFill>
          <a:blip r:embed="rId20"/>
          <a:stretch/>
        </p:blipFill>
        <p:spPr>
          <a:xfrm>
            <a:off x="2984760" y="3772440"/>
            <a:ext cx="820440" cy="820440"/>
          </a:xfrm>
          <a:prstGeom prst="rect">
            <a:avLst/>
          </a:prstGeom>
          <a:ln w="0">
            <a:noFill/>
          </a:ln>
        </p:spPr>
      </p:pic>
      <p:sp>
        <p:nvSpPr>
          <p:cNvPr id="308" name="Inhaltsplatzhalter 2"/>
          <p:cNvSpPr/>
          <p:nvPr/>
        </p:nvSpPr>
        <p:spPr>
          <a:xfrm>
            <a:off x="5456880" y="2903760"/>
            <a:ext cx="3117600" cy="485640"/>
          </a:xfrm>
          <a:prstGeom prst="rect">
            <a:avLst/>
          </a:prstGeom>
          <a:noFill/>
          <a:ln w="0">
            <a:noFill/>
          </a:ln>
        </p:spPr>
        <p:style>
          <a:lnRef idx="0"/>
          <a:fillRef idx="0"/>
          <a:effectRef idx="0"/>
          <a:fontRef idx="minor"/>
        </p:style>
        <p:txBody>
          <a:bodyPr lIns="0" rIns="0" tIns="0" bIns="0" anchor="ctr">
            <a:noAutofit/>
          </a:bodyPr>
          <a:p>
            <a:pPr>
              <a:lnSpc>
                <a:spcPct val="100000"/>
              </a:lnSpc>
              <a:spcBef>
                <a:spcPts val="751"/>
              </a:spcBef>
              <a:buNone/>
              <a:tabLst>
                <a:tab algn="l" pos="0"/>
              </a:tabLst>
            </a:pPr>
            <a:r>
              <a:rPr b="0" lang="de-DE" sz="1800" spc="-1" strike="noStrike">
                <a:solidFill>
                  <a:srgbClr val="000000"/>
                </a:solidFill>
                <a:latin typeface="Calibri"/>
              </a:rPr>
              <a:t>Empowerment through understanding</a:t>
            </a:r>
            <a:endParaRPr b="0" lang="en-US" sz="1800" spc="-1" strike="noStrike">
              <a:latin typeface="Arial"/>
            </a:endParaRPr>
          </a:p>
        </p:txBody>
      </p:sp>
      <p:pic>
        <p:nvPicPr>
          <p:cNvPr id="309" name="Grafik 19" descr=""/>
          <p:cNvPicPr/>
          <p:nvPr/>
        </p:nvPicPr>
        <p:blipFill>
          <a:blip r:embed="rId21"/>
          <a:stretch/>
        </p:blipFill>
        <p:spPr>
          <a:xfrm>
            <a:off x="4806000" y="2858760"/>
            <a:ext cx="567000" cy="567000"/>
          </a:xfrm>
          <a:prstGeom prst="rect">
            <a:avLst/>
          </a:prstGeom>
          <a:ln w="0">
            <a:noFill/>
          </a:ln>
        </p:spPr>
      </p:pic>
      <p:pic>
        <p:nvPicPr>
          <p:cNvPr id="310" name="Grafik 23" descr=""/>
          <p:cNvPicPr/>
          <p:nvPr/>
        </p:nvPicPr>
        <p:blipFill>
          <a:blip r:embed="rId22"/>
          <a:stretch/>
        </p:blipFill>
        <p:spPr>
          <a:xfrm>
            <a:off x="3120840" y="3123360"/>
            <a:ext cx="575280" cy="575280"/>
          </a:xfrm>
          <a:prstGeom prst="rect">
            <a:avLst/>
          </a:prstGeom>
          <a:ln w="0">
            <a:noFill/>
          </a:ln>
        </p:spPr>
      </p:pic>
      <p:pic>
        <p:nvPicPr>
          <p:cNvPr id="311" name="Grafik 13" descr="Sparschwein mit einfarbiger Füllung"/>
          <p:cNvPicPr/>
          <p:nvPr/>
        </p:nvPicPr>
        <p:blipFill>
          <a:blip r:embed="rId23"/>
          <a:stretch/>
        </p:blipFill>
        <p:spPr>
          <a:xfrm>
            <a:off x="1502280" y="3898440"/>
            <a:ext cx="630720" cy="630720"/>
          </a:xfrm>
          <a:prstGeom prst="rect">
            <a:avLst/>
          </a:prstGeom>
          <a:ln w="0">
            <a:noFill/>
          </a:ln>
        </p:spPr>
      </p:pic>
      <p:pic>
        <p:nvPicPr>
          <p:cNvPr id="312" name="Grafik 27" descr="Münzen Silhouette"/>
          <p:cNvPicPr/>
          <p:nvPr/>
        </p:nvPicPr>
        <p:blipFill>
          <a:blip r:embed="rId24"/>
          <a:stretch/>
        </p:blipFill>
        <p:spPr>
          <a:xfrm>
            <a:off x="1455480" y="2734200"/>
            <a:ext cx="630720" cy="630720"/>
          </a:xfrm>
          <a:prstGeom prst="rect">
            <a:avLst/>
          </a:prstGeom>
          <a:ln w="0">
            <a:noFill/>
          </a:ln>
        </p:spPr>
      </p:pic>
      <p:sp>
        <p:nvSpPr>
          <p:cNvPr id="313" name="Rechteck 25"/>
          <p:cNvSpPr/>
          <p:nvPr/>
        </p:nvSpPr>
        <p:spPr>
          <a:xfrm>
            <a:off x="8804520" y="664200"/>
            <a:ext cx="277560" cy="277560"/>
          </a:xfrm>
          <a:prstGeom prst="rect">
            <a:avLst/>
          </a:prstGeom>
          <a:blipFill rotWithShape="0">
            <a:blip r:embed="rId25"/>
            <a:srcRect/>
            <a:stretch/>
          </a:blipFill>
          <a:ln>
            <a:noFill/>
          </a:ln>
        </p:spPr>
        <p:style>
          <a:lnRef idx="2"/>
          <a:fillRef idx="0"/>
          <a:effectRef idx="0">
            <a:schemeClr val="accent2">
              <a:hueOff val="0"/>
              <a:satOff val="0"/>
              <a:lumOff val="0"/>
              <a:alphaOff val="0"/>
            </a:schemeClr>
          </a:effectRef>
          <a:fontRef idx="minor"/>
        </p:style>
      </p:sp>
      <p:sp>
        <p:nvSpPr>
          <p:cNvPr id="314" name="Rechteck 29"/>
          <p:cNvSpPr/>
          <p:nvPr/>
        </p:nvSpPr>
        <p:spPr>
          <a:xfrm>
            <a:off x="8804520" y="1043640"/>
            <a:ext cx="277560" cy="277560"/>
          </a:xfrm>
          <a:prstGeom prst="rect">
            <a:avLst/>
          </a:prstGeom>
          <a:blipFill rotWithShape="0">
            <a:blip r:embed="rId26"/>
            <a:srcRect/>
            <a:stretch/>
          </a:blipFill>
          <a:ln>
            <a:noFill/>
          </a:ln>
        </p:spPr>
        <p:style>
          <a:lnRef idx="2"/>
          <a:fillRef idx="0"/>
          <a:effectRef idx="0">
            <a:schemeClr val="accent3">
              <a:hueOff val="0"/>
              <a:satOff val="0"/>
              <a:lumOff val="0"/>
              <a:alphaOff val="0"/>
            </a:schemeClr>
          </a:effectRef>
          <a:fontRef idx="minor"/>
        </p:style>
      </p:sp>
      <p:sp>
        <p:nvSpPr>
          <p:cNvPr id="315" name="Rechteck 30"/>
          <p:cNvSpPr/>
          <p:nvPr/>
        </p:nvSpPr>
        <p:spPr>
          <a:xfrm>
            <a:off x="8804520" y="1379160"/>
            <a:ext cx="277560" cy="277560"/>
          </a:xfrm>
          <a:prstGeom prst="rect">
            <a:avLst/>
          </a:prstGeom>
          <a:blipFill rotWithShape="0">
            <a:blip r:embed="rId27"/>
            <a:srcRect/>
            <a:stretch/>
          </a:blipFill>
          <a:ln>
            <a:noFill/>
          </a:ln>
        </p:spPr>
        <p:style>
          <a:lnRef idx="2"/>
          <a:fillRef idx="0"/>
          <a:effectRef idx="0">
            <a:schemeClr val="accent4">
              <a:hueOff val="0"/>
              <a:satOff val="0"/>
              <a:lumOff val="0"/>
              <a:alphaOff val="0"/>
            </a:schemeClr>
          </a:effectRef>
          <a:fontRef idx="minor"/>
        </p:style>
      </p:sp>
      <p:sp>
        <p:nvSpPr>
          <p:cNvPr id="316" name="Rechteck 35"/>
          <p:cNvSpPr/>
          <p:nvPr/>
        </p:nvSpPr>
        <p:spPr>
          <a:xfrm>
            <a:off x="8804520" y="1688760"/>
            <a:ext cx="277560" cy="277560"/>
          </a:xfrm>
          <a:prstGeom prst="rect">
            <a:avLst/>
          </a:prstGeom>
          <a:blipFill rotWithShape="0">
            <a:blip r:embed="rId28"/>
            <a:srcRect/>
            <a:stretch/>
          </a:blipFill>
          <a:ln>
            <a:noFill/>
          </a:ln>
        </p:spPr>
        <p:style>
          <a:lnRef idx="2"/>
          <a:fillRef idx="0"/>
          <a:effectRef idx="0">
            <a:schemeClr val="accent5">
              <a:hueOff val="0"/>
              <a:satOff val="0"/>
              <a:lumOff val="0"/>
              <a:alphaOff val="0"/>
            </a:schemeClr>
          </a:effectRef>
          <a:fontRef idx="minor"/>
        </p:style>
      </p:sp>
      <p:sp>
        <p:nvSpPr>
          <p:cNvPr id="317" name="Rechteck 39"/>
          <p:cNvSpPr/>
          <p:nvPr/>
        </p:nvSpPr>
        <p:spPr>
          <a:xfrm>
            <a:off x="8804520" y="2007000"/>
            <a:ext cx="277560" cy="277560"/>
          </a:xfrm>
          <a:prstGeom prst="rect">
            <a:avLst/>
          </a:prstGeom>
          <a:blipFill rotWithShape="0">
            <a:blip r:embed="rId29"/>
            <a:srcRect/>
            <a:stretch/>
          </a:blipFill>
          <a:ln>
            <a:noFill/>
          </a:ln>
        </p:spPr>
        <p:style>
          <a:lnRef idx="2"/>
          <a:fillRef idx="0"/>
          <a:effectRef idx="0">
            <a:schemeClr val="accent6">
              <a:hueOff val="0"/>
              <a:satOff val="0"/>
              <a:lumOff val="0"/>
              <a:alphaOff val="0"/>
            </a:schemeClr>
          </a:effectRef>
          <a:fontRef idx="minor"/>
        </p:style>
      </p:sp>
      <p:sp>
        <p:nvSpPr>
          <p:cNvPr id="318" name="Rechteck 41"/>
          <p:cNvSpPr/>
          <p:nvPr/>
        </p:nvSpPr>
        <p:spPr>
          <a:xfrm>
            <a:off x="8804520" y="2316600"/>
            <a:ext cx="277560" cy="277560"/>
          </a:xfrm>
          <a:prstGeom prst="rect">
            <a:avLst/>
          </a:prstGeom>
          <a:blipFill rotWithShape="0">
            <a:blip r:embed="rId30"/>
            <a:srcRect/>
            <a:stretch/>
          </a:blipFill>
          <a:ln>
            <a:noFill/>
          </a:ln>
        </p:spPr>
        <p:style>
          <a:lnRef idx="2"/>
          <a:fillRef idx="0"/>
          <a:effectRef idx="0">
            <a:schemeClr val="accent2">
              <a:hueOff val="0"/>
              <a:satOff val="0"/>
              <a:lumOff val="0"/>
              <a:alphaOff val="0"/>
            </a:schemeClr>
          </a:effectRef>
          <a:fontRef idx="minor"/>
        </p:style>
      </p:sp>
      <p:sp>
        <p:nvSpPr>
          <p:cNvPr id="319" name="Textfeld 43"/>
          <p:cNvSpPr/>
          <p:nvPr/>
        </p:nvSpPr>
        <p:spPr>
          <a:xfrm>
            <a:off x="7865280" y="134640"/>
            <a:ext cx="86220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Motivation</a:t>
            </a:r>
            <a:endParaRPr b="0" lang="en-US" sz="1200" spc="-1" strike="noStrike">
              <a:latin typeface="Arial"/>
            </a:endParaRPr>
          </a:p>
        </p:txBody>
      </p:sp>
      <p:sp>
        <p:nvSpPr>
          <p:cNvPr id="320" name="Rechteck 44"/>
          <p:cNvSpPr/>
          <p:nvPr/>
        </p:nvSpPr>
        <p:spPr>
          <a:xfrm>
            <a:off x="7600320" y="133560"/>
            <a:ext cx="277560" cy="277560"/>
          </a:xfrm>
          <a:prstGeom prst="rect">
            <a:avLst/>
          </a:prstGeom>
          <a:blipFill rotWithShape="0">
            <a:blip r:embed="rId31"/>
            <a:srcRect/>
            <a:stretch/>
          </a:blipFill>
          <a:ln>
            <a:noFill/>
          </a:ln>
        </p:spPr>
        <p:style>
          <a:lnRef idx="2"/>
          <a:fillRef idx="0"/>
          <a:effectRef idx="0">
            <a:schemeClr val="accent2">
              <a:hueOff val="0"/>
              <a:satOff val="0"/>
              <a:lumOff val="0"/>
              <a:alphaOff val="0"/>
            </a:schemeClr>
          </a:effectRef>
          <a:fontRef idx="minor"/>
        </p:style>
      </p:sp>
      <p:pic>
        <p:nvPicPr>
          <p:cNvPr id="321" name="Grafik 4" descr="Sparschwein mit einfarbiger Füllung"/>
          <p:cNvPicPr/>
          <p:nvPr/>
        </p:nvPicPr>
        <p:blipFill>
          <a:blip r:embed="rId32"/>
          <a:stretch/>
        </p:blipFill>
        <p:spPr>
          <a:xfrm>
            <a:off x="3275280" y="4335120"/>
            <a:ext cx="630720" cy="630720"/>
          </a:xfrm>
          <a:prstGeom prst="rect">
            <a:avLst/>
          </a:prstGeom>
          <a:ln w="0">
            <a:noFill/>
          </a:ln>
        </p:spPr>
      </p:pic>
      <p:pic>
        <p:nvPicPr>
          <p:cNvPr id="322" name="Grafik 10" descr="Sparschwein mit einfarbiger Füllung"/>
          <p:cNvPicPr/>
          <p:nvPr/>
        </p:nvPicPr>
        <p:blipFill>
          <a:blip r:embed="rId33"/>
          <a:stretch/>
        </p:blipFill>
        <p:spPr>
          <a:xfrm>
            <a:off x="3275280" y="4335120"/>
            <a:ext cx="630720" cy="630720"/>
          </a:xfrm>
          <a:prstGeom prst="rect">
            <a:avLst/>
          </a:prstGeom>
          <a:ln w="0">
            <a:noFill/>
          </a:ln>
        </p:spPr>
      </p:pic>
    </p:spTree>
  </p:cSld>
  <p:transition spd="slow">
    <p:push dir="u"/>
  </p:transition>
  <p:timing>
    <p:tnLst>
      <p:par>
        <p:cTn id="77" dur="indefinite" restart="never" nodeType="tmRoot">
          <p:childTnLst>
            <p:seq>
              <p:cTn id="78" dur="indefinite" nodeType="mainSeq">
                <p:childTnLst>
                  <p:par>
                    <p:cTn id="79" fill="hold">
                      <p:stCondLst>
                        <p:cond delay="indefinite"/>
                      </p:stCondLst>
                      <p:childTnLst>
                        <p:par>
                          <p:cTn id="80" fill="hold">
                            <p:stCondLst>
                              <p:cond delay="0"/>
                            </p:stCondLst>
                            <p:childTnLst>
                              <p:par>
                                <p:cTn id="81" nodeType="clickEffect" fill="hold" presetClass="entr" presetID="10">
                                  <p:stCondLst>
                                    <p:cond delay="0"/>
                                  </p:stCondLst>
                                  <p:childTnLst>
                                    <p:set>
                                      <p:cBhvr>
                                        <p:cTn id="82" dur="1" fill="hold">
                                          <p:stCondLst>
                                            <p:cond delay="0"/>
                                          </p:stCondLst>
                                        </p:cTn>
                                        <p:tgtEl>
                                          <p:spTgt spid="293"/>
                                        </p:tgtEl>
                                        <p:attrNameLst>
                                          <p:attrName>style.visibility</p:attrName>
                                        </p:attrNameLst>
                                      </p:cBhvr>
                                      <p:to>
                                        <p:strVal val="visible"/>
                                      </p:to>
                                    </p:set>
                                    <p:animEffect filter="fade" transition="in">
                                      <p:cBhvr additive="repl">
                                        <p:cTn id="83" dur="500"/>
                                        <p:tgtEl>
                                          <p:spTgt spid="293"/>
                                        </p:tgtEl>
                                      </p:cBhvr>
                                    </p:animEffect>
                                  </p:childTnLst>
                                </p:cTn>
                              </p:par>
                              <p:par>
                                <p:cTn id="84" nodeType="withEffect" fill="hold" presetClass="exit" presetID="10">
                                  <p:stCondLst>
                                    <p:cond delay="0"/>
                                  </p:stCondLst>
                                  <p:childTnLst>
                                    <p:animEffect filter="fade" transition="out">
                                      <p:cBhvr additive="repl">
                                        <p:cTn id="85" dur="500"/>
                                        <p:tgtEl>
                                          <p:spTgt spid="301"/>
                                        </p:tgtEl>
                                      </p:cBhvr>
                                    </p:animEffect>
                                    <p:set>
                                      <p:cBhvr>
                                        <p:cTn id="86" dur="1" fill="hold">
                                          <p:stCondLst>
                                            <p:cond delay="499"/>
                                          </p:stCondLst>
                                        </p:cTn>
                                        <p:tgtEl>
                                          <p:spTgt spid="301"/>
                                        </p:tgtEl>
                                        <p:attrNameLst>
                                          <p:attrName>style.visibility</p:attrName>
                                        </p:attrNameLst>
                                      </p:cBhvr>
                                      <p:to>
                                        <p:strVal val="hidden"/>
                                      </p:to>
                                    </p:set>
                                  </p:childTnLst>
                                </p:cTn>
                              </p:par>
                              <p:par>
                                <p:cTn id="87" nodeType="withEffect" fill="hold" presetClass="entr" presetID="10">
                                  <p:stCondLst>
                                    <p:cond delay="0"/>
                                  </p:stCondLst>
                                  <p:childTnLst>
                                    <p:set>
                                      <p:cBhvr>
                                        <p:cTn id="88" dur="1" fill="hold">
                                          <p:stCondLst>
                                            <p:cond delay="0"/>
                                          </p:stCondLst>
                                        </p:cTn>
                                        <p:tgtEl>
                                          <p:spTgt spid="291"/>
                                        </p:tgtEl>
                                        <p:attrNameLst>
                                          <p:attrName>style.visibility</p:attrName>
                                        </p:attrNameLst>
                                      </p:cBhvr>
                                      <p:to>
                                        <p:strVal val="visible"/>
                                      </p:to>
                                    </p:set>
                                    <p:animEffect filter="fade" transition="in">
                                      <p:cBhvr additive="repl">
                                        <p:cTn id="89" dur="500"/>
                                        <p:tgtEl>
                                          <p:spTgt spid="291"/>
                                        </p:tgtEl>
                                      </p:cBhvr>
                                    </p:animEffect>
                                  </p:childTnLst>
                                </p:cTn>
                              </p:par>
                              <p:par>
                                <p:cTn id="90" nodeType="withEffect" fill="hold" presetClass="entr" presetID="10">
                                  <p:stCondLst>
                                    <p:cond delay="0"/>
                                  </p:stCondLst>
                                  <p:childTnLst>
                                    <p:set>
                                      <p:cBhvr>
                                        <p:cTn id="91" dur="1" fill="hold">
                                          <p:stCondLst>
                                            <p:cond delay="0"/>
                                          </p:stCondLst>
                                        </p:cTn>
                                        <p:tgtEl>
                                          <p:spTgt spid="300"/>
                                        </p:tgtEl>
                                        <p:attrNameLst>
                                          <p:attrName>style.visibility</p:attrName>
                                        </p:attrNameLst>
                                      </p:cBhvr>
                                      <p:to>
                                        <p:strVal val="visible"/>
                                      </p:to>
                                    </p:set>
                                    <p:animEffect filter="fade" transition="in">
                                      <p:cBhvr additive="repl">
                                        <p:cTn id="92" dur="500"/>
                                        <p:tgtEl>
                                          <p:spTgt spid="300"/>
                                        </p:tgtEl>
                                      </p:cBhvr>
                                    </p:animEffect>
                                  </p:childTnLst>
                                </p:cTn>
                              </p:par>
                            </p:childTnLst>
                          </p:cTn>
                        </p:par>
                      </p:childTnLst>
                    </p:cTn>
                  </p:par>
                  <p:par>
                    <p:cTn id="93" fill="hold">
                      <p:stCondLst>
                        <p:cond delay="indefinite"/>
                      </p:stCondLst>
                      <p:childTnLst>
                        <p:par>
                          <p:cTn id="94" fill="hold">
                            <p:stCondLst>
                              <p:cond delay="0"/>
                            </p:stCondLst>
                            <p:childTnLst>
                              <p:par>
                                <p:cTn id="95" nodeType="clickEffect" fill="hold" presetClass="entr" presetID="10">
                                  <p:stCondLst>
                                    <p:cond delay="0"/>
                                  </p:stCondLst>
                                  <p:childTnLst>
                                    <p:set>
                                      <p:cBhvr>
                                        <p:cTn id="96" dur="1" fill="hold">
                                          <p:stCondLst>
                                            <p:cond delay="0"/>
                                          </p:stCondLst>
                                        </p:cTn>
                                        <p:tgtEl>
                                          <p:spTgt spid="311"/>
                                        </p:tgtEl>
                                        <p:attrNameLst>
                                          <p:attrName>style.visibility</p:attrName>
                                        </p:attrNameLst>
                                      </p:cBhvr>
                                      <p:to>
                                        <p:strVal val="visible"/>
                                      </p:to>
                                    </p:set>
                                    <p:animEffect filter="fade" transition="in">
                                      <p:cBhvr additive="repl">
                                        <p:cTn id="97" dur="500"/>
                                        <p:tgtEl>
                                          <p:spTgt spid="311"/>
                                        </p:tgtEl>
                                      </p:cBhvr>
                                    </p:animEffect>
                                  </p:childTnLst>
                                </p:cTn>
                              </p:par>
                            </p:childTnLst>
                          </p:cTn>
                        </p:par>
                      </p:childTnLst>
                    </p:cTn>
                  </p:par>
                  <p:par>
                    <p:cTn id="98" fill="hold">
                      <p:stCondLst>
                        <p:cond delay="indefinite"/>
                      </p:stCondLst>
                      <p:childTnLst>
                        <p:par>
                          <p:cTn id="99" fill="hold">
                            <p:stCondLst>
                              <p:cond delay="0"/>
                            </p:stCondLst>
                            <p:childTnLst>
                              <p:par>
                                <p:cTn id="100" nodeType="clickEffect" fill="hold" presetClass="entr" presetID="10">
                                  <p:stCondLst>
                                    <p:cond delay="0"/>
                                  </p:stCondLst>
                                  <p:childTnLst>
                                    <p:set>
                                      <p:cBhvr>
                                        <p:cTn id="101" dur="1" fill="hold">
                                          <p:stCondLst>
                                            <p:cond delay="0"/>
                                          </p:stCondLst>
                                        </p:cTn>
                                        <p:tgtEl>
                                          <p:spTgt spid="301"/>
                                        </p:tgtEl>
                                        <p:attrNameLst>
                                          <p:attrName>style.visibility</p:attrName>
                                        </p:attrNameLst>
                                      </p:cBhvr>
                                      <p:to>
                                        <p:strVal val="visible"/>
                                      </p:to>
                                    </p:set>
                                    <p:animEffect filter="fade" transition="in">
                                      <p:cBhvr additive="repl">
                                        <p:cTn id="102" dur="500"/>
                                        <p:tgtEl>
                                          <p:spTgt spid="301"/>
                                        </p:tgtEl>
                                      </p:cBhvr>
                                    </p:animEffect>
                                  </p:childTnLst>
                                </p:cTn>
                              </p:par>
                              <p:par>
                                <p:cTn id="103" nodeType="withEffect" fill="hold" presetClass="exit" presetID="10">
                                  <p:stCondLst>
                                    <p:cond delay="0"/>
                                  </p:stCondLst>
                                  <p:childTnLst>
                                    <p:animEffect filter="fade" transition="out">
                                      <p:cBhvr additive="repl">
                                        <p:cTn id="104" dur="500"/>
                                        <p:tgtEl>
                                          <p:spTgt spid="293"/>
                                        </p:tgtEl>
                                      </p:cBhvr>
                                    </p:animEffect>
                                    <p:set>
                                      <p:cBhvr>
                                        <p:cTn id="105" dur="1" fill="hold">
                                          <p:stCondLst>
                                            <p:cond delay="499"/>
                                          </p:stCondLst>
                                        </p:cTn>
                                        <p:tgtEl>
                                          <p:spTgt spid="293"/>
                                        </p:tgtEl>
                                        <p:attrNameLst>
                                          <p:attrName>style.visibility</p:attrName>
                                        </p:attrNameLst>
                                      </p:cBhvr>
                                      <p:to>
                                        <p:strVal val="hidden"/>
                                      </p:to>
                                    </p:set>
                                  </p:childTnLst>
                                </p:cTn>
                              </p:par>
                              <p:par>
                                <p:cTn id="106" nodeType="withEffect" fill="hold" presetClass="exit" presetID="10">
                                  <p:stCondLst>
                                    <p:cond delay="0"/>
                                  </p:stCondLst>
                                  <p:childTnLst>
                                    <p:animEffect filter="fade" transition="out">
                                      <p:cBhvr additive="repl">
                                        <p:cTn id="107" dur="500"/>
                                        <p:tgtEl>
                                          <p:spTgt spid="300"/>
                                        </p:tgtEl>
                                      </p:cBhvr>
                                    </p:animEffect>
                                    <p:set>
                                      <p:cBhvr>
                                        <p:cTn id="108" dur="1" fill="hold">
                                          <p:stCondLst>
                                            <p:cond delay="499"/>
                                          </p:stCondLst>
                                        </p:cTn>
                                        <p:tgtEl>
                                          <p:spTgt spid="300"/>
                                        </p:tgtEl>
                                        <p:attrNameLst>
                                          <p:attrName>style.visibility</p:attrName>
                                        </p:attrNameLst>
                                      </p:cBhvr>
                                      <p:to>
                                        <p:strVal val="hidden"/>
                                      </p:to>
                                    </p:set>
                                  </p:childTnLst>
                                </p:cTn>
                              </p:par>
                              <p:par>
                                <p:cTn id="109" nodeType="withEffect" fill="hold" presetClass="entr" presetID="10">
                                  <p:stCondLst>
                                    <p:cond delay="0"/>
                                  </p:stCondLst>
                                  <p:childTnLst>
                                    <p:set>
                                      <p:cBhvr>
                                        <p:cTn id="110" dur="1" fill="hold">
                                          <p:stCondLst>
                                            <p:cond delay="0"/>
                                          </p:stCondLst>
                                        </p:cTn>
                                        <p:tgtEl>
                                          <p:spTgt spid="305"/>
                                        </p:tgtEl>
                                        <p:attrNameLst>
                                          <p:attrName>style.visibility</p:attrName>
                                        </p:attrNameLst>
                                      </p:cBhvr>
                                      <p:to>
                                        <p:strVal val="visible"/>
                                      </p:to>
                                    </p:set>
                                    <p:animEffect filter="fade" transition="in">
                                      <p:cBhvr additive="repl">
                                        <p:cTn id="111" dur="500"/>
                                        <p:tgtEl>
                                          <p:spTgt spid="305"/>
                                        </p:tgtEl>
                                      </p:cBhvr>
                                    </p:animEffect>
                                  </p:childTnLst>
                                </p:cTn>
                              </p:par>
                            </p:childTnLst>
                          </p:cTn>
                        </p:par>
                      </p:childTnLst>
                    </p:cTn>
                  </p:par>
                  <p:par>
                    <p:cTn id="112" fill="hold">
                      <p:stCondLst>
                        <p:cond delay="indefinite"/>
                      </p:stCondLst>
                      <p:childTnLst>
                        <p:par>
                          <p:cTn id="113" fill="hold">
                            <p:stCondLst>
                              <p:cond delay="0"/>
                            </p:stCondLst>
                            <p:childTnLst>
                              <p:par>
                                <p:cTn id="114" nodeType="clickEffect" fill="hold" presetClass="entr" presetID="10">
                                  <p:stCondLst>
                                    <p:cond delay="0"/>
                                  </p:stCondLst>
                                  <p:childTnLst>
                                    <p:set>
                                      <p:cBhvr>
                                        <p:cTn id="115" dur="1" fill="hold">
                                          <p:stCondLst>
                                            <p:cond delay="0"/>
                                          </p:stCondLst>
                                        </p:cTn>
                                        <p:tgtEl>
                                          <p:spTgt spid="296"/>
                                        </p:tgtEl>
                                        <p:attrNameLst>
                                          <p:attrName>style.visibility</p:attrName>
                                        </p:attrNameLst>
                                      </p:cBhvr>
                                      <p:to>
                                        <p:strVal val="visible"/>
                                      </p:to>
                                    </p:set>
                                    <p:animEffect filter="fade" transition="in">
                                      <p:cBhvr additive="repl">
                                        <p:cTn id="116" dur="500"/>
                                        <p:tgtEl>
                                          <p:spTgt spid="296"/>
                                        </p:tgtEl>
                                      </p:cBhvr>
                                    </p:animEffect>
                                  </p:childTnLst>
                                </p:cTn>
                              </p:par>
                            </p:childTnLst>
                          </p:cTn>
                        </p:par>
                      </p:childTnLst>
                    </p:cTn>
                  </p:par>
                  <p:par>
                    <p:cTn id="117" fill="hold">
                      <p:stCondLst>
                        <p:cond delay="indefinite"/>
                      </p:stCondLst>
                      <p:childTnLst>
                        <p:par>
                          <p:cTn id="118" fill="hold">
                            <p:stCondLst>
                              <p:cond delay="0"/>
                            </p:stCondLst>
                            <p:childTnLst>
                              <p:par>
                                <p:cTn id="119" nodeType="clickEffect" fill="hold" presetClass="entr" presetID="10">
                                  <p:stCondLst>
                                    <p:cond delay="0"/>
                                  </p:stCondLst>
                                  <p:childTnLst>
                                    <p:set>
                                      <p:cBhvr>
                                        <p:cTn id="120" dur="1" fill="hold">
                                          <p:stCondLst>
                                            <p:cond delay="0"/>
                                          </p:stCondLst>
                                        </p:cTn>
                                        <p:tgtEl>
                                          <p:spTgt spid="295"/>
                                        </p:tgtEl>
                                        <p:attrNameLst>
                                          <p:attrName>style.visibility</p:attrName>
                                        </p:attrNameLst>
                                      </p:cBhvr>
                                      <p:to>
                                        <p:strVal val="visible"/>
                                      </p:to>
                                    </p:set>
                                    <p:animEffect filter="fade" transition="in">
                                      <p:cBhvr additive="repl">
                                        <p:cTn id="121" dur="500"/>
                                        <p:tgtEl>
                                          <p:spTgt spid="295"/>
                                        </p:tgtEl>
                                      </p:cBhvr>
                                    </p:animEffect>
                                  </p:childTnLst>
                                </p:cTn>
                              </p:par>
                              <p:par>
                                <p:cTn id="122" nodeType="withEffect" fill="hold" presetClass="exit" presetID="10">
                                  <p:stCondLst>
                                    <p:cond delay="0"/>
                                  </p:stCondLst>
                                  <p:childTnLst>
                                    <p:animEffect filter="fade" transition="out">
                                      <p:cBhvr additive="repl">
                                        <p:cTn id="123" dur="500"/>
                                        <p:tgtEl>
                                          <p:spTgt spid="301"/>
                                        </p:tgtEl>
                                      </p:cBhvr>
                                    </p:animEffect>
                                    <p:set>
                                      <p:cBhvr>
                                        <p:cTn id="124" dur="1" fill="hold">
                                          <p:stCondLst>
                                            <p:cond delay="499"/>
                                          </p:stCondLst>
                                        </p:cTn>
                                        <p:tgtEl>
                                          <p:spTgt spid="301"/>
                                        </p:tgtEl>
                                        <p:attrNameLst>
                                          <p:attrName>style.visibility</p:attrName>
                                        </p:attrNameLst>
                                      </p:cBhvr>
                                      <p:to>
                                        <p:strVal val="hidden"/>
                                      </p:to>
                                    </p:set>
                                  </p:childTnLst>
                                </p:cTn>
                              </p:par>
                              <p:par>
                                <p:cTn id="125" nodeType="withEffect" fill="hold" presetClass="entr" presetID="10">
                                  <p:stCondLst>
                                    <p:cond delay="0"/>
                                  </p:stCondLst>
                                  <p:childTnLst>
                                    <p:set>
                                      <p:cBhvr>
                                        <p:cTn id="126" dur="1" fill="hold">
                                          <p:stCondLst>
                                            <p:cond delay="0"/>
                                          </p:stCondLst>
                                        </p:cTn>
                                        <p:tgtEl>
                                          <p:spTgt spid="304"/>
                                        </p:tgtEl>
                                        <p:attrNameLst>
                                          <p:attrName>style.visibility</p:attrName>
                                        </p:attrNameLst>
                                      </p:cBhvr>
                                      <p:to>
                                        <p:strVal val="visible"/>
                                      </p:to>
                                    </p:set>
                                    <p:animEffect filter="fade" transition="in">
                                      <p:cBhvr additive="repl">
                                        <p:cTn id="127" dur="500"/>
                                        <p:tgtEl>
                                          <p:spTgt spid="304"/>
                                        </p:tgtEl>
                                      </p:cBhvr>
                                    </p:animEffect>
                                  </p:childTnLst>
                                </p:cTn>
                              </p:par>
                            </p:childTnLst>
                          </p:cTn>
                        </p:par>
                      </p:childTnLst>
                    </p:cTn>
                  </p:par>
                  <p:par>
                    <p:cTn id="128" fill="hold">
                      <p:stCondLst>
                        <p:cond delay="indefinite"/>
                      </p:stCondLst>
                      <p:childTnLst>
                        <p:par>
                          <p:cTn id="129" fill="hold">
                            <p:stCondLst>
                              <p:cond delay="0"/>
                            </p:stCondLst>
                            <p:childTnLst>
                              <p:par>
                                <p:cTn id="130" nodeType="clickEffect" fill="hold" presetClass="entr" presetID="10">
                                  <p:stCondLst>
                                    <p:cond delay="0"/>
                                  </p:stCondLst>
                                  <p:childTnLst>
                                    <p:set>
                                      <p:cBhvr>
                                        <p:cTn id="131" dur="1" fill="hold">
                                          <p:stCondLst>
                                            <p:cond delay="0"/>
                                          </p:stCondLst>
                                        </p:cTn>
                                        <p:tgtEl>
                                          <p:spTgt spid="294"/>
                                        </p:tgtEl>
                                        <p:attrNameLst>
                                          <p:attrName>style.visibility</p:attrName>
                                        </p:attrNameLst>
                                      </p:cBhvr>
                                      <p:to>
                                        <p:strVal val="visible"/>
                                      </p:to>
                                    </p:set>
                                    <p:animEffect filter="fade" transition="in">
                                      <p:cBhvr additive="repl">
                                        <p:cTn id="132" dur="500"/>
                                        <p:tgtEl>
                                          <p:spTgt spid="294"/>
                                        </p:tgtEl>
                                      </p:cBhvr>
                                    </p:animEffect>
                                  </p:childTnLst>
                                </p:cTn>
                              </p:par>
                              <p:par>
                                <p:cTn id="133" nodeType="withEffect" fill="hold" presetClass="entr" presetID="10">
                                  <p:stCondLst>
                                    <p:cond delay="0"/>
                                  </p:stCondLst>
                                  <p:childTnLst>
                                    <p:set>
                                      <p:cBhvr>
                                        <p:cTn id="134" dur="1" fill="hold">
                                          <p:stCondLst>
                                            <p:cond delay="0"/>
                                          </p:stCondLst>
                                        </p:cTn>
                                        <p:tgtEl>
                                          <p:spTgt spid="303"/>
                                        </p:tgtEl>
                                        <p:attrNameLst>
                                          <p:attrName>style.visibility</p:attrName>
                                        </p:attrNameLst>
                                      </p:cBhvr>
                                      <p:to>
                                        <p:strVal val="visible"/>
                                      </p:to>
                                    </p:set>
                                    <p:animEffect filter="fade" transition="in">
                                      <p:cBhvr additive="repl">
                                        <p:cTn id="135" dur="500"/>
                                        <p:tgtEl>
                                          <p:spTgt spid="303"/>
                                        </p:tgtEl>
                                      </p:cBhvr>
                                    </p:animEffect>
                                  </p:childTnLst>
                                </p:cTn>
                              </p:par>
                              <p:par>
                                <p:cTn id="136" nodeType="withEffect" fill="hold" presetClass="exit" presetID="10">
                                  <p:stCondLst>
                                    <p:cond delay="0"/>
                                  </p:stCondLst>
                                  <p:childTnLst>
                                    <p:animEffect filter="fade" transition="out">
                                      <p:cBhvr additive="repl">
                                        <p:cTn id="137" dur="500"/>
                                        <p:tgtEl>
                                          <p:spTgt spid="295"/>
                                        </p:tgtEl>
                                      </p:cBhvr>
                                    </p:animEffect>
                                    <p:set>
                                      <p:cBhvr>
                                        <p:cTn id="138" dur="1" fill="hold">
                                          <p:stCondLst>
                                            <p:cond delay="499"/>
                                          </p:stCondLst>
                                        </p:cTn>
                                        <p:tgtEl>
                                          <p:spTgt spid="295"/>
                                        </p:tgtEl>
                                        <p:attrNameLst>
                                          <p:attrName>style.visibility</p:attrName>
                                        </p:attrNameLst>
                                      </p:cBhvr>
                                      <p:to>
                                        <p:strVal val="hidden"/>
                                      </p:to>
                                    </p:set>
                                  </p:childTnLst>
                                </p:cTn>
                              </p:par>
                              <p:par>
                                <p:cTn id="139" nodeType="withEffect" fill="hold" presetClass="exit" presetID="10">
                                  <p:stCondLst>
                                    <p:cond delay="0"/>
                                  </p:stCondLst>
                                  <p:childTnLst>
                                    <p:animEffect filter="fade" transition="out">
                                      <p:cBhvr additive="repl">
                                        <p:cTn id="140" dur="500"/>
                                        <p:tgtEl>
                                          <p:spTgt spid="305"/>
                                        </p:tgtEl>
                                      </p:cBhvr>
                                    </p:animEffect>
                                    <p:set>
                                      <p:cBhvr>
                                        <p:cTn id="141" dur="1" fill="hold">
                                          <p:stCondLst>
                                            <p:cond delay="499"/>
                                          </p:stCondLst>
                                        </p:cTn>
                                        <p:tgtEl>
                                          <p:spTgt spid="305"/>
                                        </p:tgtEl>
                                        <p:attrNameLst>
                                          <p:attrName>style.visibility</p:attrName>
                                        </p:attrNameLst>
                                      </p:cBhvr>
                                      <p:to>
                                        <p:strVal val="hidden"/>
                                      </p:to>
                                    </p:set>
                                  </p:childTnLst>
                                </p:cTn>
                              </p:par>
                            </p:childTnLst>
                          </p:cTn>
                        </p:par>
                      </p:childTnLst>
                    </p:cTn>
                  </p:par>
                  <p:par>
                    <p:cTn id="142" fill="hold">
                      <p:stCondLst>
                        <p:cond delay="indefinite"/>
                      </p:stCondLst>
                      <p:childTnLst>
                        <p:par>
                          <p:cTn id="143" fill="hold">
                            <p:stCondLst>
                              <p:cond delay="0"/>
                            </p:stCondLst>
                            <p:childTnLst>
                              <p:par>
                                <p:cTn id="144" nodeType="clickEffect" fill="hold" presetClass="entr" presetID="10">
                                  <p:stCondLst>
                                    <p:cond delay="0"/>
                                  </p:stCondLst>
                                  <p:childTnLst>
                                    <p:set>
                                      <p:cBhvr>
                                        <p:cTn id="145" dur="1" fill="hold">
                                          <p:stCondLst>
                                            <p:cond delay="0"/>
                                          </p:stCondLst>
                                        </p:cTn>
                                        <p:tgtEl>
                                          <p:spTgt spid="285"/>
                                        </p:tgtEl>
                                        <p:attrNameLst>
                                          <p:attrName>style.visibility</p:attrName>
                                        </p:attrNameLst>
                                      </p:cBhvr>
                                      <p:to>
                                        <p:strVal val="visible"/>
                                      </p:to>
                                    </p:set>
                                    <p:animEffect filter="fade" transition="in">
                                      <p:cBhvr additive="repl">
                                        <p:cTn id="146" dur="500"/>
                                        <p:tgtEl>
                                          <p:spTgt spid="285"/>
                                        </p:tgtEl>
                                      </p:cBhvr>
                                    </p:animEffect>
                                  </p:childTnLst>
                                </p:cTn>
                              </p:par>
                              <p:par>
                                <p:cTn id="147" nodeType="withEffect" fill="hold" presetClass="entr" presetID="10">
                                  <p:stCondLst>
                                    <p:cond delay="0"/>
                                  </p:stCondLst>
                                  <p:childTnLst>
                                    <p:set>
                                      <p:cBhvr>
                                        <p:cTn id="148" dur="1" fill="hold">
                                          <p:stCondLst>
                                            <p:cond delay="0"/>
                                          </p:stCondLst>
                                        </p:cTn>
                                        <p:tgtEl>
                                          <p:spTgt spid="289">
                                            <p:txEl>
                                              <p:pRg st="0" end="0"/>
                                            </p:txEl>
                                          </p:spTgt>
                                        </p:tgtEl>
                                        <p:attrNameLst>
                                          <p:attrName>style.visibility</p:attrName>
                                        </p:attrNameLst>
                                      </p:cBhvr>
                                      <p:to>
                                        <p:strVal val="visible"/>
                                      </p:to>
                                    </p:set>
                                    <p:animEffect filter="fade" transition="in">
                                      <p:cBhvr additive="repl">
                                        <p:cTn id="149" dur="500"/>
                                        <p:tgtEl>
                                          <p:spTgt spid="289">
                                            <p:txEl>
                                              <p:pRg st="0" end="0"/>
                                            </p:txEl>
                                          </p:spTgt>
                                        </p:tgtEl>
                                      </p:cBhvr>
                                    </p:animEffect>
                                  </p:childTnLst>
                                </p:cTn>
                              </p:par>
                              <p:par>
                                <p:cTn id="150" nodeType="withEffect" fill="hold" presetClass="entr" presetID="10">
                                  <p:stCondLst>
                                    <p:cond delay="0"/>
                                  </p:stCondLst>
                                  <p:childTnLst>
                                    <p:set>
                                      <p:cBhvr>
                                        <p:cTn id="151" dur="1" fill="hold">
                                          <p:stCondLst>
                                            <p:cond delay="0"/>
                                          </p:stCondLst>
                                        </p:cTn>
                                        <p:tgtEl>
                                          <p:spTgt spid="289">
                                            <p:txEl>
                                              <p:pRg st="1" end="1"/>
                                            </p:txEl>
                                          </p:spTgt>
                                        </p:tgtEl>
                                        <p:attrNameLst>
                                          <p:attrName>style.visibility</p:attrName>
                                        </p:attrNameLst>
                                      </p:cBhvr>
                                      <p:to>
                                        <p:strVal val="visible"/>
                                      </p:to>
                                    </p:set>
                                    <p:animEffect filter="fade" transition="in">
                                      <p:cBhvr additive="repl">
                                        <p:cTn id="152" dur="500"/>
                                        <p:tgtEl>
                                          <p:spTgt spid="289">
                                            <p:txEl>
                                              <p:pRg st="1" end="1"/>
                                            </p:txEl>
                                          </p:spTgt>
                                        </p:tgtEl>
                                      </p:cBhvr>
                                    </p:animEffect>
                                  </p:childTnLst>
                                </p:cTn>
                              </p:par>
                            </p:childTnLst>
                          </p:cTn>
                        </p:par>
                      </p:childTnLst>
                    </p:cTn>
                  </p:par>
                  <p:par>
                    <p:cTn id="153" fill="hold">
                      <p:stCondLst>
                        <p:cond delay="indefinite"/>
                      </p:stCondLst>
                      <p:childTnLst>
                        <p:par>
                          <p:cTn id="154" fill="hold">
                            <p:stCondLst>
                              <p:cond delay="0"/>
                            </p:stCondLst>
                            <p:childTnLst>
                              <p:par>
                                <p:cTn id="155" nodeType="clickEffect" fill="hold" presetClass="entr" presetID="10">
                                  <p:stCondLst>
                                    <p:cond delay="0"/>
                                  </p:stCondLst>
                                  <p:childTnLst>
                                    <p:set>
                                      <p:cBhvr>
                                        <p:cTn id="156" dur="1" fill="hold">
                                          <p:stCondLst>
                                            <p:cond delay="0"/>
                                          </p:stCondLst>
                                        </p:cTn>
                                        <p:tgtEl>
                                          <p:spTgt spid="286"/>
                                        </p:tgtEl>
                                        <p:attrNameLst>
                                          <p:attrName>style.visibility</p:attrName>
                                        </p:attrNameLst>
                                      </p:cBhvr>
                                      <p:to>
                                        <p:strVal val="visible"/>
                                      </p:to>
                                    </p:set>
                                    <p:animEffect filter="fade" transition="in">
                                      <p:cBhvr additive="repl">
                                        <p:cTn id="157" dur="500"/>
                                        <p:tgtEl>
                                          <p:spTgt spid="286"/>
                                        </p:tgtEl>
                                      </p:cBhvr>
                                    </p:animEffect>
                                  </p:childTnLst>
                                </p:cTn>
                              </p:par>
                              <p:par>
                                <p:cTn id="158" nodeType="withEffect" fill="hold" presetClass="entr" presetID="10">
                                  <p:stCondLst>
                                    <p:cond delay="0"/>
                                  </p:stCondLst>
                                  <p:childTnLst>
                                    <p:set>
                                      <p:cBhvr>
                                        <p:cTn id="159" dur="1" fill="hold">
                                          <p:stCondLst>
                                            <p:cond delay="0"/>
                                          </p:stCondLst>
                                        </p:cTn>
                                        <p:tgtEl>
                                          <p:spTgt spid="281">
                                            <p:txEl>
                                              <p:pRg st="0" end="0"/>
                                            </p:txEl>
                                          </p:spTgt>
                                        </p:tgtEl>
                                        <p:attrNameLst>
                                          <p:attrName>style.visibility</p:attrName>
                                        </p:attrNameLst>
                                      </p:cBhvr>
                                      <p:to>
                                        <p:strVal val="visible"/>
                                      </p:to>
                                    </p:set>
                                    <p:animEffect filter="fade" transition="in">
                                      <p:cBhvr additive="repl">
                                        <p:cTn id="160" dur="500"/>
                                        <p:tgtEl>
                                          <p:spTgt spid="281">
                                            <p:txEl>
                                              <p:pRg st="0" end="0"/>
                                            </p:txEl>
                                          </p:spTgt>
                                        </p:tgtEl>
                                      </p:cBhvr>
                                    </p:animEffect>
                                  </p:childTnLst>
                                </p:cTn>
                              </p:par>
                            </p:childTnLst>
                          </p:cTn>
                        </p:par>
                      </p:childTnLst>
                    </p:cTn>
                  </p:par>
                  <p:par>
                    <p:cTn id="161" fill="hold">
                      <p:stCondLst>
                        <p:cond delay="indefinite"/>
                      </p:stCondLst>
                      <p:childTnLst>
                        <p:par>
                          <p:cTn id="162" fill="hold">
                            <p:stCondLst>
                              <p:cond delay="0"/>
                            </p:stCondLst>
                            <p:childTnLst>
                              <p:par>
                                <p:cTn id="163" nodeType="clickEffect" fill="hold" presetClass="entr" presetID="10">
                                  <p:stCondLst>
                                    <p:cond delay="0"/>
                                  </p:stCondLst>
                                  <p:childTnLst>
                                    <p:set>
                                      <p:cBhvr>
                                        <p:cTn id="164" dur="1" fill="hold">
                                          <p:stCondLst>
                                            <p:cond delay="0"/>
                                          </p:stCondLst>
                                        </p:cTn>
                                        <p:tgtEl>
                                          <p:spTgt spid="310"/>
                                        </p:tgtEl>
                                        <p:attrNameLst>
                                          <p:attrName>style.visibility</p:attrName>
                                        </p:attrNameLst>
                                      </p:cBhvr>
                                      <p:to>
                                        <p:strVal val="visible"/>
                                      </p:to>
                                    </p:set>
                                    <p:animEffect filter="fade" transition="in">
                                      <p:cBhvr additive="repl">
                                        <p:cTn id="165" dur="500"/>
                                        <p:tgtEl>
                                          <p:spTgt spid="310"/>
                                        </p:tgtEl>
                                      </p:cBhvr>
                                    </p:animEffect>
                                  </p:childTnLst>
                                </p:cTn>
                              </p:par>
                              <p:par>
                                <p:cTn id="166" nodeType="withEffect" fill="hold" presetClass="exit" presetID="10">
                                  <p:stCondLst>
                                    <p:cond delay="0"/>
                                  </p:stCondLst>
                                  <p:childTnLst>
                                    <p:animEffect filter="fade" transition="out">
                                      <p:cBhvr additive="repl">
                                        <p:cTn id="167" dur="500"/>
                                        <p:tgtEl>
                                          <p:spTgt spid="294"/>
                                        </p:tgtEl>
                                      </p:cBhvr>
                                    </p:animEffect>
                                    <p:set>
                                      <p:cBhvr>
                                        <p:cTn id="168" dur="1" fill="hold">
                                          <p:stCondLst>
                                            <p:cond delay="499"/>
                                          </p:stCondLst>
                                        </p:cTn>
                                        <p:tgtEl>
                                          <p:spTgt spid="294"/>
                                        </p:tgtEl>
                                        <p:attrNameLst>
                                          <p:attrName>style.visibility</p:attrName>
                                        </p:attrNameLst>
                                      </p:cBhvr>
                                      <p:to>
                                        <p:strVal val="hidden"/>
                                      </p:to>
                                    </p:set>
                                  </p:childTnLst>
                                </p:cTn>
                              </p:par>
                              <p:par>
                                <p:cTn id="169" nodeType="withEffect" fill="hold" presetClass="entr" presetID="10">
                                  <p:stCondLst>
                                    <p:cond delay="0"/>
                                  </p:stCondLst>
                                  <p:childTnLst>
                                    <p:set>
                                      <p:cBhvr>
                                        <p:cTn id="170" dur="1" fill="hold">
                                          <p:stCondLst>
                                            <p:cond delay="0"/>
                                          </p:stCondLst>
                                        </p:cTn>
                                        <p:tgtEl>
                                          <p:spTgt spid="295"/>
                                        </p:tgtEl>
                                        <p:attrNameLst>
                                          <p:attrName>style.visibility</p:attrName>
                                        </p:attrNameLst>
                                      </p:cBhvr>
                                      <p:to>
                                        <p:strVal val="visible"/>
                                      </p:to>
                                    </p:set>
                                    <p:animEffect filter="fade" transition="in">
                                      <p:cBhvr additive="repl">
                                        <p:cTn id="171" dur="500"/>
                                        <p:tgtEl>
                                          <p:spTgt spid="295"/>
                                        </p:tgtEl>
                                      </p:cBhvr>
                                    </p:animEffect>
                                  </p:childTnLst>
                                </p:cTn>
                              </p:par>
                              <p:par>
                                <p:cTn id="172" nodeType="withEffect" fill="hold" presetClass="entr" presetID="10">
                                  <p:stCondLst>
                                    <p:cond delay="0"/>
                                  </p:stCondLst>
                                  <p:childTnLst>
                                    <p:set>
                                      <p:cBhvr>
                                        <p:cTn id="173" dur="1" fill="hold">
                                          <p:stCondLst>
                                            <p:cond delay="0"/>
                                          </p:stCondLst>
                                        </p:cTn>
                                        <p:tgtEl>
                                          <p:spTgt spid="307"/>
                                        </p:tgtEl>
                                        <p:attrNameLst>
                                          <p:attrName>style.visibility</p:attrName>
                                        </p:attrNameLst>
                                      </p:cBhvr>
                                      <p:to>
                                        <p:strVal val="visible"/>
                                      </p:to>
                                    </p:set>
                                    <p:animEffect filter="fade" transition="in">
                                      <p:cBhvr additive="repl">
                                        <p:cTn id="174" dur="500"/>
                                        <p:tgtEl>
                                          <p:spTgt spid="307"/>
                                        </p:tgtEl>
                                      </p:cBhvr>
                                    </p:animEffect>
                                  </p:childTnLst>
                                </p:cTn>
                              </p:par>
                            </p:childTnLst>
                          </p:cTn>
                        </p:par>
                        <p:par>
                          <p:cTn id="175" fill="hold">
                            <p:stCondLst>
                              <p:cond delay="500"/>
                            </p:stCondLst>
                            <p:childTnLst>
                              <p:par>
                                <p:cTn id="176" nodeType="afterEffect" fill="hold" presetClass="entr" presetID="10">
                                  <p:stCondLst>
                                    <p:cond delay="0"/>
                                  </p:stCondLst>
                                  <p:childTnLst>
                                    <p:set>
                                      <p:cBhvr>
                                        <p:cTn id="177" dur="1" fill="hold">
                                          <p:stCondLst>
                                            <p:cond delay="0"/>
                                          </p:stCondLst>
                                        </p:cTn>
                                        <p:tgtEl>
                                          <p:spTgt spid="321"/>
                                        </p:tgtEl>
                                        <p:attrNameLst>
                                          <p:attrName>style.visibility</p:attrName>
                                        </p:attrNameLst>
                                      </p:cBhvr>
                                      <p:to>
                                        <p:strVal val="visible"/>
                                      </p:to>
                                    </p:set>
                                    <p:animEffect filter="fade" transition="in">
                                      <p:cBhvr additive="repl">
                                        <p:cTn id="178" dur="500"/>
                                        <p:tgtEl>
                                          <p:spTgt spid="321"/>
                                        </p:tgtEl>
                                      </p:cBhvr>
                                    </p:animEffect>
                                  </p:childTnLst>
                                </p:cTn>
                              </p:par>
                            </p:childTnLst>
                          </p:cTn>
                        </p:par>
                      </p:childTnLst>
                    </p:cTn>
                  </p:par>
                  <p:par>
                    <p:cTn id="179" fill="hold">
                      <p:stCondLst>
                        <p:cond delay="indefinite"/>
                      </p:stCondLst>
                      <p:childTnLst>
                        <p:par>
                          <p:cTn id="180" fill="hold">
                            <p:stCondLst>
                              <p:cond delay="0"/>
                            </p:stCondLst>
                            <p:childTnLst>
                              <p:par>
                                <p:cTn id="181" nodeType="clickEffect" fill="hold" presetClass="entr" presetID="10">
                                  <p:stCondLst>
                                    <p:cond delay="0"/>
                                  </p:stCondLst>
                                  <p:childTnLst>
                                    <p:set>
                                      <p:cBhvr>
                                        <p:cTn id="182" dur="1" fill="hold">
                                          <p:stCondLst>
                                            <p:cond delay="0"/>
                                          </p:stCondLst>
                                        </p:cTn>
                                        <p:tgtEl>
                                          <p:spTgt spid="301"/>
                                        </p:tgtEl>
                                        <p:attrNameLst>
                                          <p:attrName>style.visibility</p:attrName>
                                        </p:attrNameLst>
                                      </p:cBhvr>
                                      <p:to>
                                        <p:strVal val="visible"/>
                                      </p:to>
                                    </p:set>
                                    <p:animEffect filter="fade" transition="in">
                                      <p:cBhvr additive="repl">
                                        <p:cTn id="183" dur="500"/>
                                        <p:tgtEl>
                                          <p:spTgt spid="301"/>
                                        </p:tgtEl>
                                      </p:cBhvr>
                                    </p:animEffect>
                                  </p:childTnLst>
                                </p:cTn>
                              </p:par>
                              <p:par>
                                <p:cTn id="184" nodeType="withEffect" fill="hold" presetClass="entr" presetID="10">
                                  <p:stCondLst>
                                    <p:cond delay="0"/>
                                  </p:stCondLst>
                                  <p:childTnLst>
                                    <p:set>
                                      <p:cBhvr>
                                        <p:cTn id="185" dur="1" fill="hold">
                                          <p:stCondLst>
                                            <p:cond delay="0"/>
                                          </p:stCondLst>
                                        </p:cTn>
                                        <p:tgtEl>
                                          <p:spTgt spid="302"/>
                                        </p:tgtEl>
                                        <p:attrNameLst>
                                          <p:attrName>style.visibility</p:attrName>
                                        </p:attrNameLst>
                                      </p:cBhvr>
                                      <p:to>
                                        <p:strVal val="visible"/>
                                      </p:to>
                                    </p:set>
                                    <p:animEffect filter="fade" transition="in">
                                      <p:cBhvr additive="repl">
                                        <p:cTn id="186" dur="500"/>
                                        <p:tgtEl>
                                          <p:spTgt spid="302"/>
                                        </p:tgtEl>
                                      </p:cBhvr>
                                    </p:animEffect>
                                  </p:childTnLst>
                                </p:cTn>
                              </p:par>
                              <p:par>
                                <p:cTn id="187" nodeType="withEffect" fill="hold" presetClass="exit" presetID="10">
                                  <p:stCondLst>
                                    <p:cond delay="0"/>
                                  </p:stCondLst>
                                  <p:childTnLst>
                                    <p:animEffect filter="fade" transition="out">
                                      <p:cBhvr additive="repl">
                                        <p:cTn id="188" dur="500"/>
                                        <p:tgtEl>
                                          <p:spTgt spid="303"/>
                                        </p:tgtEl>
                                      </p:cBhvr>
                                    </p:animEffect>
                                    <p:set>
                                      <p:cBhvr>
                                        <p:cTn id="189" dur="1" fill="hold">
                                          <p:stCondLst>
                                            <p:cond delay="499"/>
                                          </p:stCondLst>
                                        </p:cTn>
                                        <p:tgtEl>
                                          <p:spTgt spid="303"/>
                                        </p:tgtEl>
                                        <p:attrNameLst>
                                          <p:attrName>style.visibility</p:attrName>
                                        </p:attrNameLst>
                                      </p:cBhvr>
                                      <p:to>
                                        <p:strVal val="hidden"/>
                                      </p:to>
                                    </p:set>
                                  </p:childTnLst>
                                </p:cTn>
                              </p:par>
                              <p:par>
                                <p:cTn id="190" nodeType="withEffect" fill="hold" presetClass="exit" presetID="10">
                                  <p:stCondLst>
                                    <p:cond delay="0"/>
                                  </p:stCondLst>
                                  <p:childTnLst>
                                    <p:animEffect filter="fade" transition="out">
                                      <p:cBhvr additive="repl">
                                        <p:cTn id="191" dur="500"/>
                                        <p:tgtEl>
                                          <p:spTgt spid="295"/>
                                        </p:tgtEl>
                                      </p:cBhvr>
                                    </p:animEffect>
                                    <p:set>
                                      <p:cBhvr>
                                        <p:cTn id="192" dur="1" fill="hold">
                                          <p:stCondLst>
                                            <p:cond delay="499"/>
                                          </p:stCondLst>
                                        </p:cTn>
                                        <p:tgtEl>
                                          <p:spTgt spid="295"/>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nodeType="clickEffect" fill="hold" presetClass="entr" presetID="10">
                                  <p:stCondLst>
                                    <p:cond delay="0"/>
                                  </p:stCondLst>
                                  <p:childTnLst>
                                    <p:set>
                                      <p:cBhvr>
                                        <p:cTn id="196" dur="1" fill="hold">
                                          <p:stCondLst>
                                            <p:cond delay="0"/>
                                          </p:stCondLst>
                                        </p:cTn>
                                        <p:tgtEl>
                                          <p:spTgt spid="309"/>
                                        </p:tgtEl>
                                        <p:attrNameLst>
                                          <p:attrName>style.visibility</p:attrName>
                                        </p:attrNameLst>
                                      </p:cBhvr>
                                      <p:to>
                                        <p:strVal val="visible"/>
                                      </p:to>
                                    </p:set>
                                    <p:animEffect filter="fade" transition="in">
                                      <p:cBhvr additive="repl">
                                        <p:cTn id="197" dur="500"/>
                                        <p:tgtEl>
                                          <p:spTgt spid="309"/>
                                        </p:tgtEl>
                                      </p:cBhvr>
                                    </p:animEffect>
                                  </p:childTnLst>
                                </p:cTn>
                              </p:par>
                              <p:par>
                                <p:cTn id="198" nodeType="withEffect" fill="hold" presetClass="entr" presetID="10">
                                  <p:stCondLst>
                                    <p:cond delay="0"/>
                                  </p:stCondLst>
                                  <p:childTnLst>
                                    <p:set>
                                      <p:cBhvr>
                                        <p:cTn id="199" dur="1" fill="hold">
                                          <p:stCondLst>
                                            <p:cond delay="0"/>
                                          </p:stCondLst>
                                        </p:cTn>
                                        <p:tgtEl>
                                          <p:spTgt spid="308">
                                            <p:txEl>
                                              <p:pRg st="0" end="0"/>
                                            </p:txEl>
                                          </p:spTgt>
                                        </p:tgtEl>
                                        <p:attrNameLst>
                                          <p:attrName>style.visibility</p:attrName>
                                        </p:attrNameLst>
                                      </p:cBhvr>
                                      <p:to>
                                        <p:strVal val="visible"/>
                                      </p:to>
                                    </p:set>
                                    <p:animEffect filter="fade" transition="in">
                                      <p:cBhvr additive="repl">
                                        <p:cTn id="200" dur="500"/>
                                        <p:tgtEl>
                                          <p:spTgt spid="308">
                                            <p:txEl>
                                              <p:pRg st="0" end="0"/>
                                            </p:txEl>
                                          </p:spTgt>
                                        </p:tgtEl>
                                      </p:cBhvr>
                                    </p:animEffect>
                                  </p:childTnLst>
                                </p:cTn>
                              </p:par>
                            </p:childTnLst>
                          </p:cTn>
                        </p:par>
                      </p:childTnLst>
                    </p:cTn>
                  </p:par>
                  <p:par>
                    <p:cTn id="201" fill="hold">
                      <p:stCondLst>
                        <p:cond delay="indefinite"/>
                      </p:stCondLst>
                      <p:childTnLst>
                        <p:par>
                          <p:cTn id="202" fill="hold">
                            <p:stCondLst>
                              <p:cond delay="0"/>
                            </p:stCondLst>
                            <p:childTnLst>
                              <p:par>
                                <p:cTn id="203" nodeType="clickEffect" fill="hold" presetClass="entr" presetID="10">
                                  <p:stCondLst>
                                    <p:cond delay="0"/>
                                  </p:stCondLst>
                                  <p:childTnLst>
                                    <p:set>
                                      <p:cBhvr>
                                        <p:cTn id="204" dur="1" fill="hold">
                                          <p:stCondLst>
                                            <p:cond delay="0"/>
                                          </p:stCondLst>
                                        </p:cTn>
                                        <p:tgtEl>
                                          <p:spTgt spid="312"/>
                                        </p:tgtEl>
                                        <p:attrNameLst>
                                          <p:attrName>style.visibility</p:attrName>
                                        </p:attrNameLst>
                                      </p:cBhvr>
                                      <p:to>
                                        <p:strVal val="visible"/>
                                      </p:to>
                                    </p:set>
                                    <p:animEffect filter="fade" transition="in">
                                      <p:cBhvr additive="repl">
                                        <p:cTn id="205" dur="500"/>
                                        <p:tgtEl>
                                          <p:spTgt spid="312"/>
                                        </p:tgtEl>
                                      </p:cBhvr>
                                    </p:animEffect>
                                  </p:childTnLst>
                                </p:cTn>
                              </p:par>
                              <p:par>
                                <p:cTn id="206" nodeType="withEffect" fill="hold" presetClass="path" presetID="42">
                                  <p:stCondLst>
                                    <p:cond delay="0"/>
                                  </p:stCondLst>
                                  <p:childTnLst>
                                    <p:animMotion origin="layout" path="M 3.61111E-006 -1.23457E-006 L -0.00035 0.20803 E">
                                      <p:cBhvr>
                                        <p:cTn id="207" dur="1000" fill="hold"/>
                                        <p:tgtEl>
                                          <p:spTgt spid="312"/>
                                        </p:tgtEl>
                                        <p:attrNameLst>
                                          <p:attrName>ppt_x</p:attrName>
                                          <p:attrName>ppt_y</p:attrName>
                                        </p:attrNameLst>
                                      </p:cBhvr>
                                    </p:animMotion>
                                  </p:childTnLst>
                                </p:cTn>
                              </p:par>
                              <p:par>
                                <p:cTn id="208" nodeType="withEffect" fill="hold" presetClass="exit" presetID="10">
                                  <p:stCondLst>
                                    <p:cond delay="500"/>
                                  </p:stCondLst>
                                  <p:childTnLst>
                                    <p:animEffect filter="fade" transition="out">
                                      <p:cBhvr additive="repl">
                                        <p:cTn id="209" dur="500"/>
                                        <p:tgtEl>
                                          <p:spTgt spid="312"/>
                                        </p:tgtEl>
                                      </p:cBhvr>
                                    </p:animEffect>
                                    <p:set>
                                      <p:cBhvr>
                                        <p:cTn id="210" dur="1" fill="hold">
                                          <p:stCondLst>
                                            <p:cond delay="499"/>
                                          </p:stCondLst>
                                        </p:cTn>
                                        <p:tgtEl>
                                          <p:spTgt spid="312"/>
                                        </p:tgtEl>
                                        <p:attrNameLst>
                                          <p:attrName>style.visibility</p:attrName>
                                        </p:attrNameLst>
                                      </p:cBhvr>
                                      <p:to>
                                        <p:strVal val="hidden"/>
                                      </p:to>
                                    </p:set>
                                  </p:childTnLst>
                                </p:cTn>
                              </p:par>
                              <p:par>
                                <p:cTn id="211" nodeType="withEffect" fill="hold" presetClass="emph" presetID="6">
                                  <p:stCondLst>
                                    <p:cond delay="500"/>
                                  </p:stCondLst>
                                  <p:childTnLst>
                                    <p:animScale>
                                      <p:cBhvr>
                                        <p:cTn id="212" dur="500" fill="hold"/>
                                        <p:tgtEl>
                                          <p:spTgt spid="311"/>
                                        </p:tgtEl>
                                      </p:cBhvr>
                                      <p:by x="150000" y="150000"/>
                                    </p:animScale>
                                  </p:childTnLst>
                                </p:cTn>
                              </p:par>
                            </p:childTnLst>
                          </p:cTn>
                        </p:par>
                      </p:childTnLst>
                    </p:cTn>
                  </p:par>
                  <p:par>
                    <p:cTn id="213" fill="hold">
                      <p:stCondLst>
                        <p:cond delay="indefinite"/>
                      </p:stCondLst>
                      <p:childTnLst>
                        <p:par>
                          <p:cTn id="214" fill="hold">
                            <p:stCondLst>
                              <p:cond delay="0"/>
                            </p:stCondLst>
                            <p:childTnLst>
                              <p:par>
                                <p:cTn id="215" nodeType="clickEffect" fill="hold" presetClass="entr" presetID="10">
                                  <p:stCondLst>
                                    <p:cond delay="0"/>
                                  </p:stCondLst>
                                  <p:childTnLst>
                                    <p:set>
                                      <p:cBhvr>
                                        <p:cTn id="216" dur="1" fill="hold">
                                          <p:stCondLst>
                                            <p:cond delay="0"/>
                                          </p:stCondLst>
                                        </p:cTn>
                                        <p:tgtEl>
                                          <p:spTgt spid="306"/>
                                        </p:tgtEl>
                                        <p:attrNameLst>
                                          <p:attrName>style.visibility</p:attrName>
                                        </p:attrNameLst>
                                      </p:cBhvr>
                                      <p:to>
                                        <p:strVal val="visible"/>
                                      </p:to>
                                    </p:set>
                                    <p:animEffect filter="fade" transition="in">
                                      <p:cBhvr additive="repl">
                                        <p:cTn id="217" dur="500"/>
                                        <p:tgtEl>
                                          <p:spTgt spid="306"/>
                                        </p:tgtEl>
                                      </p:cBhvr>
                                    </p:animEffect>
                                  </p:childTnLst>
                                </p:cTn>
                              </p:par>
                              <p:par>
                                <p:cTn id="218" nodeType="withEffect" fill="hold" presetClass="exit" presetID="10">
                                  <p:stCondLst>
                                    <p:cond delay="0"/>
                                  </p:stCondLst>
                                  <p:childTnLst>
                                    <p:animEffect filter="fade" transition="out">
                                      <p:cBhvr additive="repl">
                                        <p:cTn id="219" dur="500"/>
                                        <p:tgtEl>
                                          <p:spTgt spid="304"/>
                                        </p:tgtEl>
                                      </p:cBhvr>
                                    </p:animEffect>
                                    <p:set>
                                      <p:cBhvr>
                                        <p:cTn id="220" dur="1" fill="hold">
                                          <p:stCondLst>
                                            <p:cond delay="499"/>
                                          </p:stCondLst>
                                        </p:cTn>
                                        <p:tgtEl>
                                          <p:spTgt spid="304"/>
                                        </p:tgtEl>
                                        <p:attrNameLst>
                                          <p:attrName>style.visibility</p:attrName>
                                        </p:attrNameLst>
                                      </p:cBhvr>
                                      <p:to>
                                        <p:strVal val="hidden"/>
                                      </p:to>
                                    </p:set>
                                  </p:childTnLst>
                                </p:cTn>
                              </p:par>
                              <p:par>
                                <p:cTn id="221" nodeType="withEffect" fill="hold" presetClass="entr" presetID="10">
                                  <p:stCondLst>
                                    <p:cond delay="0"/>
                                  </p:stCondLst>
                                  <p:childTnLst>
                                    <p:set>
                                      <p:cBhvr>
                                        <p:cTn id="222" dur="1" fill="hold">
                                          <p:stCondLst>
                                            <p:cond delay="0"/>
                                          </p:stCondLst>
                                        </p:cTn>
                                        <p:tgtEl>
                                          <p:spTgt spid="300"/>
                                        </p:tgtEl>
                                        <p:attrNameLst>
                                          <p:attrName>style.visibility</p:attrName>
                                        </p:attrNameLst>
                                      </p:cBhvr>
                                      <p:to>
                                        <p:strVal val="visible"/>
                                      </p:to>
                                    </p:set>
                                    <p:animEffect filter="fade" transition="in">
                                      <p:cBhvr additive="repl">
                                        <p:cTn id="223" dur="500"/>
                                        <p:tgtEl>
                                          <p:spTgt spid="300"/>
                                        </p:tgtEl>
                                      </p:cBhvr>
                                    </p:animEffect>
                                  </p:childTnLst>
                                </p:cTn>
                              </p:par>
                              <p:par>
                                <p:cTn id="224" nodeType="withEffect" fill="hold" presetClass="exit" presetID="10">
                                  <p:stCondLst>
                                    <p:cond delay="0"/>
                                  </p:stCondLst>
                                  <p:childTnLst>
                                    <p:animEffect filter="fade" transition="out">
                                      <p:cBhvr additive="repl">
                                        <p:cTn id="225" dur="500"/>
                                        <p:tgtEl>
                                          <p:spTgt spid="302"/>
                                        </p:tgtEl>
                                      </p:cBhvr>
                                    </p:animEffect>
                                    <p:set>
                                      <p:cBhvr>
                                        <p:cTn id="226" dur="1" fill="hold">
                                          <p:stCondLst>
                                            <p:cond delay="499"/>
                                          </p:stCondLst>
                                        </p:cTn>
                                        <p:tgtEl>
                                          <p:spTgt spid="302"/>
                                        </p:tgtEl>
                                        <p:attrNameLst>
                                          <p:attrName>style.visibility</p:attrName>
                                        </p:attrNameLst>
                                      </p:cBhvr>
                                      <p:to>
                                        <p:strVal val="hidden"/>
                                      </p:to>
                                    </p:set>
                                  </p:childTnLst>
                                </p:cTn>
                              </p:par>
                              <p:par>
                                <p:cTn id="227" nodeType="withEffect" fill="hold" presetClass="entr" presetID="10">
                                  <p:stCondLst>
                                    <p:cond delay="0"/>
                                  </p:stCondLst>
                                  <p:childTnLst>
                                    <p:set>
                                      <p:cBhvr>
                                        <p:cTn id="228" dur="1" fill="hold">
                                          <p:stCondLst>
                                            <p:cond delay="0"/>
                                          </p:stCondLst>
                                        </p:cTn>
                                        <p:tgtEl>
                                          <p:spTgt spid="322"/>
                                        </p:tgtEl>
                                        <p:attrNameLst>
                                          <p:attrName>style.visibility</p:attrName>
                                        </p:attrNameLst>
                                      </p:cBhvr>
                                      <p:to>
                                        <p:strVal val="visible"/>
                                      </p:to>
                                    </p:set>
                                    <p:animEffect filter="fade" transition="in">
                                      <p:cBhvr additive="repl">
                                        <p:cTn id="229" dur="500"/>
                                        <p:tgtEl>
                                          <p:spTgt spid="322"/>
                                        </p:tgtEl>
                                      </p:cBhvr>
                                    </p:animEffect>
                                  </p:childTnLst>
                                </p:cTn>
                              </p:par>
                            </p:childTnLst>
                          </p:cTn>
                        </p:par>
                      </p:childTnLst>
                    </p:cTn>
                  </p:par>
                  <p:par>
                    <p:cTn id="230" fill="hold">
                      <p:stCondLst>
                        <p:cond delay="indefinite"/>
                      </p:stCondLst>
                      <p:childTnLst>
                        <p:par>
                          <p:cTn id="231" fill="hold">
                            <p:stCondLst>
                              <p:cond delay="0"/>
                            </p:stCondLst>
                            <p:childTnLst>
                              <p:par>
                                <p:cTn id="232" nodeType="clickEffect" fill="hold" presetClass="entr" presetID="10">
                                  <p:stCondLst>
                                    <p:cond delay="0"/>
                                  </p:stCondLst>
                                  <p:childTnLst>
                                    <p:set>
                                      <p:cBhvr>
                                        <p:cTn id="233" dur="1" fill="hold">
                                          <p:stCondLst>
                                            <p:cond delay="0"/>
                                          </p:stCondLst>
                                        </p:cTn>
                                        <p:tgtEl>
                                          <p:spTgt spid="287"/>
                                        </p:tgtEl>
                                        <p:attrNameLst>
                                          <p:attrName>style.visibility</p:attrName>
                                        </p:attrNameLst>
                                      </p:cBhvr>
                                      <p:to>
                                        <p:strVal val="visible"/>
                                      </p:to>
                                    </p:set>
                                    <p:animEffect filter="fade" transition="in">
                                      <p:cBhvr additive="repl">
                                        <p:cTn id="234" dur="500"/>
                                        <p:tgtEl>
                                          <p:spTgt spid="287"/>
                                        </p:tgtEl>
                                      </p:cBhvr>
                                    </p:animEffect>
                                  </p:childTnLst>
                                </p:cTn>
                              </p:par>
                              <p:par>
                                <p:cTn id="235" nodeType="withEffect" fill="hold" presetClass="entr" presetID="10">
                                  <p:stCondLst>
                                    <p:cond delay="0"/>
                                  </p:stCondLst>
                                  <p:childTnLst>
                                    <p:set>
                                      <p:cBhvr>
                                        <p:cTn id="236" dur="1" fill="hold">
                                          <p:stCondLst>
                                            <p:cond delay="0"/>
                                          </p:stCondLst>
                                        </p:cTn>
                                        <p:tgtEl>
                                          <p:spTgt spid="288"/>
                                        </p:tgtEl>
                                        <p:attrNameLst>
                                          <p:attrName>style.visibility</p:attrName>
                                        </p:attrNameLst>
                                      </p:cBhvr>
                                      <p:to>
                                        <p:strVal val="visible"/>
                                      </p:to>
                                    </p:set>
                                    <p:animEffect filter="fade" transition="in">
                                      <p:cBhvr additive="repl">
                                        <p:cTn id="237" dur="5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Conversation as a basis</a:t>
            </a:r>
            <a:endParaRPr b="0" lang="en-US" sz="2100" spc="-1" strike="noStrike">
              <a:solidFill>
                <a:srgbClr val="000000"/>
              </a:solidFill>
              <a:latin typeface="Calibri"/>
            </a:endParaRPr>
          </a:p>
        </p:txBody>
      </p:sp>
      <p:sp>
        <p:nvSpPr>
          <p:cNvPr id="324" name="PlaceHolder 2"/>
          <p:cNvSpPr>
            <a:spLocks noGrp="1"/>
          </p:cNvSpPr>
          <p:nvPr>
            <p:ph/>
          </p:nvPr>
        </p:nvSpPr>
        <p:spPr>
          <a:xfrm rot="10800000">
            <a:off x="8754840" y="2818800"/>
            <a:ext cx="146160" cy="198504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325" name="PlaceHolder 3"/>
          <p:cNvSpPr>
            <a:spLocks noGrp="1"/>
          </p:cNvSpPr>
          <p:nvPr>
            <p:ph type="dt" idx="29"/>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326" name="PlaceHolder 4"/>
          <p:cNvSpPr>
            <a:spLocks noGrp="1"/>
          </p:cNvSpPr>
          <p:nvPr>
            <p:ph type="ftr" idx="30"/>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327" name="PlaceHolder 5"/>
          <p:cNvSpPr>
            <a:spLocks noGrp="1"/>
          </p:cNvSpPr>
          <p:nvPr>
            <p:ph type="sldNum" idx="31"/>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B5ACF5BE-FA3F-42B3-A657-F03DFC9FF309}" type="slidenum">
              <a:rPr b="0" lang="de-DE" sz="900" spc="-1" strike="noStrike">
                <a:solidFill>
                  <a:srgbClr val="ffffff"/>
                </a:solidFill>
                <a:latin typeface="Arial"/>
              </a:rPr>
              <a:t>&lt;number&gt;</a:t>
            </a:fld>
            <a:endParaRPr b="0" lang="en-US" sz="900" spc="-1" strike="noStrike">
              <a:latin typeface="Times New Roman"/>
            </a:endParaRPr>
          </a:p>
        </p:txBody>
      </p:sp>
      <p:pic>
        <p:nvPicPr>
          <p:cNvPr id="328" name="Grafik 11" descr=""/>
          <p:cNvPicPr/>
          <p:nvPr/>
        </p:nvPicPr>
        <p:blipFill>
          <a:blip r:embed="rId1"/>
          <a:stretch/>
        </p:blipFill>
        <p:spPr>
          <a:xfrm>
            <a:off x="403560" y="2132640"/>
            <a:ext cx="570240" cy="570240"/>
          </a:xfrm>
          <a:prstGeom prst="rect">
            <a:avLst/>
          </a:prstGeom>
          <a:ln w="0">
            <a:noFill/>
          </a:ln>
        </p:spPr>
      </p:pic>
      <p:pic>
        <p:nvPicPr>
          <p:cNvPr id="329" name="Grafik 13" descr=""/>
          <p:cNvPicPr/>
          <p:nvPr/>
        </p:nvPicPr>
        <p:blipFill>
          <a:blip r:embed="rId2"/>
          <a:stretch/>
        </p:blipFill>
        <p:spPr>
          <a:xfrm>
            <a:off x="403200" y="3040920"/>
            <a:ext cx="570240" cy="570240"/>
          </a:xfrm>
          <a:prstGeom prst="rect">
            <a:avLst/>
          </a:prstGeom>
          <a:ln w="0">
            <a:noFill/>
          </a:ln>
        </p:spPr>
      </p:pic>
      <p:pic>
        <p:nvPicPr>
          <p:cNvPr id="330" name="Grafik 15" descr=""/>
          <p:cNvPicPr/>
          <p:nvPr/>
        </p:nvPicPr>
        <p:blipFill>
          <a:blip r:embed="rId3"/>
          <a:stretch/>
        </p:blipFill>
        <p:spPr>
          <a:xfrm>
            <a:off x="403560" y="3932640"/>
            <a:ext cx="575640" cy="575640"/>
          </a:xfrm>
          <a:prstGeom prst="rect">
            <a:avLst/>
          </a:prstGeom>
          <a:ln w="0">
            <a:noFill/>
          </a:ln>
        </p:spPr>
      </p:pic>
      <p:pic>
        <p:nvPicPr>
          <p:cNvPr id="331" name="Grafik 14" descr=""/>
          <p:cNvPicPr/>
          <p:nvPr/>
        </p:nvPicPr>
        <p:blipFill>
          <a:blip r:embed="rId4"/>
          <a:stretch/>
        </p:blipFill>
        <p:spPr>
          <a:xfrm>
            <a:off x="408600" y="1252080"/>
            <a:ext cx="570240" cy="570240"/>
          </a:xfrm>
          <a:prstGeom prst="rect">
            <a:avLst/>
          </a:prstGeom>
          <a:ln w="0">
            <a:noFill/>
          </a:ln>
        </p:spPr>
      </p:pic>
      <p:sp>
        <p:nvSpPr>
          <p:cNvPr id="332" name="Inhaltsplatzhalter 2"/>
          <p:cNvSpPr/>
          <p:nvPr/>
        </p:nvSpPr>
        <p:spPr>
          <a:xfrm>
            <a:off x="1218960" y="2217960"/>
            <a:ext cx="5528520" cy="485640"/>
          </a:xfrm>
          <a:prstGeom prst="rect">
            <a:avLst/>
          </a:prstGeom>
          <a:noFill/>
          <a:ln w="0">
            <a:noFill/>
          </a:ln>
        </p:spPr>
        <p:style>
          <a:lnRef idx="0"/>
          <a:fillRef idx="0"/>
          <a:effectRef idx="0"/>
          <a:fontRef idx="minor"/>
        </p:style>
        <p:txBody>
          <a:bodyPr lIns="0" rIns="0" tIns="0" bIns="0" anchor="ctr">
            <a:noAutofit/>
          </a:bodyPr>
          <a:p>
            <a:pPr>
              <a:lnSpc>
                <a:spcPct val="100000"/>
              </a:lnSpc>
              <a:spcBef>
                <a:spcPts val="751"/>
              </a:spcBef>
              <a:buNone/>
              <a:tabLst>
                <a:tab algn="l" pos="0"/>
              </a:tabLst>
            </a:pPr>
            <a:r>
              <a:rPr b="0" lang="de-DE" sz="1800" spc="-1" strike="noStrike">
                <a:solidFill>
                  <a:srgbClr val="000000"/>
                </a:solidFill>
                <a:latin typeface="Calibri"/>
              </a:rPr>
              <a:t>Information can be splitted (No overload)</a:t>
            </a:r>
            <a:endParaRPr b="0" lang="en-US" sz="1800" spc="-1" strike="noStrike">
              <a:latin typeface="Arial"/>
            </a:endParaRPr>
          </a:p>
        </p:txBody>
      </p:sp>
      <p:sp>
        <p:nvSpPr>
          <p:cNvPr id="333" name="Inhaltsplatzhalter 2"/>
          <p:cNvSpPr/>
          <p:nvPr/>
        </p:nvSpPr>
        <p:spPr>
          <a:xfrm>
            <a:off x="1218960" y="1323000"/>
            <a:ext cx="3117600" cy="485640"/>
          </a:xfrm>
          <a:prstGeom prst="rect">
            <a:avLst/>
          </a:prstGeom>
          <a:noFill/>
          <a:ln w="0">
            <a:noFill/>
          </a:ln>
        </p:spPr>
        <p:style>
          <a:lnRef idx="0"/>
          <a:fillRef idx="0"/>
          <a:effectRef idx="0"/>
          <a:fontRef idx="minor"/>
        </p:style>
        <p:txBody>
          <a:bodyPr lIns="0" rIns="0" tIns="0" bIns="0" anchor="ctr">
            <a:noAutofit/>
          </a:bodyPr>
          <a:p>
            <a:pPr>
              <a:lnSpc>
                <a:spcPct val="100000"/>
              </a:lnSpc>
              <a:spcBef>
                <a:spcPts val="751"/>
              </a:spcBef>
              <a:buNone/>
              <a:tabLst>
                <a:tab algn="l" pos="0"/>
              </a:tabLst>
            </a:pPr>
            <a:r>
              <a:rPr b="0" lang="de-DE" sz="1800" spc="-1" strike="noStrike">
                <a:solidFill>
                  <a:srgbClr val="000000"/>
                </a:solidFill>
                <a:latin typeface="Calibri"/>
              </a:rPr>
              <a:t>Natural way of explanations</a:t>
            </a:r>
            <a:endParaRPr b="0" lang="en-US" sz="1800" spc="-1" strike="noStrike">
              <a:latin typeface="Arial"/>
            </a:endParaRPr>
          </a:p>
        </p:txBody>
      </p:sp>
      <p:sp>
        <p:nvSpPr>
          <p:cNvPr id="334" name="Textfeld 20"/>
          <p:cNvSpPr/>
          <p:nvPr/>
        </p:nvSpPr>
        <p:spPr>
          <a:xfrm>
            <a:off x="1176840" y="3168360"/>
            <a:ext cx="56131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de-DE" sz="1800" spc="-1" strike="noStrike">
                <a:solidFill>
                  <a:srgbClr val="000000"/>
                </a:solidFill>
                <a:latin typeface="Calibri"/>
              </a:rPr>
              <a:t>User can ask questions for clarification</a:t>
            </a:r>
            <a:endParaRPr b="0" lang="en-US" sz="1800" spc="-1" strike="noStrike">
              <a:latin typeface="Arial"/>
            </a:endParaRPr>
          </a:p>
        </p:txBody>
      </p:sp>
      <p:sp>
        <p:nvSpPr>
          <p:cNvPr id="335" name="Textfeld 21"/>
          <p:cNvSpPr/>
          <p:nvPr/>
        </p:nvSpPr>
        <p:spPr>
          <a:xfrm>
            <a:off x="1176840" y="4012920"/>
            <a:ext cx="32936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de-DE" sz="1800" spc="-1" strike="noStrike">
                <a:solidFill>
                  <a:srgbClr val="000000"/>
                </a:solidFill>
                <a:latin typeface="Calibri"/>
              </a:rPr>
              <a:t>Personalized experience</a:t>
            </a:r>
            <a:endParaRPr b="0" lang="en-US" sz="1800" spc="-1" strike="noStrike">
              <a:latin typeface="Arial"/>
            </a:endParaRPr>
          </a:p>
        </p:txBody>
      </p:sp>
      <p:sp>
        <p:nvSpPr>
          <p:cNvPr id="336" name="Textfeld 2"/>
          <p:cNvSpPr/>
          <p:nvPr/>
        </p:nvSpPr>
        <p:spPr>
          <a:xfrm>
            <a:off x="7513200" y="4732560"/>
            <a:ext cx="124092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i="1" lang="de-DE" sz="1000" spc="-1" strike="noStrike">
                <a:solidFill>
                  <a:srgbClr val="000000"/>
                </a:solidFill>
                <a:latin typeface="Calibri"/>
              </a:rPr>
              <a:t>(Miller et al., 2019)</a:t>
            </a:r>
            <a:endParaRPr b="0" lang="en-US" sz="1000" spc="-1" strike="noStrike">
              <a:latin typeface="Arial"/>
            </a:endParaRPr>
          </a:p>
        </p:txBody>
      </p:sp>
      <p:sp>
        <p:nvSpPr>
          <p:cNvPr id="337" name="Rechteck 9"/>
          <p:cNvSpPr/>
          <p:nvPr/>
        </p:nvSpPr>
        <p:spPr>
          <a:xfrm>
            <a:off x="8804520" y="664200"/>
            <a:ext cx="277560" cy="277560"/>
          </a:xfrm>
          <a:prstGeom prst="rect">
            <a:avLst/>
          </a:prstGeom>
          <a:blipFill rotWithShape="0">
            <a:blip r:embed="rId5"/>
            <a:srcRect/>
            <a:stretch/>
          </a:blipFill>
          <a:ln>
            <a:noFill/>
          </a:ln>
        </p:spPr>
        <p:style>
          <a:lnRef idx="2"/>
          <a:fillRef idx="0"/>
          <a:effectRef idx="0">
            <a:schemeClr val="accent2">
              <a:hueOff val="0"/>
              <a:satOff val="0"/>
              <a:lumOff val="0"/>
              <a:alphaOff val="0"/>
            </a:schemeClr>
          </a:effectRef>
          <a:fontRef idx="minor"/>
        </p:style>
      </p:sp>
      <p:sp>
        <p:nvSpPr>
          <p:cNvPr id="338" name="Rechteck 10"/>
          <p:cNvSpPr/>
          <p:nvPr/>
        </p:nvSpPr>
        <p:spPr>
          <a:xfrm>
            <a:off x="8804520" y="1043640"/>
            <a:ext cx="277560" cy="277560"/>
          </a:xfrm>
          <a:prstGeom prst="rect">
            <a:avLst/>
          </a:prstGeom>
          <a:blipFill rotWithShape="0">
            <a:blip r:embed="rId6"/>
            <a:srcRect/>
            <a:stretch/>
          </a:blipFill>
          <a:ln>
            <a:noFill/>
          </a:ln>
        </p:spPr>
        <p:style>
          <a:lnRef idx="2"/>
          <a:fillRef idx="0"/>
          <a:effectRef idx="0">
            <a:schemeClr val="accent3">
              <a:hueOff val="0"/>
              <a:satOff val="0"/>
              <a:lumOff val="0"/>
              <a:alphaOff val="0"/>
            </a:schemeClr>
          </a:effectRef>
          <a:fontRef idx="minor"/>
        </p:style>
      </p:sp>
      <p:sp>
        <p:nvSpPr>
          <p:cNvPr id="339" name="Rechteck 12"/>
          <p:cNvSpPr/>
          <p:nvPr/>
        </p:nvSpPr>
        <p:spPr>
          <a:xfrm>
            <a:off x="8804520" y="1379160"/>
            <a:ext cx="277560" cy="277560"/>
          </a:xfrm>
          <a:prstGeom prst="rect">
            <a:avLst/>
          </a:prstGeom>
          <a:blipFill rotWithShape="0">
            <a:blip r:embed="rId7"/>
            <a:srcRect/>
            <a:stretch/>
          </a:blipFill>
          <a:ln>
            <a:noFill/>
          </a:ln>
        </p:spPr>
        <p:style>
          <a:lnRef idx="2"/>
          <a:fillRef idx="0"/>
          <a:effectRef idx="0">
            <a:schemeClr val="accent4">
              <a:hueOff val="0"/>
              <a:satOff val="0"/>
              <a:lumOff val="0"/>
              <a:alphaOff val="0"/>
            </a:schemeClr>
          </a:effectRef>
          <a:fontRef idx="minor"/>
        </p:style>
      </p:sp>
      <p:sp>
        <p:nvSpPr>
          <p:cNvPr id="340" name="Rechteck 16"/>
          <p:cNvSpPr/>
          <p:nvPr/>
        </p:nvSpPr>
        <p:spPr>
          <a:xfrm>
            <a:off x="8804520" y="1688760"/>
            <a:ext cx="277560" cy="277560"/>
          </a:xfrm>
          <a:prstGeom prst="rect">
            <a:avLst/>
          </a:prstGeom>
          <a:blipFill rotWithShape="0">
            <a:blip r:embed="rId8"/>
            <a:srcRect/>
            <a:stretch/>
          </a:blipFill>
          <a:ln>
            <a:noFill/>
          </a:ln>
        </p:spPr>
        <p:style>
          <a:lnRef idx="2"/>
          <a:fillRef idx="0"/>
          <a:effectRef idx="0">
            <a:schemeClr val="accent5">
              <a:hueOff val="0"/>
              <a:satOff val="0"/>
              <a:lumOff val="0"/>
              <a:alphaOff val="0"/>
            </a:schemeClr>
          </a:effectRef>
          <a:fontRef idx="minor"/>
        </p:style>
      </p:sp>
      <p:sp>
        <p:nvSpPr>
          <p:cNvPr id="341" name="Rechteck 19"/>
          <p:cNvSpPr/>
          <p:nvPr/>
        </p:nvSpPr>
        <p:spPr>
          <a:xfrm>
            <a:off x="8804520" y="2007000"/>
            <a:ext cx="277560" cy="277560"/>
          </a:xfrm>
          <a:prstGeom prst="rect">
            <a:avLst/>
          </a:prstGeom>
          <a:blipFill rotWithShape="0">
            <a:blip r:embed="rId9"/>
            <a:srcRect/>
            <a:stretch/>
          </a:blipFill>
          <a:ln>
            <a:noFill/>
          </a:ln>
        </p:spPr>
        <p:style>
          <a:lnRef idx="2"/>
          <a:fillRef idx="0"/>
          <a:effectRef idx="0">
            <a:schemeClr val="accent6">
              <a:hueOff val="0"/>
              <a:satOff val="0"/>
              <a:lumOff val="0"/>
              <a:alphaOff val="0"/>
            </a:schemeClr>
          </a:effectRef>
          <a:fontRef idx="minor"/>
        </p:style>
      </p:sp>
      <p:sp>
        <p:nvSpPr>
          <p:cNvPr id="342" name="Rechteck 22"/>
          <p:cNvSpPr/>
          <p:nvPr/>
        </p:nvSpPr>
        <p:spPr>
          <a:xfrm>
            <a:off x="8804520" y="2316600"/>
            <a:ext cx="277560" cy="277560"/>
          </a:xfrm>
          <a:prstGeom prst="rect">
            <a:avLst/>
          </a:prstGeom>
          <a:blipFill rotWithShape="0">
            <a:blip r:embed="rId10"/>
            <a:srcRect/>
            <a:stretch/>
          </a:blipFill>
          <a:ln>
            <a:noFill/>
          </a:ln>
        </p:spPr>
        <p:style>
          <a:lnRef idx="2"/>
          <a:fillRef idx="0"/>
          <a:effectRef idx="0">
            <a:schemeClr val="accent2">
              <a:hueOff val="0"/>
              <a:satOff val="0"/>
              <a:lumOff val="0"/>
              <a:alphaOff val="0"/>
            </a:schemeClr>
          </a:effectRef>
          <a:fontRef idx="minor"/>
        </p:style>
      </p:sp>
      <p:sp>
        <p:nvSpPr>
          <p:cNvPr id="343" name="Textfeld 23"/>
          <p:cNvSpPr/>
          <p:nvPr/>
        </p:nvSpPr>
        <p:spPr>
          <a:xfrm>
            <a:off x="7865280" y="134640"/>
            <a:ext cx="86220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Motivation</a:t>
            </a:r>
            <a:endParaRPr b="0" lang="en-US" sz="1200" spc="-1" strike="noStrike">
              <a:latin typeface="Arial"/>
            </a:endParaRPr>
          </a:p>
        </p:txBody>
      </p:sp>
      <p:sp>
        <p:nvSpPr>
          <p:cNvPr id="344" name="Rechteck 24"/>
          <p:cNvSpPr/>
          <p:nvPr/>
        </p:nvSpPr>
        <p:spPr>
          <a:xfrm>
            <a:off x="7600320" y="133560"/>
            <a:ext cx="277560" cy="277560"/>
          </a:xfrm>
          <a:prstGeom prst="rect">
            <a:avLst/>
          </a:prstGeom>
          <a:blipFill rotWithShape="0">
            <a:blip r:embed="rId11"/>
            <a:srcRect/>
            <a:stretch/>
          </a:blipFill>
          <a:ln>
            <a:noFill/>
          </a:ln>
        </p:spPr>
        <p:style>
          <a:lnRef idx="2"/>
          <a:fillRef idx="0"/>
          <a:effectRef idx="0">
            <a:schemeClr val="accent2">
              <a:hueOff val="0"/>
              <a:satOff val="0"/>
              <a:lumOff val="0"/>
              <a:alphaOff val="0"/>
            </a:schemeClr>
          </a:effectRef>
          <a:fontRef idx="minor"/>
        </p:style>
      </p:sp>
    </p:spTree>
  </p:cSld>
  <p:transition spd="slow">
    <p:push dir="u"/>
  </p:transition>
  <p:timing>
    <p:tnLst>
      <p:par>
        <p:cTn id="238" dur="indefinite" restart="never" nodeType="tmRoot">
          <p:childTnLst>
            <p:seq>
              <p:cTn id="239" dur="indefinite" nodeType="mainSeq">
                <p:childTnLst>
                  <p:par>
                    <p:cTn id="240" fill="hold">
                      <p:stCondLst>
                        <p:cond delay="indefinite"/>
                      </p:stCondLst>
                      <p:childTnLst>
                        <p:par>
                          <p:cTn id="241" fill="hold">
                            <p:stCondLst>
                              <p:cond delay="0"/>
                            </p:stCondLst>
                            <p:childTnLst>
                              <p:par>
                                <p:cTn id="242" nodeType="clickEffect" fill="hold" presetClass="entr" presetID="2" presetSubtype="4">
                                  <p:stCondLst>
                                    <p:cond delay="0"/>
                                  </p:stCondLst>
                                  <p:childTnLst>
                                    <p:set>
                                      <p:cBhvr>
                                        <p:cTn id="243" dur="1" fill="hold">
                                          <p:stCondLst>
                                            <p:cond delay="0"/>
                                          </p:stCondLst>
                                        </p:cTn>
                                        <p:tgtEl>
                                          <p:spTgt spid="331"/>
                                        </p:tgtEl>
                                        <p:attrNameLst>
                                          <p:attrName>style.visibility</p:attrName>
                                        </p:attrNameLst>
                                      </p:cBhvr>
                                      <p:to>
                                        <p:strVal val="visible"/>
                                      </p:to>
                                    </p:set>
                                    <p:anim calcmode="lin" valueType="num">
                                      <p:cBhvr additive="repl">
                                        <p:cTn id="244" dur="500" fill="hold"/>
                                        <p:tgtEl>
                                          <p:spTgt spid="331"/>
                                        </p:tgtEl>
                                        <p:attrNameLst>
                                          <p:attrName>ppt_x</p:attrName>
                                        </p:attrNameLst>
                                      </p:cBhvr>
                                      <p:tavLst>
                                        <p:tav tm="0">
                                          <p:val>
                                            <p:strVal val="#ppt_x"/>
                                          </p:val>
                                        </p:tav>
                                        <p:tav tm="100000">
                                          <p:val>
                                            <p:strVal val="#ppt_x"/>
                                          </p:val>
                                        </p:tav>
                                      </p:tavLst>
                                    </p:anim>
                                    <p:anim calcmode="lin" valueType="num">
                                      <p:cBhvr additive="repl">
                                        <p:cTn id="245" dur="500" fill="hold"/>
                                        <p:tgtEl>
                                          <p:spTgt spid="331"/>
                                        </p:tgtEl>
                                        <p:attrNameLst>
                                          <p:attrName>ppt_y</p:attrName>
                                        </p:attrNameLst>
                                      </p:cBhvr>
                                      <p:tavLst>
                                        <p:tav tm="0">
                                          <p:val>
                                            <p:strVal val="1+#ppt_h/2"/>
                                          </p:val>
                                        </p:tav>
                                        <p:tav tm="100000">
                                          <p:val>
                                            <p:strVal val="#ppt_y"/>
                                          </p:val>
                                        </p:tav>
                                      </p:tavLst>
                                    </p:anim>
                                  </p:childTnLst>
                                </p:cTn>
                              </p:par>
                              <p:par>
                                <p:cTn id="246" nodeType="withEffect" fill="hold" presetClass="entr" presetID="2" presetSubtype="4">
                                  <p:stCondLst>
                                    <p:cond delay="0"/>
                                  </p:stCondLst>
                                  <p:childTnLst>
                                    <p:set>
                                      <p:cBhvr>
                                        <p:cTn id="247" dur="1" fill="hold">
                                          <p:stCondLst>
                                            <p:cond delay="0"/>
                                          </p:stCondLst>
                                        </p:cTn>
                                        <p:tgtEl>
                                          <p:spTgt spid="333">
                                            <p:txEl>
                                              <p:pRg st="0" end="0"/>
                                            </p:txEl>
                                          </p:spTgt>
                                        </p:tgtEl>
                                        <p:attrNameLst>
                                          <p:attrName>style.visibility</p:attrName>
                                        </p:attrNameLst>
                                      </p:cBhvr>
                                      <p:to>
                                        <p:strVal val="visible"/>
                                      </p:to>
                                    </p:set>
                                    <p:anim calcmode="lin" valueType="num">
                                      <p:cBhvr additive="repl">
                                        <p:cTn id="248" dur="500" fill="hold"/>
                                        <p:tgtEl>
                                          <p:spTgt spid="333">
                                            <p:txEl>
                                              <p:pRg st="0" end="0"/>
                                            </p:txEl>
                                          </p:spTgt>
                                        </p:tgtEl>
                                        <p:attrNameLst>
                                          <p:attrName>ppt_x</p:attrName>
                                        </p:attrNameLst>
                                      </p:cBhvr>
                                      <p:tavLst>
                                        <p:tav tm="0">
                                          <p:val>
                                            <p:strVal val="#ppt_x"/>
                                          </p:val>
                                        </p:tav>
                                        <p:tav tm="100000">
                                          <p:val>
                                            <p:strVal val="#ppt_x"/>
                                          </p:val>
                                        </p:tav>
                                      </p:tavLst>
                                    </p:anim>
                                    <p:anim calcmode="lin" valueType="num">
                                      <p:cBhvr additive="repl">
                                        <p:cTn id="249" dur="500" fill="hold"/>
                                        <p:tgtEl>
                                          <p:spTgt spid="33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0" fill="hold">
                      <p:stCondLst>
                        <p:cond delay="indefinite"/>
                      </p:stCondLst>
                      <p:childTnLst>
                        <p:par>
                          <p:cTn id="251" fill="hold">
                            <p:stCondLst>
                              <p:cond delay="0"/>
                            </p:stCondLst>
                            <p:childTnLst>
                              <p:par>
                                <p:cTn id="252" nodeType="clickEffect" fill="hold" presetClass="entr" presetID="2" presetSubtype="4">
                                  <p:stCondLst>
                                    <p:cond delay="0"/>
                                  </p:stCondLst>
                                  <p:childTnLst>
                                    <p:set>
                                      <p:cBhvr>
                                        <p:cTn id="253" dur="1" fill="hold">
                                          <p:stCondLst>
                                            <p:cond delay="0"/>
                                          </p:stCondLst>
                                        </p:cTn>
                                        <p:tgtEl>
                                          <p:spTgt spid="328"/>
                                        </p:tgtEl>
                                        <p:attrNameLst>
                                          <p:attrName>style.visibility</p:attrName>
                                        </p:attrNameLst>
                                      </p:cBhvr>
                                      <p:to>
                                        <p:strVal val="visible"/>
                                      </p:to>
                                    </p:set>
                                    <p:anim calcmode="lin" valueType="num">
                                      <p:cBhvr additive="repl">
                                        <p:cTn id="254" dur="500" fill="hold"/>
                                        <p:tgtEl>
                                          <p:spTgt spid="328"/>
                                        </p:tgtEl>
                                        <p:attrNameLst>
                                          <p:attrName>ppt_x</p:attrName>
                                        </p:attrNameLst>
                                      </p:cBhvr>
                                      <p:tavLst>
                                        <p:tav tm="0">
                                          <p:val>
                                            <p:strVal val="#ppt_x"/>
                                          </p:val>
                                        </p:tav>
                                        <p:tav tm="100000">
                                          <p:val>
                                            <p:strVal val="#ppt_x"/>
                                          </p:val>
                                        </p:tav>
                                      </p:tavLst>
                                    </p:anim>
                                    <p:anim calcmode="lin" valueType="num">
                                      <p:cBhvr additive="repl">
                                        <p:cTn id="255" dur="500" fill="hold"/>
                                        <p:tgtEl>
                                          <p:spTgt spid="328"/>
                                        </p:tgtEl>
                                        <p:attrNameLst>
                                          <p:attrName>ppt_y</p:attrName>
                                        </p:attrNameLst>
                                      </p:cBhvr>
                                      <p:tavLst>
                                        <p:tav tm="0">
                                          <p:val>
                                            <p:strVal val="1+#ppt_h/2"/>
                                          </p:val>
                                        </p:tav>
                                        <p:tav tm="100000">
                                          <p:val>
                                            <p:strVal val="#ppt_y"/>
                                          </p:val>
                                        </p:tav>
                                      </p:tavLst>
                                    </p:anim>
                                  </p:childTnLst>
                                </p:cTn>
                              </p:par>
                              <p:par>
                                <p:cTn id="256" nodeType="withEffect" fill="hold" presetClass="entr" presetID="2" presetSubtype="4">
                                  <p:stCondLst>
                                    <p:cond delay="0"/>
                                  </p:stCondLst>
                                  <p:childTnLst>
                                    <p:set>
                                      <p:cBhvr>
                                        <p:cTn id="257" dur="1" fill="hold">
                                          <p:stCondLst>
                                            <p:cond delay="0"/>
                                          </p:stCondLst>
                                        </p:cTn>
                                        <p:tgtEl>
                                          <p:spTgt spid="332">
                                            <p:txEl>
                                              <p:pRg st="0" end="0"/>
                                            </p:txEl>
                                          </p:spTgt>
                                        </p:tgtEl>
                                        <p:attrNameLst>
                                          <p:attrName>style.visibility</p:attrName>
                                        </p:attrNameLst>
                                      </p:cBhvr>
                                      <p:to>
                                        <p:strVal val="visible"/>
                                      </p:to>
                                    </p:set>
                                    <p:anim calcmode="lin" valueType="num">
                                      <p:cBhvr additive="repl">
                                        <p:cTn id="258" dur="500" fill="hold"/>
                                        <p:tgtEl>
                                          <p:spTgt spid="332">
                                            <p:txEl>
                                              <p:pRg st="0" end="0"/>
                                            </p:txEl>
                                          </p:spTgt>
                                        </p:tgtEl>
                                        <p:attrNameLst>
                                          <p:attrName>ppt_x</p:attrName>
                                        </p:attrNameLst>
                                      </p:cBhvr>
                                      <p:tavLst>
                                        <p:tav tm="0">
                                          <p:val>
                                            <p:strVal val="#ppt_x"/>
                                          </p:val>
                                        </p:tav>
                                        <p:tav tm="100000">
                                          <p:val>
                                            <p:strVal val="#ppt_x"/>
                                          </p:val>
                                        </p:tav>
                                      </p:tavLst>
                                    </p:anim>
                                    <p:anim calcmode="lin" valueType="num">
                                      <p:cBhvr additive="repl">
                                        <p:cTn id="259" dur="500" fill="hold"/>
                                        <p:tgtEl>
                                          <p:spTgt spid="3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0" fill="hold">
                      <p:stCondLst>
                        <p:cond delay="indefinite"/>
                      </p:stCondLst>
                      <p:childTnLst>
                        <p:par>
                          <p:cTn id="261" fill="hold">
                            <p:stCondLst>
                              <p:cond delay="0"/>
                            </p:stCondLst>
                            <p:childTnLst>
                              <p:par>
                                <p:cTn id="262" nodeType="clickEffect" fill="hold" presetClass="entr" presetID="2" presetSubtype="4">
                                  <p:stCondLst>
                                    <p:cond delay="0"/>
                                  </p:stCondLst>
                                  <p:childTnLst>
                                    <p:set>
                                      <p:cBhvr>
                                        <p:cTn id="263" dur="1" fill="hold">
                                          <p:stCondLst>
                                            <p:cond delay="0"/>
                                          </p:stCondLst>
                                        </p:cTn>
                                        <p:tgtEl>
                                          <p:spTgt spid="329"/>
                                        </p:tgtEl>
                                        <p:attrNameLst>
                                          <p:attrName>style.visibility</p:attrName>
                                        </p:attrNameLst>
                                      </p:cBhvr>
                                      <p:to>
                                        <p:strVal val="visible"/>
                                      </p:to>
                                    </p:set>
                                    <p:anim calcmode="lin" valueType="num">
                                      <p:cBhvr additive="repl">
                                        <p:cTn id="264" dur="500" fill="hold"/>
                                        <p:tgtEl>
                                          <p:spTgt spid="329"/>
                                        </p:tgtEl>
                                        <p:attrNameLst>
                                          <p:attrName>ppt_x</p:attrName>
                                        </p:attrNameLst>
                                      </p:cBhvr>
                                      <p:tavLst>
                                        <p:tav tm="0">
                                          <p:val>
                                            <p:strVal val="#ppt_x"/>
                                          </p:val>
                                        </p:tav>
                                        <p:tav tm="100000">
                                          <p:val>
                                            <p:strVal val="#ppt_x"/>
                                          </p:val>
                                        </p:tav>
                                      </p:tavLst>
                                    </p:anim>
                                    <p:anim calcmode="lin" valueType="num">
                                      <p:cBhvr additive="repl">
                                        <p:cTn id="265" dur="500" fill="hold"/>
                                        <p:tgtEl>
                                          <p:spTgt spid="329"/>
                                        </p:tgtEl>
                                        <p:attrNameLst>
                                          <p:attrName>ppt_y</p:attrName>
                                        </p:attrNameLst>
                                      </p:cBhvr>
                                      <p:tavLst>
                                        <p:tav tm="0">
                                          <p:val>
                                            <p:strVal val="1+#ppt_h/2"/>
                                          </p:val>
                                        </p:tav>
                                        <p:tav tm="100000">
                                          <p:val>
                                            <p:strVal val="#ppt_y"/>
                                          </p:val>
                                        </p:tav>
                                      </p:tavLst>
                                    </p:anim>
                                  </p:childTnLst>
                                </p:cTn>
                              </p:par>
                              <p:par>
                                <p:cTn id="266" nodeType="withEffect" fill="hold" presetClass="entr" presetID="2" presetSubtype="4">
                                  <p:stCondLst>
                                    <p:cond delay="0"/>
                                  </p:stCondLst>
                                  <p:childTnLst>
                                    <p:set>
                                      <p:cBhvr>
                                        <p:cTn id="267" dur="1" fill="hold">
                                          <p:stCondLst>
                                            <p:cond delay="0"/>
                                          </p:stCondLst>
                                        </p:cTn>
                                        <p:tgtEl>
                                          <p:spTgt spid="334"/>
                                        </p:tgtEl>
                                        <p:attrNameLst>
                                          <p:attrName>style.visibility</p:attrName>
                                        </p:attrNameLst>
                                      </p:cBhvr>
                                      <p:to>
                                        <p:strVal val="visible"/>
                                      </p:to>
                                    </p:set>
                                    <p:anim calcmode="lin" valueType="num">
                                      <p:cBhvr additive="repl">
                                        <p:cTn id="268" dur="500" fill="hold"/>
                                        <p:tgtEl>
                                          <p:spTgt spid="334"/>
                                        </p:tgtEl>
                                        <p:attrNameLst>
                                          <p:attrName>ppt_x</p:attrName>
                                        </p:attrNameLst>
                                      </p:cBhvr>
                                      <p:tavLst>
                                        <p:tav tm="0">
                                          <p:val>
                                            <p:strVal val="#ppt_x"/>
                                          </p:val>
                                        </p:tav>
                                        <p:tav tm="100000">
                                          <p:val>
                                            <p:strVal val="#ppt_x"/>
                                          </p:val>
                                        </p:tav>
                                      </p:tavLst>
                                    </p:anim>
                                    <p:anim calcmode="lin" valueType="num">
                                      <p:cBhvr additive="repl">
                                        <p:cTn id="269" dur="500" fill="hold"/>
                                        <p:tgtEl>
                                          <p:spTgt spid="334"/>
                                        </p:tgtEl>
                                        <p:attrNameLst>
                                          <p:attrName>ppt_y</p:attrName>
                                        </p:attrNameLst>
                                      </p:cBhvr>
                                      <p:tavLst>
                                        <p:tav tm="0">
                                          <p:val>
                                            <p:strVal val="1+#ppt_h/2"/>
                                          </p:val>
                                        </p:tav>
                                        <p:tav tm="100000">
                                          <p:val>
                                            <p:strVal val="#ppt_y"/>
                                          </p:val>
                                        </p:tav>
                                      </p:tavLst>
                                    </p:anim>
                                  </p:childTnLst>
                                </p:cTn>
                              </p:par>
                            </p:childTnLst>
                          </p:cTn>
                        </p:par>
                      </p:childTnLst>
                    </p:cTn>
                  </p:par>
                  <p:par>
                    <p:cTn id="270" fill="hold">
                      <p:stCondLst>
                        <p:cond delay="indefinite"/>
                      </p:stCondLst>
                      <p:childTnLst>
                        <p:par>
                          <p:cTn id="271" fill="hold">
                            <p:stCondLst>
                              <p:cond delay="0"/>
                            </p:stCondLst>
                            <p:childTnLst>
                              <p:par>
                                <p:cTn id="272" nodeType="clickEffect" fill="hold" presetClass="entr" presetID="2" presetSubtype="4">
                                  <p:stCondLst>
                                    <p:cond delay="0"/>
                                  </p:stCondLst>
                                  <p:childTnLst>
                                    <p:set>
                                      <p:cBhvr>
                                        <p:cTn id="273" dur="1" fill="hold">
                                          <p:stCondLst>
                                            <p:cond delay="0"/>
                                          </p:stCondLst>
                                        </p:cTn>
                                        <p:tgtEl>
                                          <p:spTgt spid="330"/>
                                        </p:tgtEl>
                                        <p:attrNameLst>
                                          <p:attrName>style.visibility</p:attrName>
                                        </p:attrNameLst>
                                      </p:cBhvr>
                                      <p:to>
                                        <p:strVal val="visible"/>
                                      </p:to>
                                    </p:set>
                                    <p:anim calcmode="lin" valueType="num">
                                      <p:cBhvr additive="repl">
                                        <p:cTn id="274" dur="500" fill="hold"/>
                                        <p:tgtEl>
                                          <p:spTgt spid="330"/>
                                        </p:tgtEl>
                                        <p:attrNameLst>
                                          <p:attrName>ppt_x</p:attrName>
                                        </p:attrNameLst>
                                      </p:cBhvr>
                                      <p:tavLst>
                                        <p:tav tm="0">
                                          <p:val>
                                            <p:strVal val="#ppt_x"/>
                                          </p:val>
                                        </p:tav>
                                        <p:tav tm="100000">
                                          <p:val>
                                            <p:strVal val="#ppt_x"/>
                                          </p:val>
                                        </p:tav>
                                      </p:tavLst>
                                    </p:anim>
                                    <p:anim calcmode="lin" valueType="num">
                                      <p:cBhvr additive="repl">
                                        <p:cTn id="275" dur="500" fill="hold"/>
                                        <p:tgtEl>
                                          <p:spTgt spid="330"/>
                                        </p:tgtEl>
                                        <p:attrNameLst>
                                          <p:attrName>ppt_y</p:attrName>
                                        </p:attrNameLst>
                                      </p:cBhvr>
                                      <p:tavLst>
                                        <p:tav tm="0">
                                          <p:val>
                                            <p:strVal val="1+#ppt_h/2"/>
                                          </p:val>
                                        </p:tav>
                                        <p:tav tm="100000">
                                          <p:val>
                                            <p:strVal val="#ppt_y"/>
                                          </p:val>
                                        </p:tav>
                                      </p:tavLst>
                                    </p:anim>
                                  </p:childTnLst>
                                </p:cTn>
                              </p:par>
                              <p:par>
                                <p:cTn id="276" nodeType="withEffect" fill="hold" presetClass="entr" presetID="2" presetSubtype="4">
                                  <p:stCondLst>
                                    <p:cond delay="0"/>
                                  </p:stCondLst>
                                  <p:childTnLst>
                                    <p:set>
                                      <p:cBhvr>
                                        <p:cTn id="277" dur="1" fill="hold">
                                          <p:stCondLst>
                                            <p:cond delay="0"/>
                                          </p:stCondLst>
                                        </p:cTn>
                                        <p:tgtEl>
                                          <p:spTgt spid="335"/>
                                        </p:tgtEl>
                                        <p:attrNameLst>
                                          <p:attrName>style.visibility</p:attrName>
                                        </p:attrNameLst>
                                      </p:cBhvr>
                                      <p:to>
                                        <p:strVal val="visible"/>
                                      </p:to>
                                    </p:set>
                                    <p:anim calcmode="lin" valueType="num">
                                      <p:cBhvr additive="repl">
                                        <p:cTn id="278" dur="500" fill="hold"/>
                                        <p:tgtEl>
                                          <p:spTgt spid="335"/>
                                        </p:tgtEl>
                                        <p:attrNameLst>
                                          <p:attrName>ppt_x</p:attrName>
                                        </p:attrNameLst>
                                      </p:cBhvr>
                                      <p:tavLst>
                                        <p:tav tm="0">
                                          <p:val>
                                            <p:strVal val="#ppt_x"/>
                                          </p:val>
                                        </p:tav>
                                        <p:tav tm="100000">
                                          <p:val>
                                            <p:strVal val="#ppt_x"/>
                                          </p:val>
                                        </p:tav>
                                      </p:tavLst>
                                    </p:anim>
                                    <p:anim calcmode="lin" valueType="num">
                                      <p:cBhvr additive="repl">
                                        <p:cTn id="279" dur="500" fill="hold"/>
                                        <p:tgtEl>
                                          <p:spTgt spid="3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403560" y="29160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Transparency is the key – How do we get there?</a:t>
            </a:r>
            <a:endParaRPr b="0" lang="en-US" sz="2100" spc="-1" strike="noStrike">
              <a:solidFill>
                <a:srgbClr val="000000"/>
              </a:solidFill>
              <a:latin typeface="Calibri"/>
            </a:endParaRPr>
          </a:p>
        </p:txBody>
      </p:sp>
      <p:sp>
        <p:nvSpPr>
          <p:cNvPr id="346" name="PlaceHolder 2"/>
          <p:cNvSpPr>
            <a:spLocks noGrp="1"/>
          </p:cNvSpPr>
          <p:nvPr>
            <p:ph/>
          </p:nvPr>
        </p:nvSpPr>
        <p:spPr>
          <a:xfrm>
            <a:off x="395280" y="1131840"/>
            <a:ext cx="4103640" cy="3671640"/>
          </a:xfrm>
          <a:prstGeom prst="rect">
            <a:avLst/>
          </a:prstGeom>
          <a:noFill/>
          <a:ln w="0">
            <a:noFill/>
          </a:ln>
        </p:spPr>
        <p:txBody>
          <a:bodyPr lIns="0" rIns="0" tIns="0" bIns="0" anchor="t">
            <a:noAutofit/>
          </a:bodyPr>
          <a:p>
            <a:pPr>
              <a:lnSpc>
                <a:spcPct val="100000"/>
              </a:lnSpc>
              <a:spcBef>
                <a:spcPts val="751"/>
              </a:spcBef>
              <a:buNone/>
            </a:pP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p:txBody>
      </p:sp>
      <p:sp>
        <p:nvSpPr>
          <p:cNvPr id="347" name="PlaceHolder 3"/>
          <p:cNvSpPr>
            <a:spLocks noGrp="1"/>
          </p:cNvSpPr>
          <p:nvPr>
            <p:ph/>
          </p:nvPr>
        </p:nvSpPr>
        <p:spPr>
          <a:xfrm rot="10800000">
            <a:off x="8754840" y="2818800"/>
            <a:ext cx="146160" cy="198504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348" name="PlaceHolder 4"/>
          <p:cNvSpPr>
            <a:spLocks noGrp="1"/>
          </p:cNvSpPr>
          <p:nvPr>
            <p:ph type="dt" idx="32"/>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349" name="PlaceHolder 5"/>
          <p:cNvSpPr>
            <a:spLocks noGrp="1"/>
          </p:cNvSpPr>
          <p:nvPr>
            <p:ph type="ftr" idx="33"/>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350" name="PlaceHolder 6"/>
          <p:cNvSpPr>
            <a:spLocks noGrp="1"/>
          </p:cNvSpPr>
          <p:nvPr>
            <p:ph type="sldNum" idx="34"/>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2DE090DA-981D-42E9-B9A9-A76A2953405C}" type="slidenum">
              <a:rPr b="0" lang="de-DE" sz="900" spc="-1" strike="noStrike">
                <a:solidFill>
                  <a:srgbClr val="ffffff"/>
                </a:solidFill>
                <a:latin typeface="Arial"/>
              </a:rPr>
              <a:t>&lt;number&gt;</a:t>
            </a:fld>
            <a:endParaRPr b="0" lang="en-US" sz="900" spc="-1" strike="noStrike">
              <a:latin typeface="Times New Roman"/>
            </a:endParaRPr>
          </a:p>
        </p:txBody>
      </p:sp>
      <p:sp>
        <p:nvSpPr>
          <p:cNvPr id="351" name="Textfeld 10"/>
          <p:cNvSpPr/>
          <p:nvPr/>
        </p:nvSpPr>
        <p:spPr>
          <a:xfrm>
            <a:off x="7513200" y="4732560"/>
            <a:ext cx="1240920" cy="241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i="1" lang="de-DE" sz="1000" spc="-1" strike="noStrike">
                <a:solidFill>
                  <a:srgbClr val="000000"/>
                </a:solidFill>
                <a:latin typeface="Calibri"/>
              </a:rPr>
              <a:t>(Miller et al., 2019)</a:t>
            </a:r>
            <a:endParaRPr b="0" lang="en-US" sz="1000" spc="-1" strike="noStrike">
              <a:latin typeface="Arial"/>
            </a:endParaRPr>
          </a:p>
        </p:txBody>
      </p:sp>
      <p:sp>
        <p:nvSpPr>
          <p:cNvPr id="352" name="Ellipse 6"/>
          <p:cNvSpPr/>
          <p:nvPr/>
        </p:nvSpPr>
        <p:spPr>
          <a:xfrm>
            <a:off x="2396160" y="1857960"/>
            <a:ext cx="2708280" cy="2644920"/>
          </a:xfrm>
          <a:prstGeom prst="ellipse">
            <a:avLst/>
          </a:prstGeom>
          <a:solidFill>
            <a:schemeClr val="accent4">
              <a:alpha val="50000"/>
            </a:schemeClr>
          </a:solidFill>
          <a:ln w="0">
            <a:noFill/>
          </a:ln>
        </p:spPr>
        <p:style>
          <a:lnRef idx="0"/>
          <a:fillRef idx="0"/>
          <a:effectRef idx="0"/>
          <a:fontRef idx="minor"/>
        </p:style>
      </p:sp>
      <p:sp>
        <p:nvSpPr>
          <p:cNvPr id="353" name="Ellipse 8"/>
          <p:cNvSpPr/>
          <p:nvPr/>
        </p:nvSpPr>
        <p:spPr>
          <a:xfrm>
            <a:off x="3000600" y="1049400"/>
            <a:ext cx="2708280" cy="2644920"/>
          </a:xfrm>
          <a:prstGeom prst="ellipse">
            <a:avLst/>
          </a:prstGeom>
          <a:solidFill>
            <a:schemeClr val="accent2">
              <a:alpha val="50000"/>
            </a:schemeClr>
          </a:solidFill>
          <a:ln w="0">
            <a:noFill/>
          </a:ln>
        </p:spPr>
        <p:style>
          <a:lnRef idx="0"/>
          <a:fillRef idx="0"/>
          <a:effectRef idx="0"/>
          <a:fontRef idx="minor"/>
        </p:style>
      </p:sp>
      <p:sp>
        <p:nvSpPr>
          <p:cNvPr id="354" name="Ellipse 9"/>
          <p:cNvSpPr/>
          <p:nvPr/>
        </p:nvSpPr>
        <p:spPr>
          <a:xfrm>
            <a:off x="3822120" y="1770120"/>
            <a:ext cx="2708280" cy="2644920"/>
          </a:xfrm>
          <a:prstGeom prst="ellipse">
            <a:avLst/>
          </a:prstGeom>
          <a:solidFill>
            <a:schemeClr val="accent6">
              <a:alpha val="50000"/>
            </a:schemeClr>
          </a:solidFill>
          <a:ln w="0">
            <a:noFill/>
          </a:ln>
        </p:spPr>
        <p:style>
          <a:lnRef idx="0"/>
          <a:fillRef idx="0"/>
          <a:effectRef idx="0"/>
          <a:fontRef idx="minor"/>
        </p:style>
      </p:sp>
      <p:sp>
        <p:nvSpPr>
          <p:cNvPr id="355" name="Textfeld 11"/>
          <p:cNvSpPr/>
          <p:nvPr/>
        </p:nvSpPr>
        <p:spPr>
          <a:xfrm>
            <a:off x="1577160" y="3886560"/>
            <a:ext cx="125100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800" spc="-1" strike="noStrike">
                <a:solidFill>
                  <a:srgbClr val="ffd966"/>
                </a:solidFill>
                <a:latin typeface="Calibri"/>
              </a:rPr>
              <a:t>Artifical </a:t>
            </a:r>
            <a:endParaRPr b="0" lang="en-US" sz="1800" spc="-1" strike="noStrike">
              <a:latin typeface="Arial"/>
            </a:endParaRPr>
          </a:p>
          <a:p>
            <a:pPr>
              <a:lnSpc>
                <a:spcPct val="100000"/>
              </a:lnSpc>
              <a:buNone/>
            </a:pPr>
            <a:r>
              <a:rPr b="0" lang="de-DE" sz="1800" spc="-1" strike="noStrike">
                <a:solidFill>
                  <a:srgbClr val="ffd966"/>
                </a:solidFill>
                <a:latin typeface="Calibri"/>
              </a:rPr>
              <a:t>Intelligence</a:t>
            </a:r>
            <a:endParaRPr b="0" lang="en-US" sz="1800" spc="-1" strike="noStrike">
              <a:latin typeface="Arial"/>
            </a:endParaRPr>
          </a:p>
        </p:txBody>
      </p:sp>
      <p:sp>
        <p:nvSpPr>
          <p:cNvPr id="356" name="Textfeld 12"/>
          <p:cNvSpPr/>
          <p:nvPr/>
        </p:nvSpPr>
        <p:spPr>
          <a:xfrm>
            <a:off x="6170040" y="3857040"/>
            <a:ext cx="186048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800" spc="-1" strike="noStrike">
                <a:solidFill>
                  <a:srgbClr val="548235"/>
                </a:solidFill>
                <a:latin typeface="Calibri"/>
              </a:rPr>
              <a:t>Human-Computer</a:t>
            </a:r>
            <a:br>
              <a:rPr sz="1800"/>
            </a:br>
            <a:r>
              <a:rPr b="0" lang="de-DE" sz="1800" spc="-1" strike="noStrike">
                <a:solidFill>
                  <a:srgbClr val="548235"/>
                </a:solidFill>
                <a:latin typeface="Calibri"/>
              </a:rPr>
              <a:t>Interaction</a:t>
            </a:r>
            <a:endParaRPr b="0" lang="en-US" sz="1800" spc="-1" strike="noStrike">
              <a:latin typeface="Arial"/>
            </a:endParaRPr>
          </a:p>
        </p:txBody>
      </p:sp>
      <p:sp>
        <p:nvSpPr>
          <p:cNvPr id="357" name="Textfeld 13"/>
          <p:cNvSpPr/>
          <p:nvPr/>
        </p:nvSpPr>
        <p:spPr>
          <a:xfrm>
            <a:off x="3637080" y="706320"/>
            <a:ext cx="146592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800" spc="-1" strike="noStrike">
                <a:solidFill>
                  <a:srgbClr val="f4b183"/>
                </a:solidFill>
                <a:latin typeface="Calibri"/>
              </a:rPr>
              <a:t>Social Science</a:t>
            </a:r>
            <a:endParaRPr b="0" lang="en-US" sz="1800" spc="-1" strike="noStrike">
              <a:latin typeface="Arial"/>
            </a:endParaRPr>
          </a:p>
        </p:txBody>
      </p:sp>
      <p:sp>
        <p:nvSpPr>
          <p:cNvPr id="358" name="Freihandform: Form 23"/>
          <p:cNvSpPr/>
          <p:nvPr/>
        </p:nvSpPr>
        <p:spPr>
          <a:xfrm>
            <a:off x="3821400" y="2018880"/>
            <a:ext cx="1282320" cy="1678680"/>
          </a:xfrm>
          <a:custGeom>
            <a:avLst/>
            <a:gdLst/>
            <a:ahLst/>
            <a:rect l="l" t="t" r="r" b="b"/>
            <a:pathLst>
              <a:path w="1282542" h="1678983">
                <a:moveTo>
                  <a:pt x="569804" y="0"/>
                </a:moveTo>
                <a:lnTo>
                  <a:pt x="573757" y="1860"/>
                </a:lnTo>
                <a:cubicBezTo>
                  <a:pt x="995941" y="225848"/>
                  <a:pt x="1282542" y="662702"/>
                  <a:pt x="1282542" y="1164932"/>
                </a:cubicBezTo>
                <a:cubicBezTo>
                  <a:pt x="1282542" y="1256247"/>
                  <a:pt x="1273068" y="1345400"/>
                  <a:pt x="1255026" y="1431505"/>
                </a:cubicBezTo>
                <a:lnTo>
                  <a:pt x="1241814" y="1481688"/>
                </a:lnTo>
                <a:lnTo>
                  <a:pt x="1178358" y="1519338"/>
                </a:lnTo>
                <a:cubicBezTo>
                  <a:pt x="986456" y="1621151"/>
                  <a:pt x="766541" y="1678983"/>
                  <a:pt x="532795" y="1678983"/>
                </a:cubicBezTo>
                <a:cubicBezTo>
                  <a:pt x="392548" y="1678983"/>
                  <a:pt x="257279" y="1658164"/>
                  <a:pt x="130053" y="1619516"/>
                </a:cubicBezTo>
                <a:lnTo>
                  <a:pt x="118013" y="1615212"/>
                </a:lnTo>
                <a:lnTo>
                  <a:pt x="106431" y="1591731"/>
                </a:lnTo>
                <a:cubicBezTo>
                  <a:pt x="37898" y="1433483"/>
                  <a:pt x="0" y="1259499"/>
                  <a:pt x="0" y="1076870"/>
                </a:cubicBezTo>
                <a:cubicBezTo>
                  <a:pt x="0" y="665955"/>
                  <a:pt x="191857" y="298803"/>
                  <a:pt x="492857" y="56197"/>
                </a:cubicBezTo>
                <a:lnTo>
                  <a:pt x="569804" y="0"/>
                </a:lnTo>
                <a:close/>
              </a:path>
            </a:pathLst>
          </a:custGeom>
          <a:solidFill>
            <a:schemeClr val="accent5"/>
          </a:solidFill>
          <a:ln w="0">
            <a:noFill/>
          </a:ln>
        </p:spPr>
        <p:style>
          <a:lnRef idx="0"/>
          <a:fillRef idx="0"/>
          <a:effectRef idx="0"/>
          <a:fontRef idx="minor"/>
        </p:style>
      </p:sp>
      <p:sp>
        <p:nvSpPr>
          <p:cNvPr id="359" name="Textfeld 32"/>
          <p:cNvSpPr/>
          <p:nvPr/>
        </p:nvSpPr>
        <p:spPr>
          <a:xfrm>
            <a:off x="6559920" y="2363040"/>
            <a:ext cx="147204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800" spc="-1" strike="noStrike">
                <a:solidFill>
                  <a:srgbClr val="3484cc"/>
                </a:solidFill>
                <a:latin typeface="Calibri"/>
              </a:rPr>
              <a:t>Human-Agent</a:t>
            </a:r>
            <a:endParaRPr b="0" lang="en-US" sz="1800" spc="-1" strike="noStrike">
              <a:latin typeface="Arial"/>
            </a:endParaRPr>
          </a:p>
          <a:p>
            <a:pPr>
              <a:lnSpc>
                <a:spcPct val="100000"/>
              </a:lnSpc>
              <a:buNone/>
            </a:pPr>
            <a:r>
              <a:rPr b="0" lang="de-DE" sz="1800" spc="-1" strike="noStrike">
                <a:solidFill>
                  <a:srgbClr val="3484cc"/>
                </a:solidFill>
                <a:latin typeface="Calibri"/>
              </a:rPr>
              <a:t>Interaction</a:t>
            </a:r>
            <a:endParaRPr b="0" lang="en-US" sz="1800" spc="-1" strike="noStrike">
              <a:latin typeface="Arial"/>
            </a:endParaRPr>
          </a:p>
        </p:txBody>
      </p:sp>
      <p:sp>
        <p:nvSpPr>
          <p:cNvPr id="360" name="Ellipse 33"/>
          <p:cNvSpPr/>
          <p:nvPr/>
        </p:nvSpPr>
        <p:spPr>
          <a:xfrm>
            <a:off x="3995640" y="2481840"/>
            <a:ext cx="914040" cy="914040"/>
          </a:xfrm>
          <a:prstGeom prst="ellipse">
            <a:avLst/>
          </a:prstGeom>
          <a:solidFill>
            <a:schemeClr val="dk1">
              <a:alpha val="50000"/>
            </a:schemeClr>
          </a:solidFill>
          <a:ln w="0">
            <a:noFill/>
          </a:ln>
        </p:spPr>
        <p:style>
          <a:lnRef idx="0"/>
          <a:fillRef idx="0"/>
          <a:effectRef idx="0"/>
          <a:fontRef idx="minor"/>
        </p:style>
        <p:txBody>
          <a:bodyPr lIns="90000" rIns="90000" tIns="45000" bIns="45000" anchor="ctr">
            <a:noAutofit/>
          </a:bodyPr>
          <a:p>
            <a:pPr algn="ctr">
              <a:lnSpc>
                <a:spcPct val="100000"/>
              </a:lnSpc>
              <a:buNone/>
            </a:pPr>
            <a:r>
              <a:rPr b="0" lang="de-DE" sz="1800" spc="-1" strike="noStrike">
                <a:solidFill>
                  <a:srgbClr val="ffffff"/>
                </a:solidFill>
                <a:latin typeface="Calibri"/>
              </a:rPr>
              <a:t>XAI</a:t>
            </a:r>
            <a:endParaRPr b="0" lang="en-US" sz="1800" spc="-1" strike="noStrike">
              <a:latin typeface="Arial"/>
            </a:endParaRPr>
          </a:p>
        </p:txBody>
      </p:sp>
      <p:sp>
        <p:nvSpPr>
          <p:cNvPr id="361" name="Textfeld 14"/>
          <p:cNvSpPr/>
          <p:nvPr/>
        </p:nvSpPr>
        <p:spPr>
          <a:xfrm>
            <a:off x="7865280" y="134640"/>
            <a:ext cx="86220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Motivation</a:t>
            </a:r>
            <a:endParaRPr b="0" lang="en-US" sz="1200" spc="-1" strike="noStrike">
              <a:latin typeface="Arial"/>
            </a:endParaRPr>
          </a:p>
        </p:txBody>
      </p:sp>
      <p:sp>
        <p:nvSpPr>
          <p:cNvPr id="362" name="Rechteck 16"/>
          <p:cNvSpPr/>
          <p:nvPr/>
        </p:nvSpPr>
        <p:spPr>
          <a:xfrm>
            <a:off x="8804520" y="664200"/>
            <a:ext cx="277560" cy="277560"/>
          </a:xfrm>
          <a:prstGeom prst="rect">
            <a:avLst/>
          </a:prstGeom>
          <a:blipFill rotWithShape="0">
            <a:blip r:embed="rId1"/>
            <a:srcRect/>
            <a:stretch/>
          </a:blipFill>
          <a:ln>
            <a:noFill/>
          </a:ln>
        </p:spPr>
        <p:style>
          <a:lnRef idx="2"/>
          <a:fillRef idx="0"/>
          <a:effectRef idx="0">
            <a:schemeClr val="accent2">
              <a:hueOff val="0"/>
              <a:satOff val="0"/>
              <a:lumOff val="0"/>
              <a:alphaOff val="0"/>
            </a:schemeClr>
          </a:effectRef>
          <a:fontRef idx="minor"/>
        </p:style>
      </p:sp>
      <p:sp>
        <p:nvSpPr>
          <p:cNvPr id="363" name="Rechteck 17"/>
          <p:cNvSpPr/>
          <p:nvPr/>
        </p:nvSpPr>
        <p:spPr>
          <a:xfrm>
            <a:off x="8804520" y="1043640"/>
            <a:ext cx="277560" cy="277560"/>
          </a:xfrm>
          <a:prstGeom prst="rect">
            <a:avLst/>
          </a:prstGeom>
          <a:blipFill rotWithShape="0">
            <a:blip r:embed="rId2"/>
            <a:srcRect/>
            <a:stretch/>
          </a:blipFill>
          <a:ln>
            <a:noFill/>
          </a:ln>
        </p:spPr>
        <p:style>
          <a:lnRef idx="2"/>
          <a:fillRef idx="0"/>
          <a:effectRef idx="0">
            <a:schemeClr val="accent3">
              <a:hueOff val="0"/>
              <a:satOff val="0"/>
              <a:lumOff val="0"/>
              <a:alphaOff val="0"/>
            </a:schemeClr>
          </a:effectRef>
          <a:fontRef idx="minor"/>
        </p:style>
      </p:sp>
      <p:sp>
        <p:nvSpPr>
          <p:cNvPr id="364" name="Rechteck 18"/>
          <p:cNvSpPr/>
          <p:nvPr/>
        </p:nvSpPr>
        <p:spPr>
          <a:xfrm>
            <a:off x="8804520" y="1379160"/>
            <a:ext cx="277560" cy="277560"/>
          </a:xfrm>
          <a:prstGeom prst="rect">
            <a:avLst/>
          </a:prstGeom>
          <a:blipFill rotWithShape="0">
            <a:blip r:embed="rId3"/>
            <a:srcRect/>
            <a:stretch/>
          </a:blipFill>
          <a:ln>
            <a:noFill/>
          </a:ln>
        </p:spPr>
        <p:style>
          <a:lnRef idx="2"/>
          <a:fillRef idx="0"/>
          <a:effectRef idx="0">
            <a:schemeClr val="accent4">
              <a:hueOff val="0"/>
              <a:satOff val="0"/>
              <a:lumOff val="0"/>
              <a:alphaOff val="0"/>
            </a:schemeClr>
          </a:effectRef>
          <a:fontRef idx="minor"/>
        </p:style>
      </p:sp>
      <p:sp>
        <p:nvSpPr>
          <p:cNvPr id="365" name="Rechteck 19"/>
          <p:cNvSpPr/>
          <p:nvPr/>
        </p:nvSpPr>
        <p:spPr>
          <a:xfrm>
            <a:off x="8804520" y="1688760"/>
            <a:ext cx="277560" cy="277560"/>
          </a:xfrm>
          <a:prstGeom prst="rect">
            <a:avLst/>
          </a:prstGeom>
          <a:blipFill rotWithShape="0">
            <a:blip r:embed="rId4"/>
            <a:srcRect/>
            <a:stretch/>
          </a:blipFill>
          <a:ln>
            <a:noFill/>
          </a:ln>
        </p:spPr>
        <p:style>
          <a:lnRef idx="2"/>
          <a:fillRef idx="0"/>
          <a:effectRef idx="0">
            <a:schemeClr val="accent5">
              <a:hueOff val="0"/>
              <a:satOff val="0"/>
              <a:lumOff val="0"/>
              <a:alphaOff val="0"/>
            </a:schemeClr>
          </a:effectRef>
          <a:fontRef idx="minor"/>
        </p:style>
      </p:sp>
      <p:sp>
        <p:nvSpPr>
          <p:cNvPr id="366" name="Rechteck 20"/>
          <p:cNvSpPr/>
          <p:nvPr/>
        </p:nvSpPr>
        <p:spPr>
          <a:xfrm>
            <a:off x="8804520" y="2007000"/>
            <a:ext cx="277560" cy="277560"/>
          </a:xfrm>
          <a:prstGeom prst="rect">
            <a:avLst/>
          </a:prstGeom>
          <a:blipFill rotWithShape="0">
            <a:blip r:embed="rId5"/>
            <a:srcRect/>
            <a:stretch/>
          </a:blipFill>
          <a:ln>
            <a:noFill/>
          </a:ln>
        </p:spPr>
        <p:style>
          <a:lnRef idx="2"/>
          <a:fillRef idx="0"/>
          <a:effectRef idx="0">
            <a:schemeClr val="accent6">
              <a:hueOff val="0"/>
              <a:satOff val="0"/>
              <a:lumOff val="0"/>
              <a:alphaOff val="0"/>
            </a:schemeClr>
          </a:effectRef>
          <a:fontRef idx="minor"/>
        </p:style>
      </p:sp>
      <p:sp>
        <p:nvSpPr>
          <p:cNvPr id="367" name="Rechteck 21"/>
          <p:cNvSpPr/>
          <p:nvPr/>
        </p:nvSpPr>
        <p:spPr>
          <a:xfrm>
            <a:off x="8804520" y="2316600"/>
            <a:ext cx="277560" cy="277560"/>
          </a:xfrm>
          <a:prstGeom prst="rect">
            <a:avLst/>
          </a:prstGeom>
          <a:blipFill rotWithShape="0">
            <a:blip r:embed="rId6"/>
            <a:srcRect/>
            <a:stretch/>
          </a:blipFill>
          <a:ln>
            <a:noFill/>
          </a:ln>
        </p:spPr>
        <p:style>
          <a:lnRef idx="2"/>
          <a:fillRef idx="0"/>
          <a:effectRef idx="0">
            <a:schemeClr val="accent2">
              <a:hueOff val="0"/>
              <a:satOff val="0"/>
              <a:lumOff val="0"/>
              <a:alphaOff val="0"/>
            </a:schemeClr>
          </a:effectRef>
          <a:fontRef idx="minor"/>
        </p:style>
      </p:sp>
      <p:sp>
        <p:nvSpPr>
          <p:cNvPr id="368" name="Rechteck 25"/>
          <p:cNvSpPr/>
          <p:nvPr/>
        </p:nvSpPr>
        <p:spPr>
          <a:xfrm>
            <a:off x="7600320" y="133560"/>
            <a:ext cx="277560" cy="277560"/>
          </a:xfrm>
          <a:prstGeom prst="rect">
            <a:avLst/>
          </a:prstGeom>
          <a:blipFill rotWithShape="0">
            <a:blip r:embed="rId7"/>
            <a:srcRect/>
            <a:stretch/>
          </a:blipFill>
          <a:ln>
            <a:noFill/>
          </a:ln>
        </p:spPr>
        <p:style>
          <a:lnRef idx="2"/>
          <a:fillRef idx="0"/>
          <a:effectRef idx="0">
            <a:schemeClr val="accent2">
              <a:hueOff val="0"/>
              <a:satOff val="0"/>
              <a:lumOff val="0"/>
              <a:alphaOff val="0"/>
            </a:schemeClr>
          </a:effectRef>
          <a:fontRef idx="minor"/>
        </p:style>
      </p:sp>
    </p:spTree>
  </p:cSld>
  <p:transition spd="slow">
    <p:push dir="u"/>
  </p:transition>
  <p:timing>
    <p:tnLst>
      <p:par>
        <p:cTn id="280" dur="indefinite" restart="never" nodeType="tmRoot">
          <p:childTnLst>
            <p:seq>
              <p:cTn id="281" dur="indefinite" nodeType="mainSeq">
                <p:childTnLst>
                  <p:par>
                    <p:cTn id="282" fill="hold">
                      <p:stCondLst>
                        <p:cond delay="indefinite"/>
                      </p:stCondLst>
                      <p:childTnLst>
                        <p:par>
                          <p:cTn id="283" fill="hold">
                            <p:stCondLst>
                              <p:cond delay="0"/>
                            </p:stCondLst>
                            <p:childTnLst>
                              <p:par>
                                <p:cTn id="284" nodeType="clickEffect" fill="hold" presetClass="entr" presetID="31">
                                  <p:stCondLst>
                                    <p:cond delay="0"/>
                                  </p:stCondLst>
                                  <p:childTnLst>
                                    <p:set>
                                      <p:cBhvr>
                                        <p:cTn id="285" dur="1" fill="hold">
                                          <p:stCondLst>
                                            <p:cond delay="0"/>
                                          </p:stCondLst>
                                        </p:cTn>
                                        <p:tgtEl>
                                          <p:spTgt spid="352"/>
                                        </p:tgtEl>
                                        <p:attrNameLst>
                                          <p:attrName>style.visibility</p:attrName>
                                        </p:attrNameLst>
                                      </p:cBhvr>
                                      <p:to>
                                        <p:strVal val="visible"/>
                                      </p:to>
                                    </p:set>
                                    <p:anim calcmode="lin" valueType="num">
                                      <p:cBhvr additive="repl">
                                        <p:cTn id="286" dur="500" fill="hold"/>
                                        <p:tgtEl>
                                          <p:spTgt spid="352"/>
                                        </p:tgtEl>
                                        <p:attrNameLst>
                                          <p:attrName>ppt_w</p:attrName>
                                        </p:attrNameLst>
                                      </p:cBhvr>
                                      <p:tavLst>
                                        <p:tav tm="0">
                                          <p:val>
                                            <p:fltVal val="0"/>
                                          </p:val>
                                        </p:tav>
                                        <p:tav tm="100000">
                                          <p:val>
                                            <p:strVal val="#ppt_w"/>
                                          </p:val>
                                        </p:tav>
                                      </p:tavLst>
                                    </p:anim>
                                    <p:anim calcmode="lin" valueType="num">
                                      <p:cBhvr additive="repl">
                                        <p:cTn id="287" dur="500" fill="hold"/>
                                        <p:tgtEl>
                                          <p:spTgt spid="352"/>
                                        </p:tgtEl>
                                        <p:attrNameLst>
                                          <p:attrName>ppt_h</p:attrName>
                                        </p:attrNameLst>
                                      </p:cBhvr>
                                      <p:tavLst>
                                        <p:tav tm="0">
                                          <p:val>
                                            <p:fltVal val="0"/>
                                          </p:val>
                                        </p:tav>
                                        <p:tav tm="100000">
                                          <p:val>
                                            <p:strVal val="#ppt_h"/>
                                          </p:val>
                                        </p:tav>
                                      </p:tavLst>
                                    </p:anim>
                                    <p:anim calcmode="lin" valueType="num">
                                      <p:cBhvr additive="repl">
                                        <p:cTn id="288" dur="500" fill="hold"/>
                                        <p:tgtEl>
                                          <p:spTgt spid="352"/>
                                        </p:tgtEl>
                                        <p:attrNameLst>
                                          <p:attrName>r</p:attrName>
                                        </p:attrNameLst>
                                      </p:cBhvr>
                                      <p:tavLst>
                                        <p:tav tm="0">
                                          <p:val>
                                            <p:strVal val="90"/>
                                          </p:val>
                                        </p:tav>
                                        <p:tav tm="100000">
                                          <p:val>
                                            <p:strVal val="0"/>
                                          </p:val>
                                        </p:tav>
                                      </p:tavLst>
                                    </p:anim>
                                    <p:animEffect filter="fade" transition="in">
                                      <p:cBhvr additive="repl">
                                        <p:cTn id="289" dur="500"/>
                                        <p:tgtEl>
                                          <p:spTgt spid="352"/>
                                        </p:tgtEl>
                                      </p:cBhvr>
                                    </p:animEffect>
                                  </p:childTnLst>
                                </p:cTn>
                              </p:par>
                              <p:par>
                                <p:cTn id="290" nodeType="withEffect" fill="hold" presetClass="entr" presetID="31">
                                  <p:stCondLst>
                                    <p:cond delay="0"/>
                                  </p:stCondLst>
                                  <p:childTnLst>
                                    <p:set>
                                      <p:cBhvr>
                                        <p:cTn id="291" dur="1" fill="hold">
                                          <p:stCondLst>
                                            <p:cond delay="0"/>
                                          </p:stCondLst>
                                        </p:cTn>
                                        <p:tgtEl>
                                          <p:spTgt spid="355"/>
                                        </p:tgtEl>
                                        <p:attrNameLst>
                                          <p:attrName>style.visibility</p:attrName>
                                        </p:attrNameLst>
                                      </p:cBhvr>
                                      <p:to>
                                        <p:strVal val="visible"/>
                                      </p:to>
                                    </p:set>
                                    <p:anim calcmode="lin" valueType="num">
                                      <p:cBhvr additive="repl">
                                        <p:cTn id="292" dur="500" fill="hold"/>
                                        <p:tgtEl>
                                          <p:spTgt spid="355"/>
                                        </p:tgtEl>
                                        <p:attrNameLst>
                                          <p:attrName>ppt_w</p:attrName>
                                        </p:attrNameLst>
                                      </p:cBhvr>
                                      <p:tavLst>
                                        <p:tav tm="0">
                                          <p:val>
                                            <p:fltVal val="0"/>
                                          </p:val>
                                        </p:tav>
                                        <p:tav tm="100000">
                                          <p:val>
                                            <p:strVal val="#ppt_w"/>
                                          </p:val>
                                        </p:tav>
                                      </p:tavLst>
                                    </p:anim>
                                    <p:anim calcmode="lin" valueType="num">
                                      <p:cBhvr additive="repl">
                                        <p:cTn id="293" dur="500" fill="hold"/>
                                        <p:tgtEl>
                                          <p:spTgt spid="355"/>
                                        </p:tgtEl>
                                        <p:attrNameLst>
                                          <p:attrName>ppt_h</p:attrName>
                                        </p:attrNameLst>
                                      </p:cBhvr>
                                      <p:tavLst>
                                        <p:tav tm="0">
                                          <p:val>
                                            <p:fltVal val="0"/>
                                          </p:val>
                                        </p:tav>
                                        <p:tav tm="100000">
                                          <p:val>
                                            <p:strVal val="#ppt_h"/>
                                          </p:val>
                                        </p:tav>
                                      </p:tavLst>
                                    </p:anim>
                                    <p:anim calcmode="lin" valueType="num">
                                      <p:cBhvr additive="repl">
                                        <p:cTn id="294" dur="500" fill="hold"/>
                                        <p:tgtEl>
                                          <p:spTgt spid="355"/>
                                        </p:tgtEl>
                                        <p:attrNameLst>
                                          <p:attrName>r</p:attrName>
                                        </p:attrNameLst>
                                      </p:cBhvr>
                                      <p:tavLst>
                                        <p:tav tm="0">
                                          <p:val>
                                            <p:strVal val="90"/>
                                          </p:val>
                                        </p:tav>
                                        <p:tav tm="100000">
                                          <p:val>
                                            <p:strVal val="0"/>
                                          </p:val>
                                        </p:tav>
                                      </p:tavLst>
                                    </p:anim>
                                    <p:animEffect filter="fade" transition="in">
                                      <p:cBhvr additive="repl">
                                        <p:cTn id="295" dur="500"/>
                                        <p:tgtEl>
                                          <p:spTgt spid="355"/>
                                        </p:tgtEl>
                                      </p:cBhvr>
                                    </p:animEffect>
                                  </p:childTnLst>
                                </p:cTn>
                              </p:par>
                            </p:childTnLst>
                          </p:cTn>
                        </p:par>
                        <p:par>
                          <p:cTn id="296" fill="hold">
                            <p:stCondLst>
                              <p:cond delay="500"/>
                            </p:stCondLst>
                            <p:childTnLst>
                              <p:par>
                                <p:cTn id="297" nodeType="afterEffect" fill="hold" presetClass="entr" presetID="31">
                                  <p:stCondLst>
                                    <p:cond delay="0"/>
                                  </p:stCondLst>
                                  <p:childTnLst>
                                    <p:set>
                                      <p:cBhvr>
                                        <p:cTn id="298" dur="1" fill="hold">
                                          <p:stCondLst>
                                            <p:cond delay="0"/>
                                          </p:stCondLst>
                                        </p:cTn>
                                        <p:tgtEl>
                                          <p:spTgt spid="354"/>
                                        </p:tgtEl>
                                        <p:attrNameLst>
                                          <p:attrName>style.visibility</p:attrName>
                                        </p:attrNameLst>
                                      </p:cBhvr>
                                      <p:to>
                                        <p:strVal val="visible"/>
                                      </p:to>
                                    </p:set>
                                    <p:anim calcmode="lin" valueType="num">
                                      <p:cBhvr additive="repl">
                                        <p:cTn id="299" dur="500" fill="hold"/>
                                        <p:tgtEl>
                                          <p:spTgt spid="354"/>
                                        </p:tgtEl>
                                        <p:attrNameLst>
                                          <p:attrName>ppt_w</p:attrName>
                                        </p:attrNameLst>
                                      </p:cBhvr>
                                      <p:tavLst>
                                        <p:tav tm="0">
                                          <p:val>
                                            <p:fltVal val="0"/>
                                          </p:val>
                                        </p:tav>
                                        <p:tav tm="100000">
                                          <p:val>
                                            <p:strVal val="#ppt_w"/>
                                          </p:val>
                                        </p:tav>
                                      </p:tavLst>
                                    </p:anim>
                                    <p:anim calcmode="lin" valueType="num">
                                      <p:cBhvr additive="repl">
                                        <p:cTn id="300" dur="500" fill="hold"/>
                                        <p:tgtEl>
                                          <p:spTgt spid="354"/>
                                        </p:tgtEl>
                                        <p:attrNameLst>
                                          <p:attrName>ppt_h</p:attrName>
                                        </p:attrNameLst>
                                      </p:cBhvr>
                                      <p:tavLst>
                                        <p:tav tm="0">
                                          <p:val>
                                            <p:fltVal val="0"/>
                                          </p:val>
                                        </p:tav>
                                        <p:tav tm="100000">
                                          <p:val>
                                            <p:strVal val="#ppt_h"/>
                                          </p:val>
                                        </p:tav>
                                      </p:tavLst>
                                    </p:anim>
                                    <p:anim calcmode="lin" valueType="num">
                                      <p:cBhvr additive="repl">
                                        <p:cTn id="301" dur="500" fill="hold"/>
                                        <p:tgtEl>
                                          <p:spTgt spid="354"/>
                                        </p:tgtEl>
                                        <p:attrNameLst>
                                          <p:attrName>r</p:attrName>
                                        </p:attrNameLst>
                                      </p:cBhvr>
                                      <p:tavLst>
                                        <p:tav tm="0">
                                          <p:val>
                                            <p:strVal val="90"/>
                                          </p:val>
                                        </p:tav>
                                        <p:tav tm="100000">
                                          <p:val>
                                            <p:strVal val="0"/>
                                          </p:val>
                                        </p:tav>
                                      </p:tavLst>
                                    </p:anim>
                                    <p:animEffect filter="fade" transition="in">
                                      <p:cBhvr additive="repl">
                                        <p:cTn id="302" dur="500"/>
                                        <p:tgtEl>
                                          <p:spTgt spid="354"/>
                                        </p:tgtEl>
                                      </p:cBhvr>
                                    </p:animEffect>
                                  </p:childTnLst>
                                </p:cTn>
                              </p:par>
                              <p:par>
                                <p:cTn id="303" nodeType="withEffect" fill="hold" presetClass="entr" presetID="31">
                                  <p:stCondLst>
                                    <p:cond delay="0"/>
                                  </p:stCondLst>
                                  <p:childTnLst>
                                    <p:set>
                                      <p:cBhvr>
                                        <p:cTn id="304" dur="1" fill="hold">
                                          <p:stCondLst>
                                            <p:cond delay="0"/>
                                          </p:stCondLst>
                                        </p:cTn>
                                        <p:tgtEl>
                                          <p:spTgt spid="356"/>
                                        </p:tgtEl>
                                        <p:attrNameLst>
                                          <p:attrName>style.visibility</p:attrName>
                                        </p:attrNameLst>
                                      </p:cBhvr>
                                      <p:to>
                                        <p:strVal val="visible"/>
                                      </p:to>
                                    </p:set>
                                    <p:anim calcmode="lin" valueType="num">
                                      <p:cBhvr additive="repl">
                                        <p:cTn id="305" dur="500" fill="hold"/>
                                        <p:tgtEl>
                                          <p:spTgt spid="356"/>
                                        </p:tgtEl>
                                        <p:attrNameLst>
                                          <p:attrName>ppt_w</p:attrName>
                                        </p:attrNameLst>
                                      </p:cBhvr>
                                      <p:tavLst>
                                        <p:tav tm="0">
                                          <p:val>
                                            <p:fltVal val="0"/>
                                          </p:val>
                                        </p:tav>
                                        <p:tav tm="100000">
                                          <p:val>
                                            <p:strVal val="#ppt_w"/>
                                          </p:val>
                                        </p:tav>
                                      </p:tavLst>
                                    </p:anim>
                                    <p:anim calcmode="lin" valueType="num">
                                      <p:cBhvr additive="repl">
                                        <p:cTn id="306" dur="500" fill="hold"/>
                                        <p:tgtEl>
                                          <p:spTgt spid="356"/>
                                        </p:tgtEl>
                                        <p:attrNameLst>
                                          <p:attrName>ppt_h</p:attrName>
                                        </p:attrNameLst>
                                      </p:cBhvr>
                                      <p:tavLst>
                                        <p:tav tm="0">
                                          <p:val>
                                            <p:fltVal val="0"/>
                                          </p:val>
                                        </p:tav>
                                        <p:tav tm="100000">
                                          <p:val>
                                            <p:strVal val="#ppt_h"/>
                                          </p:val>
                                        </p:tav>
                                      </p:tavLst>
                                    </p:anim>
                                    <p:anim calcmode="lin" valueType="num">
                                      <p:cBhvr additive="repl">
                                        <p:cTn id="307" dur="500" fill="hold"/>
                                        <p:tgtEl>
                                          <p:spTgt spid="356"/>
                                        </p:tgtEl>
                                        <p:attrNameLst>
                                          <p:attrName>r</p:attrName>
                                        </p:attrNameLst>
                                      </p:cBhvr>
                                      <p:tavLst>
                                        <p:tav tm="0">
                                          <p:val>
                                            <p:strVal val="90"/>
                                          </p:val>
                                        </p:tav>
                                        <p:tav tm="100000">
                                          <p:val>
                                            <p:strVal val="0"/>
                                          </p:val>
                                        </p:tav>
                                      </p:tavLst>
                                    </p:anim>
                                    <p:animEffect filter="fade" transition="in">
                                      <p:cBhvr additive="repl">
                                        <p:cTn id="308" dur="500"/>
                                        <p:tgtEl>
                                          <p:spTgt spid="356"/>
                                        </p:tgtEl>
                                      </p:cBhvr>
                                    </p:animEffect>
                                  </p:childTnLst>
                                </p:cTn>
                              </p:par>
                            </p:childTnLst>
                          </p:cTn>
                        </p:par>
                        <p:par>
                          <p:cTn id="309" fill="hold">
                            <p:stCondLst>
                              <p:cond delay="1000"/>
                            </p:stCondLst>
                            <p:childTnLst>
                              <p:par>
                                <p:cTn id="310" nodeType="afterEffect" fill="hold" presetClass="entr" presetID="31">
                                  <p:stCondLst>
                                    <p:cond delay="0"/>
                                  </p:stCondLst>
                                  <p:childTnLst>
                                    <p:set>
                                      <p:cBhvr>
                                        <p:cTn id="311" dur="1" fill="hold">
                                          <p:stCondLst>
                                            <p:cond delay="0"/>
                                          </p:stCondLst>
                                        </p:cTn>
                                        <p:tgtEl>
                                          <p:spTgt spid="353"/>
                                        </p:tgtEl>
                                        <p:attrNameLst>
                                          <p:attrName>style.visibility</p:attrName>
                                        </p:attrNameLst>
                                      </p:cBhvr>
                                      <p:to>
                                        <p:strVal val="visible"/>
                                      </p:to>
                                    </p:set>
                                    <p:anim calcmode="lin" valueType="num">
                                      <p:cBhvr additive="repl">
                                        <p:cTn id="312" dur="500" fill="hold"/>
                                        <p:tgtEl>
                                          <p:spTgt spid="353"/>
                                        </p:tgtEl>
                                        <p:attrNameLst>
                                          <p:attrName>ppt_w</p:attrName>
                                        </p:attrNameLst>
                                      </p:cBhvr>
                                      <p:tavLst>
                                        <p:tav tm="0">
                                          <p:val>
                                            <p:fltVal val="0"/>
                                          </p:val>
                                        </p:tav>
                                        <p:tav tm="100000">
                                          <p:val>
                                            <p:strVal val="#ppt_w"/>
                                          </p:val>
                                        </p:tav>
                                      </p:tavLst>
                                    </p:anim>
                                    <p:anim calcmode="lin" valueType="num">
                                      <p:cBhvr additive="repl">
                                        <p:cTn id="313" dur="500" fill="hold"/>
                                        <p:tgtEl>
                                          <p:spTgt spid="353"/>
                                        </p:tgtEl>
                                        <p:attrNameLst>
                                          <p:attrName>ppt_h</p:attrName>
                                        </p:attrNameLst>
                                      </p:cBhvr>
                                      <p:tavLst>
                                        <p:tav tm="0">
                                          <p:val>
                                            <p:fltVal val="0"/>
                                          </p:val>
                                        </p:tav>
                                        <p:tav tm="100000">
                                          <p:val>
                                            <p:strVal val="#ppt_h"/>
                                          </p:val>
                                        </p:tav>
                                      </p:tavLst>
                                    </p:anim>
                                    <p:anim calcmode="lin" valueType="num">
                                      <p:cBhvr additive="repl">
                                        <p:cTn id="314" dur="500" fill="hold"/>
                                        <p:tgtEl>
                                          <p:spTgt spid="353"/>
                                        </p:tgtEl>
                                        <p:attrNameLst>
                                          <p:attrName>r</p:attrName>
                                        </p:attrNameLst>
                                      </p:cBhvr>
                                      <p:tavLst>
                                        <p:tav tm="0">
                                          <p:val>
                                            <p:strVal val="90"/>
                                          </p:val>
                                        </p:tav>
                                        <p:tav tm="100000">
                                          <p:val>
                                            <p:strVal val="0"/>
                                          </p:val>
                                        </p:tav>
                                      </p:tavLst>
                                    </p:anim>
                                    <p:animEffect filter="fade" transition="in">
                                      <p:cBhvr additive="repl">
                                        <p:cTn id="315" dur="500"/>
                                        <p:tgtEl>
                                          <p:spTgt spid="353"/>
                                        </p:tgtEl>
                                      </p:cBhvr>
                                    </p:animEffect>
                                  </p:childTnLst>
                                </p:cTn>
                              </p:par>
                              <p:par>
                                <p:cTn id="316" nodeType="withEffect" fill="hold" presetClass="entr" presetID="31">
                                  <p:stCondLst>
                                    <p:cond delay="0"/>
                                  </p:stCondLst>
                                  <p:childTnLst>
                                    <p:set>
                                      <p:cBhvr>
                                        <p:cTn id="317" dur="1" fill="hold">
                                          <p:stCondLst>
                                            <p:cond delay="0"/>
                                          </p:stCondLst>
                                        </p:cTn>
                                        <p:tgtEl>
                                          <p:spTgt spid="357"/>
                                        </p:tgtEl>
                                        <p:attrNameLst>
                                          <p:attrName>style.visibility</p:attrName>
                                        </p:attrNameLst>
                                      </p:cBhvr>
                                      <p:to>
                                        <p:strVal val="visible"/>
                                      </p:to>
                                    </p:set>
                                    <p:anim calcmode="lin" valueType="num">
                                      <p:cBhvr additive="repl">
                                        <p:cTn id="318" dur="500" fill="hold"/>
                                        <p:tgtEl>
                                          <p:spTgt spid="357"/>
                                        </p:tgtEl>
                                        <p:attrNameLst>
                                          <p:attrName>ppt_w</p:attrName>
                                        </p:attrNameLst>
                                      </p:cBhvr>
                                      <p:tavLst>
                                        <p:tav tm="0">
                                          <p:val>
                                            <p:fltVal val="0"/>
                                          </p:val>
                                        </p:tav>
                                        <p:tav tm="100000">
                                          <p:val>
                                            <p:strVal val="#ppt_w"/>
                                          </p:val>
                                        </p:tav>
                                      </p:tavLst>
                                    </p:anim>
                                    <p:anim calcmode="lin" valueType="num">
                                      <p:cBhvr additive="repl">
                                        <p:cTn id="319" dur="500" fill="hold"/>
                                        <p:tgtEl>
                                          <p:spTgt spid="357"/>
                                        </p:tgtEl>
                                        <p:attrNameLst>
                                          <p:attrName>ppt_h</p:attrName>
                                        </p:attrNameLst>
                                      </p:cBhvr>
                                      <p:tavLst>
                                        <p:tav tm="0">
                                          <p:val>
                                            <p:fltVal val="0"/>
                                          </p:val>
                                        </p:tav>
                                        <p:tav tm="100000">
                                          <p:val>
                                            <p:strVal val="#ppt_h"/>
                                          </p:val>
                                        </p:tav>
                                      </p:tavLst>
                                    </p:anim>
                                    <p:anim calcmode="lin" valueType="num">
                                      <p:cBhvr additive="repl">
                                        <p:cTn id="320" dur="500" fill="hold"/>
                                        <p:tgtEl>
                                          <p:spTgt spid="357"/>
                                        </p:tgtEl>
                                        <p:attrNameLst>
                                          <p:attrName>r</p:attrName>
                                        </p:attrNameLst>
                                      </p:cBhvr>
                                      <p:tavLst>
                                        <p:tav tm="0">
                                          <p:val>
                                            <p:strVal val="90"/>
                                          </p:val>
                                        </p:tav>
                                        <p:tav tm="100000">
                                          <p:val>
                                            <p:strVal val="0"/>
                                          </p:val>
                                        </p:tav>
                                      </p:tavLst>
                                    </p:anim>
                                    <p:animEffect filter="fade" transition="in">
                                      <p:cBhvr additive="repl">
                                        <p:cTn id="321" dur="500"/>
                                        <p:tgtEl>
                                          <p:spTgt spid="357"/>
                                        </p:tgtEl>
                                      </p:cBhvr>
                                    </p:animEffect>
                                  </p:childTnLst>
                                </p:cTn>
                              </p:par>
                            </p:childTnLst>
                          </p:cTn>
                        </p:par>
                        <p:par>
                          <p:cTn id="322" fill="hold">
                            <p:stCondLst>
                              <p:cond delay="1500"/>
                            </p:stCondLst>
                            <p:childTnLst>
                              <p:par>
                                <p:cTn id="323" nodeType="afterEffect" fill="hold" presetClass="entr" presetID="31">
                                  <p:stCondLst>
                                    <p:cond delay="0"/>
                                  </p:stCondLst>
                                  <p:childTnLst>
                                    <p:set>
                                      <p:cBhvr>
                                        <p:cTn id="324" dur="1" fill="hold">
                                          <p:stCondLst>
                                            <p:cond delay="0"/>
                                          </p:stCondLst>
                                        </p:cTn>
                                        <p:tgtEl>
                                          <p:spTgt spid="359"/>
                                        </p:tgtEl>
                                        <p:attrNameLst>
                                          <p:attrName>style.visibility</p:attrName>
                                        </p:attrNameLst>
                                      </p:cBhvr>
                                      <p:to>
                                        <p:strVal val="visible"/>
                                      </p:to>
                                    </p:set>
                                    <p:anim calcmode="lin" valueType="num">
                                      <p:cBhvr additive="repl">
                                        <p:cTn id="325" dur="500" fill="hold"/>
                                        <p:tgtEl>
                                          <p:spTgt spid="359"/>
                                        </p:tgtEl>
                                        <p:attrNameLst>
                                          <p:attrName>ppt_w</p:attrName>
                                        </p:attrNameLst>
                                      </p:cBhvr>
                                      <p:tavLst>
                                        <p:tav tm="0">
                                          <p:val>
                                            <p:fltVal val="0"/>
                                          </p:val>
                                        </p:tav>
                                        <p:tav tm="100000">
                                          <p:val>
                                            <p:strVal val="#ppt_w"/>
                                          </p:val>
                                        </p:tav>
                                      </p:tavLst>
                                    </p:anim>
                                    <p:anim calcmode="lin" valueType="num">
                                      <p:cBhvr additive="repl">
                                        <p:cTn id="326" dur="500" fill="hold"/>
                                        <p:tgtEl>
                                          <p:spTgt spid="359"/>
                                        </p:tgtEl>
                                        <p:attrNameLst>
                                          <p:attrName>ppt_h</p:attrName>
                                        </p:attrNameLst>
                                      </p:cBhvr>
                                      <p:tavLst>
                                        <p:tav tm="0">
                                          <p:val>
                                            <p:fltVal val="0"/>
                                          </p:val>
                                        </p:tav>
                                        <p:tav tm="100000">
                                          <p:val>
                                            <p:strVal val="#ppt_h"/>
                                          </p:val>
                                        </p:tav>
                                      </p:tavLst>
                                    </p:anim>
                                    <p:anim calcmode="lin" valueType="num">
                                      <p:cBhvr additive="repl">
                                        <p:cTn id="327" dur="500" fill="hold"/>
                                        <p:tgtEl>
                                          <p:spTgt spid="359"/>
                                        </p:tgtEl>
                                        <p:attrNameLst>
                                          <p:attrName>r</p:attrName>
                                        </p:attrNameLst>
                                      </p:cBhvr>
                                      <p:tavLst>
                                        <p:tav tm="0">
                                          <p:val>
                                            <p:strVal val="90"/>
                                          </p:val>
                                        </p:tav>
                                        <p:tav tm="100000">
                                          <p:val>
                                            <p:strVal val="0"/>
                                          </p:val>
                                        </p:tav>
                                      </p:tavLst>
                                    </p:anim>
                                    <p:animEffect filter="fade" transition="in">
                                      <p:cBhvr additive="repl">
                                        <p:cTn id="328" dur="500"/>
                                        <p:tgtEl>
                                          <p:spTgt spid="359"/>
                                        </p:tgtEl>
                                      </p:cBhvr>
                                    </p:animEffect>
                                  </p:childTnLst>
                                </p:cTn>
                              </p:par>
                              <p:par>
                                <p:cTn id="329" nodeType="withEffect" fill="hold" presetClass="entr" presetID="31">
                                  <p:stCondLst>
                                    <p:cond delay="0"/>
                                  </p:stCondLst>
                                  <p:childTnLst>
                                    <p:set>
                                      <p:cBhvr>
                                        <p:cTn id="330" dur="1" fill="hold">
                                          <p:stCondLst>
                                            <p:cond delay="0"/>
                                          </p:stCondLst>
                                        </p:cTn>
                                        <p:tgtEl>
                                          <p:spTgt spid="358"/>
                                        </p:tgtEl>
                                        <p:attrNameLst>
                                          <p:attrName>style.visibility</p:attrName>
                                        </p:attrNameLst>
                                      </p:cBhvr>
                                      <p:to>
                                        <p:strVal val="visible"/>
                                      </p:to>
                                    </p:set>
                                    <p:anim calcmode="lin" valueType="num">
                                      <p:cBhvr additive="repl">
                                        <p:cTn id="331" dur="500" fill="hold"/>
                                        <p:tgtEl>
                                          <p:spTgt spid="358"/>
                                        </p:tgtEl>
                                        <p:attrNameLst>
                                          <p:attrName>ppt_w</p:attrName>
                                        </p:attrNameLst>
                                      </p:cBhvr>
                                      <p:tavLst>
                                        <p:tav tm="0">
                                          <p:val>
                                            <p:fltVal val="0"/>
                                          </p:val>
                                        </p:tav>
                                        <p:tav tm="100000">
                                          <p:val>
                                            <p:strVal val="#ppt_w"/>
                                          </p:val>
                                        </p:tav>
                                      </p:tavLst>
                                    </p:anim>
                                    <p:anim calcmode="lin" valueType="num">
                                      <p:cBhvr additive="repl">
                                        <p:cTn id="332" dur="500" fill="hold"/>
                                        <p:tgtEl>
                                          <p:spTgt spid="358"/>
                                        </p:tgtEl>
                                        <p:attrNameLst>
                                          <p:attrName>ppt_h</p:attrName>
                                        </p:attrNameLst>
                                      </p:cBhvr>
                                      <p:tavLst>
                                        <p:tav tm="0">
                                          <p:val>
                                            <p:fltVal val="0"/>
                                          </p:val>
                                        </p:tav>
                                        <p:tav tm="100000">
                                          <p:val>
                                            <p:strVal val="#ppt_h"/>
                                          </p:val>
                                        </p:tav>
                                      </p:tavLst>
                                    </p:anim>
                                    <p:anim calcmode="lin" valueType="num">
                                      <p:cBhvr additive="repl">
                                        <p:cTn id="333" dur="500" fill="hold"/>
                                        <p:tgtEl>
                                          <p:spTgt spid="358"/>
                                        </p:tgtEl>
                                        <p:attrNameLst>
                                          <p:attrName>r</p:attrName>
                                        </p:attrNameLst>
                                      </p:cBhvr>
                                      <p:tavLst>
                                        <p:tav tm="0">
                                          <p:val>
                                            <p:strVal val="90"/>
                                          </p:val>
                                        </p:tav>
                                        <p:tav tm="100000">
                                          <p:val>
                                            <p:strVal val="0"/>
                                          </p:val>
                                        </p:tav>
                                      </p:tavLst>
                                    </p:anim>
                                    <p:animEffect filter="fade" transition="in">
                                      <p:cBhvr additive="repl">
                                        <p:cTn id="334" dur="500"/>
                                        <p:tgtEl>
                                          <p:spTgt spid="358"/>
                                        </p:tgtEl>
                                      </p:cBhvr>
                                    </p:animEffect>
                                  </p:childTnLst>
                                </p:cTn>
                              </p:par>
                            </p:childTnLst>
                          </p:cTn>
                        </p:par>
                      </p:childTnLst>
                    </p:cTn>
                  </p:par>
                  <p:par>
                    <p:cTn id="335" fill="hold">
                      <p:stCondLst>
                        <p:cond delay="indefinite"/>
                      </p:stCondLst>
                      <p:childTnLst>
                        <p:par>
                          <p:cTn id="336" fill="hold">
                            <p:stCondLst>
                              <p:cond delay="0"/>
                            </p:stCondLst>
                            <p:childTnLst>
                              <p:par>
                                <p:cTn id="337" nodeType="clickEffect" fill="hold" presetClass="entr" presetID="31">
                                  <p:stCondLst>
                                    <p:cond delay="0"/>
                                  </p:stCondLst>
                                  <p:childTnLst>
                                    <p:set>
                                      <p:cBhvr>
                                        <p:cTn id="338" dur="1" fill="hold">
                                          <p:stCondLst>
                                            <p:cond delay="0"/>
                                          </p:stCondLst>
                                        </p:cTn>
                                        <p:tgtEl>
                                          <p:spTgt spid="360"/>
                                        </p:tgtEl>
                                        <p:attrNameLst>
                                          <p:attrName>style.visibility</p:attrName>
                                        </p:attrNameLst>
                                      </p:cBhvr>
                                      <p:to>
                                        <p:strVal val="visible"/>
                                      </p:to>
                                    </p:set>
                                    <p:anim calcmode="lin" valueType="num">
                                      <p:cBhvr additive="repl">
                                        <p:cTn id="339" dur="500" fill="hold"/>
                                        <p:tgtEl>
                                          <p:spTgt spid="360"/>
                                        </p:tgtEl>
                                        <p:attrNameLst>
                                          <p:attrName>ppt_w</p:attrName>
                                        </p:attrNameLst>
                                      </p:cBhvr>
                                      <p:tavLst>
                                        <p:tav tm="0">
                                          <p:val>
                                            <p:fltVal val="0"/>
                                          </p:val>
                                        </p:tav>
                                        <p:tav tm="100000">
                                          <p:val>
                                            <p:strVal val="#ppt_w"/>
                                          </p:val>
                                        </p:tav>
                                      </p:tavLst>
                                    </p:anim>
                                    <p:anim calcmode="lin" valueType="num">
                                      <p:cBhvr additive="repl">
                                        <p:cTn id="340" dur="500" fill="hold"/>
                                        <p:tgtEl>
                                          <p:spTgt spid="360"/>
                                        </p:tgtEl>
                                        <p:attrNameLst>
                                          <p:attrName>ppt_h</p:attrName>
                                        </p:attrNameLst>
                                      </p:cBhvr>
                                      <p:tavLst>
                                        <p:tav tm="0">
                                          <p:val>
                                            <p:fltVal val="0"/>
                                          </p:val>
                                        </p:tav>
                                        <p:tav tm="100000">
                                          <p:val>
                                            <p:strVal val="#ppt_h"/>
                                          </p:val>
                                        </p:tav>
                                      </p:tavLst>
                                    </p:anim>
                                    <p:anim calcmode="lin" valueType="num">
                                      <p:cBhvr additive="repl">
                                        <p:cTn id="341" dur="500" fill="hold"/>
                                        <p:tgtEl>
                                          <p:spTgt spid="360"/>
                                        </p:tgtEl>
                                        <p:attrNameLst>
                                          <p:attrName>r</p:attrName>
                                        </p:attrNameLst>
                                      </p:cBhvr>
                                      <p:tavLst>
                                        <p:tav tm="0">
                                          <p:val>
                                            <p:strVal val="90"/>
                                          </p:val>
                                        </p:tav>
                                        <p:tav tm="100000">
                                          <p:val>
                                            <p:strVal val="0"/>
                                          </p:val>
                                        </p:tav>
                                      </p:tavLst>
                                    </p:anim>
                                    <p:animEffect filter="fade" transition="in">
                                      <p:cBhvr additive="repl">
                                        <p:cTn id="342" dur="5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XAI Foundations: Model Explainability</a:t>
            </a:r>
            <a:endParaRPr b="0" lang="en-US" sz="2100" spc="-1" strike="noStrike">
              <a:solidFill>
                <a:srgbClr val="000000"/>
              </a:solidFill>
              <a:latin typeface="Calibri"/>
            </a:endParaRPr>
          </a:p>
        </p:txBody>
      </p:sp>
      <p:grpSp>
        <p:nvGrpSpPr>
          <p:cNvPr id="370" name="Gruppieren 22"/>
          <p:cNvGrpSpPr/>
          <p:nvPr/>
        </p:nvGrpSpPr>
        <p:grpSpPr>
          <a:xfrm>
            <a:off x="657000" y="1170000"/>
            <a:ext cx="3599640" cy="3599640"/>
            <a:chOff x="657000" y="1170000"/>
            <a:chExt cx="3599640" cy="3599640"/>
          </a:xfrm>
        </p:grpSpPr>
        <p:sp>
          <p:nvSpPr>
            <p:cNvPr id="371" name="Ellipse 13"/>
            <p:cNvSpPr/>
            <p:nvPr/>
          </p:nvSpPr>
          <p:spPr>
            <a:xfrm>
              <a:off x="1359000" y="1170000"/>
              <a:ext cx="2195640" cy="2195640"/>
            </a:xfrm>
            <a:prstGeom prst="ellipse">
              <a:avLst/>
            </a:prstGeom>
            <a:solidFill>
              <a:srgbClr val="d7dde1"/>
            </a:solidFill>
            <a:ln w="0">
              <a:noFill/>
            </a:ln>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p:style>
        </p:sp>
        <p:sp>
          <p:nvSpPr>
            <p:cNvPr id="372" name="Rechteck 14"/>
            <p:cNvSpPr/>
            <p:nvPr/>
          </p:nvSpPr>
          <p:spPr>
            <a:xfrm>
              <a:off x="1827000" y="1638000"/>
              <a:ext cx="1259640" cy="1259640"/>
            </a:xfrm>
            <a:prstGeom prst="rect">
              <a:avLst/>
            </a:prstGeom>
            <a:blipFill rotWithShape="0">
              <a:blip r:embed="rId1"/>
              <a:srcRect/>
              <a:stretch/>
            </a:blipFill>
            <a:ln>
              <a:solidFill>
                <a:srgbClr val="ffffff"/>
              </a:solidFill>
            </a:ln>
          </p:spPr>
          <p:style>
            <a:lnRef idx="2">
              <a:schemeClr val="lt1">
                <a:hueOff val="0"/>
                <a:satOff val="0"/>
                <a:lumOff val="0"/>
                <a:alphaOff val="0"/>
              </a:schemeClr>
            </a:lnRef>
            <a:fillRef idx="0"/>
            <a:effectRef idx="0">
              <a:schemeClr val="accent1">
                <a:hueOff val="0"/>
                <a:satOff val="0"/>
                <a:lumOff val="0"/>
                <a:alphaOff val="0"/>
              </a:schemeClr>
            </a:effectRef>
            <a:fontRef idx="minor"/>
          </p:style>
        </p:sp>
        <p:sp>
          <p:nvSpPr>
            <p:cNvPr id="373" name="Freihandform: Form 16"/>
            <p:cNvSpPr/>
            <p:nvPr/>
          </p:nvSpPr>
          <p:spPr>
            <a:xfrm>
              <a:off x="657000" y="4050000"/>
              <a:ext cx="3599640" cy="719640"/>
            </a:xfrm>
            <a:custGeom>
              <a:avLst/>
              <a:gdLst/>
              <a:ahLst/>
              <a:rect l="l" t="t" r="r" b="b"/>
              <a:pathLst>
                <a:path w="3600000" h="720000">
                  <a:moveTo>
                    <a:pt x="0" y="0"/>
                  </a:moveTo>
                  <a:lnTo>
                    <a:pt x="3600000" y="0"/>
                  </a:lnTo>
                  <a:lnTo>
                    <a:pt x="3600000" y="720000"/>
                  </a:lnTo>
                  <a:lnTo>
                    <a:pt x="0" y="720000"/>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0" rIns="0" tIns="0" bIns="0" anchor="t">
              <a:noAutofit/>
            </a:bodyPr>
            <a:p>
              <a:pPr algn="ctr">
                <a:lnSpc>
                  <a:spcPct val="100000"/>
                </a:lnSpc>
                <a:spcAft>
                  <a:spcPts val="629"/>
                </a:spcAft>
                <a:buNone/>
                <a:tabLst>
                  <a:tab algn="l" pos="0"/>
                </a:tabLst>
              </a:pPr>
              <a:r>
                <a:rPr b="0" lang="de-DE" sz="1800" spc="-1" strike="noStrike">
                  <a:solidFill>
                    <a:srgbClr val="000000"/>
                  </a:solidFill>
                  <a:latin typeface="Calibri"/>
                </a:rPr>
                <a:t>Post-Hoc Methods</a:t>
              </a:r>
              <a:endParaRPr b="0" lang="en-US" sz="1800" spc="-1" strike="noStrike">
                <a:latin typeface="Arial"/>
              </a:endParaRPr>
            </a:p>
          </p:txBody>
        </p:sp>
      </p:grpSp>
      <p:grpSp>
        <p:nvGrpSpPr>
          <p:cNvPr id="374" name="Gruppieren 23"/>
          <p:cNvGrpSpPr/>
          <p:nvPr/>
        </p:nvGrpSpPr>
        <p:grpSpPr>
          <a:xfrm>
            <a:off x="4887000" y="1170000"/>
            <a:ext cx="3599640" cy="3599640"/>
            <a:chOff x="4887000" y="1170000"/>
            <a:chExt cx="3599640" cy="3599640"/>
          </a:xfrm>
        </p:grpSpPr>
        <p:sp>
          <p:nvSpPr>
            <p:cNvPr id="375" name="Ellipse 17"/>
            <p:cNvSpPr/>
            <p:nvPr/>
          </p:nvSpPr>
          <p:spPr>
            <a:xfrm>
              <a:off x="5589000" y="1170000"/>
              <a:ext cx="2195640" cy="2195640"/>
            </a:xfrm>
            <a:prstGeom prst="ellipse">
              <a:avLst/>
            </a:prstGeom>
            <a:solidFill>
              <a:srgbClr val="d7dde1"/>
            </a:solidFill>
            <a:ln w="0">
              <a:noFill/>
            </a:ln>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p:style>
        </p:sp>
        <p:sp>
          <p:nvSpPr>
            <p:cNvPr id="376" name="Rechteck 19"/>
            <p:cNvSpPr/>
            <p:nvPr/>
          </p:nvSpPr>
          <p:spPr>
            <a:xfrm>
              <a:off x="6057000" y="1638000"/>
              <a:ext cx="1259640" cy="1259640"/>
            </a:xfrm>
            <a:prstGeom prst="rect">
              <a:avLst/>
            </a:prstGeom>
            <a:blipFill rotWithShape="0">
              <a:blip r:embed="rId2"/>
              <a:srcRect/>
              <a:stretch/>
            </a:blipFill>
            <a:ln>
              <a:solidFill>
                <a:srgbClr val="ffffff"/>
              </a:solidFill>
            </a:ln>
          </p:spPr>
          <p:style>
            <a:lnRef idx="2">
              <a:schemeClr val="lt1">
                <a:hueOff val="0"/>
                <a:satOff val="0"/>
                <a:lumOff val="0"/>
                <a:alphaOff val="0"/>
              </a:schemeClr>
            </a:lnRef>
            <a:fillRef idx="0"/>
            <a:effectRef idx="0">
              <a:schemeClr val="accent1">
                <a:hueOff val="0"/>
                <a:satOff val="0"/>
                <a:lumOff val="0"/>
                <a:alphaOff val="0"/>
              </a:schemeClr>
            </a:effectRef>
            <a:fontRef idx="minor"/>
          </p:style>
        </p:sp>
        <p:sp>
          <p:nvSpPr>
            <p:cNvPr id="377" name="Freihandform: Form 20"/>
            <p:cNvSpPr/>
            <p:nvPr/>
          </p:nvSpPr>
          <p:spPr>
            <a:xfrm>
              <a:off x="4887000" y="4050000"/>
              <a:ext cx="3599640" cy="719640"/>
            </a:xfrm>
            <a:custGeom>
              <a:avLst/>
              <a:gdLst/>
              <a:ahLst/>
              <a:rect l="l" t="t" r="r" b="b"/>
              <a:pathLst>
                <a:path w="3600000" h="720000">
                  <a:moveTo>
                    <a:pt x="0" y="0"/>
                  </a:moveTo>
                  <a:lnTo>
                    <a:pt x="3600000" y="0"/>
                  </a:lnTo>
                  <a:lnTo>
                    <a:pt x="3600000" y="720000"/>
                  </a:lnTo>
                  <a:lnTo>
                    <a:pt x="0" y="720000"/>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0" rIns="0" tIns="0" bIns="0" anchor="t">
              <a:noAutofit/>
            </a:bodyPr>
            <a:p>
              <a:pPr algn="ctr">
                <a:lnSpc>
                  <a:spcPct val="100000"/>
                </a:lnSpc>
                <a:spcAft>
                  <a:spcPts val="629"/>
                </a:spcAft>
                <a:buNone/>
                <a:tabLst>
                  <a:tab algn="l" pos="0"/>
                </a:tabLst>
              </a:pPr>
              <a:r>
                <a:rPr b="0" lang="de-DE" sz="1800" spc="-1" strike="noStrike">
                  <a:solidFill>
                    <a:srgbClr val="000000"/>
                  </a:solidFill>
                  <a:latin typeface="Calibri"/>
                </a:rPr>
                <a:t>Interpretable models </a:t>
              </a:r>
              <a:endParaRPr b="0" lang="en-US" sz="1800" spc="-1" strike="noStrike">
                <a:latin typeface="Arial"/>
              </a:endParaRPr>
            </a:p>
            <a:p>
              <a:pPr algn="ctr">
                <a:lnSpc>
                  <a:spcPct val="100000"/>
                </a:lnSpc>
                <a:spcAft>
                  <a:spcPts val="629"/>
                </a:spcAft>
                <a:buNone/>
                <a:tabLst>
                  <a:tab algn="l" pos="0"/>
                </a:tabLst>
              </a:pPr>
              <a:r>
                <a:rPr b="0" lang="de-DE" sz="1800" spc="-1" strike="noStrike">
                  <a:solidFill>
                    <a:srgbClr val="000000"/>
                  </a:solidFill>
                  <a:latin typeface="Calibri"/>
                </a:rPr>
                <a:t>(white boxes)</a:t>
              </a:r>
              <a:endParaRPr b="0" lang="en-US" sz="1800" spc="-1" strike="noStrike">
                <a:latin typeface="Arial"/>
              </a:endParaRPr>
            </a:p>
          </p:txBody>
        </p:sp>
      </p:grpSp>
      <p:sp>
        <p:nvSpPr>
          <p:cNvPr id="378" name="PlaceHolder 2"/>
          <p:cNvSpPr>
            <a:spLocks noGrp="1"/>
          </p:cNvSpPr>
          <p:nvPr>
            <p:ph type="dt" idx="35"/>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379" name="PlaceHolder 3"/>
          <p:cNvSpPr>
            <a:spLocks noGrp="1"/>
          </p:cNvSpPr>
          <p:nvPr>
            <p:ph type="sldNum" idx="36"/>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26355606-58B5-4C5E-BA55-DBA34528F414}" type="slidenum">
              <a:rPr b="0" lang="de-DE" sz="900" spc="-1" strike="noStrike">
                <a:solidFill>
                  <a:srgbClr val="ffffff"/>
                </a:solidFill>
                <a:latin typeface="Arial"/>
              </a:rPr>
              <a:t>&lt;number&gt;</a:t>
            </a:fld>
            <a:endParaRPr b="0" lang="en-US" sz="900" spc="-1" strike="noStrike">
              <a:latin typeface="Times New Roman"/>
            </a:endParaRPr>
          </a:p>
        </p:txBody>
      </p:sp>
      <p:sp>
        <p:nvSpPr>
          <p:cNvPr id="380" name="Textfeld 1"/>
          <p:cNvSpPr/>
          <p:nvPr/>
        </p:nvSpPr>
        <p:spPr>
          <a:xfrm>
            <a:off x="7856280" y="134640"/>
            <a:ext cx="119160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XAI Foundations</a:t>
            </a:r>
            <a:endParaRPr b="0" lang="en-US" sz="1200" spc="-1" strike="noStrike">
              <a:latin typeface="Arial"/>
            </a:endParaRPr>
          </a:p>
        </p:txBody>
      </p:sp>
      <p:sp>
        <p:nvSpPr>
          <p:cNvPr id="381" name="Rechteck 3"/>
          <p:cNvSpPr/>
          <p:nvPr/>
        </p:nvSpPr>
        <p:spPr>
          <a:xfrm>
            <a:off x="8804520" y="664200"/>
            <a:ext cx="277560" cy="277560"/>
          </a:xfrm>
          <a:prstGeom prst="rect">
            <a:avLst/>
          </a:prstGeom>
          <a:blipFill rotWithShape="0">
            <a:blip r:embed="rId3"/>
            <a:srcRect/>
            <a:stretch/>
          </a:blipFill>
          <a:ln>
            <a:noFill/>
          </a:ln>
        </p:spPr>
        <p:style>
          <a:lnRef idx="2"/>
          <a:fillRef idx="0"/>
          <a:effectRef idx="0">
            <a:schemeClr val="accent2">
              <a:hueOff val="0"/>
              <a:satOff val="0"/>
              <a:lumOff val="0"/>
              <a:alphaOff val="0"/>
            </a:schemeClr>
          </a:effectRef>
          <a:fontRef idx="minor"/>
        </p:style>
      </p:sp>
      <p:sp>
        <p:nvSpPr>
          <p:cNvPr id="382" name="Rechteck 4"/>
          <p:cNvSpPr/>
          <p:nvPr/>
        </p:nvSpPr>
        <p:spPr>
          <a:xfrm>
            <a:off x="8804520" y="1043640"/>
            <a:ext cx="277560" cy="277560"/>
          </a:xfrm>
          <a:prstGeom prst="rect">
            <a:avLst/>
          </a:prstGeom>
          <a:blipFill rotWithShape="0">
            <a:blip r:embed="rId4"/>
            <a:srcRect/>
            <a:stretch/>
          </a:blipFill>
          <a:ln>
            <a:noFill/>
          </a:ln>
        </p:spPr>
        <p:style>
          <a:lnRef idx="2"/>
          <a:fillRef idx="0"/>
          <a:effectRef idx="0">
            <a:schemeClr val="accent3">
              <a:hueOff val="0"/>
              <a:satOff val="0"/>
              <a:lumOff val="0"/>
              <a:alphaOff val="0"/>
            </a:schemeClr>
          </a:effectRef>
          <a:fontRef idx="minor"/>
        </p:style>
      </p:sp>
      <p:sp>
        <p:nvSpPr>
          <p:cNvPr id="383" name="Rechteck 9"/>
          <p:cNvSpPr/>
          <p:nvPr/>
        </p:nvSpPr>
        <p:spPr>
          <a:xfrm>
            <a:off x="8804520" y="1379160"/>
            <a:ext cx="277560" cy="277560"/>
          </a:xfrm>
          <a:prstGeom prst="rect">
            <a:avLst/>
          </a:prstGeom>
          <a:blipFill rotWithShape="0">
            <a:blip r:embed="rId5"/>
            <a:srcRect/>
            <a:stretch/>
          </a:blipFill>
          <a:ln>
            <a:noFill/>
          </a:ln>
        </p:spPr>
        <p:style>
          <a:lnRef idx="2"/>
          <a:fillRef idx="0"/>
          <a:effectRef idx="0">
            <a:schemeClr val="accent4">
              <a:hueOff val="0"/>
              <a:satOff val="0"/>
              <a:lumOff val="0"/>
              <a:alphaOff val="0"/>
            </a:schemeClr>
          </a:effectRef>
          <a:fontRef idx="minor"/>
        </p:style>
      </p:sp>
      <p:sp>
        <p:nvSpPr>
          <p:cNvPr id="384" name="Rechteck 10"/>
          <p:cNvSpPr/>
          <p:nvPr/>
        </p:nvSpPr>
        <p:spPr>
          <a:xfrm>
            <a:off x="8804520" y="1688760"/>
            <a:ext cx="277560" cy="277560"/>
          </a:xfrm>
          <a:prstGeom prst="rect">
            <a:avLst/>
          </a:prstGeom>
          <a:blipFill rotWithShape="0">
            <a:blip r:embed="rId6"/>
            <a:srcRect/>
            <a:stretch/>
          </a:blipFill>
          <a:ln>
            <a:noFill/>
          </a:ln>
        </p:spPr>
        <p:style>
          <a:lnRef idx="2"/>
          <a:fillRef idx="0"/>
          <a:effectRef idx="0">
            <a:schemeClr val="accent5">
              <a:hueOff val="0"/>
              <a:satOff val="0"/>
              <a:lumOff val="0"/>
              <a:alphaOff val="0"/>
            </a:schemeClr>
          </a:effectRef>
          <a:fontRef idx="minor"/>
        </p:style>
      </p:sp>
      <p:sp>
        <p:nvSpPr>
          <p:cNvPr id="385" name="Rechteck 11"/>
          <p:cNvSpPr/>
          <p:nvPr/>
        </p:nvSpPr>
        <p:spPr>
          <a:xfrm>
            <a:off x="8804520" y="2007000"/>
            <a:ext cx="277560" cy="277560"/>
          </a:xfrm>
          <a:prstGeom prst="rect">
            <a:avLst/>
          </a:prstGeom>
          <a:blipFill rotWithShape="0">
            <a:blip r:embed="rId7"/>
            <a:srcRect/>
            <a:stretch/>
          </a:blipFill>
          <a:ln>
            <a:noFill/>
          </a:ln>
        </p:spPr>
        <p:style>
          <a:lnRef idx="2"/>
          <a:fillRef idx="0"/>
          <a:effectRef idx="0">
            <a:schemeClr val="accent6">
              <a:hueOff val="0"/>
              <a:satOff val="0"/>
              <a:lumOff val="0"/>
              <a:alphaOff val="0"/>
            </a:schemeClr>
          </a:effectRef>
          <a:fontRef idx="minor"/>
        </p:style>
      </p:sp>
      <p:sp>
        <p:nvSpPr>
          <p:cNvPr id="386" name="Rechteck 12"/>
          <p:cNvSpPr/>
          <p:nvPr/>
        </p:nvSpPr>
        <p:spPr>
          <a:xfrm>
            <a:off x="8804520" y="2316600"/>
            <a:ext cx="277560" cy="277560"/>
          </a:xfrm>
          <a:prstGeom prst="rect">
            <a:avLst/>
          </a:prstGeom>
          <a:blipFill rotWithShape="0">
            <a:blip r:embed="rId8"/>
            <a:srcRect/>
            <a:stretch/>
          </a:blipFill>
          <a:ln>
            <a:noFill/>
          </a:ln>
        </p:spPr>
        <p:style>
          <a:lnRef idx="2"/>
          <a:fillRef idx="0"/>
          <a:effectRef idx="0">
            <a:schemeClr val="accent2">
              <a:hueOff val="0"/>
              <a:satOff val="0"/>
              <a:lumOff val="0"/>
              <a:alphaOff val="0"/>
            </a:schemeClr>
          </a:effectRef>
          <a:fontRef idx="minor"/>
        </p:style>
      </p:sp>
      <p:sp>
        <p:nvSpPr>
          <p:cNvPr id="387" name="Rechteck 18"/>
          <p:cNvSpPr/>
          <p:nvPr/>
        </p:nvSpPr>
        <p:spPr>
          <a:xfrm>
            <a:off x="7600320" y="133560"/>
            <a:ext cx="277560" cy="277560"/>
          </a:xfrm>
          <a:prstGeom prst="rect">
            <a:avLst/>
          </a:prstGeom>
          <a:blipFill rotWithShape="0">
            <a:blip r:embed="rId9"/>
            <a:srcRect/>
            <a:stretch/>
          </a:blipFill>
          <a:ln>
            <a:noFill/>
          </a:ln>
        </p:spPr>
        <p:style>
          <a:lnRef idx="2"/>
          <a:fillRef idx="0"/>
          <a:effectRef idx="0">
            <a:schemeClr val="accent3">
              <a:hueOff val="0"/>
              <a:satOff val="0"/>
              <a:lumOff val="0"/>
              <a:alphaOff val="0"/>
            </a:schemeClr>
          </a:effectRef>
          <a:fontRef idx="minor"/>
        </p:style>
      </p:sp>
      <p:sp>
        <p:nvSpPr>
          <p:cNvPr id="5" name="PlaceHolder 4"/>
          <p:cNvSpPr>
            <a:spLocks noGrp="1"/>
          </p:cNvSpPr>
          <p:nvPr>
            <p:ph type="ftr" idx="5"/>
          </p:nvPr>
        </p:nvSpPr>
        <p:spPr/>
        <p:txBody>
          <a:bodyPr/>
          <a:p>
            <a:r>
              <a:t>Enhancing model transparency: Effects of DK Integration for Conversational XAI | Feustel</a:t>
            </a:r>
          </a:p>
        </p:txBody>
      </p:sp>
    </p:spTree>
  </p:cSld>
  <mc:AlternateContent>
    <mc:Choice Requires="p14">
      <p:transition spd="slow" p14:dur="2000"/>
    </mc:Choice>
    <mc:Fallback>
      <p:transition spd="slow"/>
    </mc:Fallback>
  </mc:AlternateContent>
  <p:timing>
    <p:tnLst>
      <p:par>
        <p:cTn id="343" dur="indefinite" restart="never" nodeType="tmRoot">
          <p:childTnLst>
            <p:seq>
              <p:cTn id="344" dur="indefinite" nodeType="mainSeq">
                <p:childTnLst>
                  <p:par>
                    <p:cTn id="345" fill="hold">
                      <p:stCondLst>
                        <p:cond delay="indefinite"/>
                      </p:stCondLst>
                      <p:childTnLst>
                        <p:par>
                          <p:cTn id="346" fill="hold">
                            <p:stCondLst>
                              <p:cond delay="0"/>
                            </p:stCondLst>
                            <p:childTnLst>
                              <p:par>
                                <p:cTn id="347" nodeType="clickEffect" fill="hold" presetClass="entr" presetID="2" presetSubtype="4">
                                  <p:stCondLst>
                                    <p:cond delay="0"/>
                                  </p:stCondLst>
                                  <p:childTnLst>
                                    <p:set>
                                      <p:cBhvr>
                                        <p:cTn id="348" dur="1" fill="hold">
                                          <p:stCondLst>
                                            <p:cond delay="0"/>
                                          </p:stCondLst>
                                        </p:cTn>
                                        <p:tgtEl>
                                          <p:spTgt spid="370"/>
                                        </p:tgtEl>
                                        <p:attrNameLst>
                                          <p:attrName>style.visibility</p:attrName>
                                        </p:attrNameLst>
                                      </p:cBhvr>
                                      <p:to>
                                        <p:strVal val="visible"/>
                                      </p:to>
                                    </p:set>
                                    <p:anim calcmode="lin" valueType="num">
                                      <p:cBhvr additive="repl">
                                        <p:cTn id="349" dur="500" fill="hold"/>
                                        <p:tgtEl>
                                          <p:spTgt spid="370"/>
                                        </p:tgtEl>
                                        <p:attrNameLst>
                                          <p:attrName>ppt_x</p:attrName>
                                        </p:attrNameLst>
                                      </p:cBhvr>
                                      <p:tavLst>
                                        <p:tav tm="0">
                                          <p:val>
                                            <p:strVal val="#ppt_x"/>
                                          </p:val>
                                        </p:tav>
                                        <p:tav tm="100000">
                                          <p:val>
                                            <p:strVal val="#ppt_x"/>
                                          </p:val>
                                        </p:tav>
                                      </p:tavLst>
                                    </p:anim>
                                    <p:anim calcmode="lin" valueType="num">
                                      <p:cBhvr additive="repl">
                                        <p:cTn id="350" dur="500" fill="hold"/>
                                        <p:tgtEl>
                                          <p:spTgt spid="370"/>
                                        </p:tgtEl>
                                        <p:attrNameLst>
                                          <p:attrName>ppt_y</p:attrName>
                                        </p:attrNameLst>
                                      </p:cBhvr>
                                      <p:tavLst>
                                        <p:tav tm="0">
                                          <p:val>
                                            <p:strVal val="1+#ppt_h/2"/>
                                          </p:val>
                                        </p:tav>
                                        <p:tav tm="100000">
                                          <p:val>
                                            <p:strVal val="#ppt_y"/>
                                          </p:val>
                                        </p:tav>
                                      </p:tavLst>
                                    </p:anim>
                                  </p:childTnLst>
                                </p:cTn>
                              </p:par>
                            </p:childTnLst>
                          </p:cTn>
                        </p:par>
                      </p:childTnLst>
                    </p:cTn>
                  </p:par>
                  <p:par>
                    <p:cTn id="351" fill="hold">
                      <p:stCondLst>
                        <p:cond delay="indefinite"/>
                      </p:stCondLst>
                      <p:childTnLst>
                        <p:par>
                          <p:cTn id="352" fill="hold">
                            <p:stCondLst>
                              <p:cond delay="0"/>
                            </p:stCondLst>
                            <p:childTnLst>
                              <p:par>
                                <p:cTn id="353" nodeType="clickEffect" fill="hold" presetClass="entr" presetID="2" presetSubtype="4">
                                  <p:stCondLst>
                                    <p:cond delay="0"/>
                                  </p:stCondLst>
                                  <p:childTnLst>
                                    <p:set>
                                      <p:cBhvr>
                                        <p:cTn id="354" dur="1" fill="hold">
                                          <p:stCondLst>
                                            <p:cond delay="0"/>
                                          </p:stCondLst>
                                        </p:cTn>
                                        <p:tgtEl>
                                          <p:spTgt spid="374"/>
                                        </p:tgtEl>
                                        <p:attrNameLst>
                                          <p:attrName>style.visibility</p:attrName>
                                        </p:attrNameLst>
                                      </p:cBhvr>
                                      <p:to>
                                        <p:strVal val="visible"/>
                                      </p:to>
                                    </p:set>
                                    <p:anim calcmode="lin" valueType="num">
                                      <p:cBhvr additive="repl">
                                        <p:cTn id="355" dur="500" fill="hold"/>
                                        <p:tgtEl>
                                          <p:spTgt spid="374"/>
                                        </p:tgtEl>
                                        <p:attrNameLst>
                                          <p:attrName>ppt_x</p:attrName>
                                        </p:attrNameLst>
                                      </p:cBhvr>
                                      <p:tavLst>
                                        <p:tav tm="0">
                                          <p:val>
                                            <p:strVal val="#ppt_x"/>
                                          </p:val>
                                        </p:tav>
                                        <p:tav tm="100000">
                                          <p:val>
                                            <p:strVal val="#ppt_x"/>
                                          </p:val>
                                        </p:tav>
                                      </p:tavLst>
                                    </p:anim>
                                    <p:anim calcmode="lin" valueType="num">
                                      <p:cBhvr additive="repl">
                                        <p:cTn id="356" dur="500" fill="hold"/>
                                        <p:tgtEl>
                                          <p:spTgt spid="3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XAI Foundations: Explanation Types</a:t>
            </a:r>
            <a:endParaRPr b="0" lang="en-US" sz="2100" spc="-1" strike="noStrike">
              <a:solidFill>
                <a:srgbClr val="000000"/>
              </a:solidFill>
              <a:latin typeface="Calibri"/>
            </a:endParaRPr>
          </a:p>
        </p:txBody>
      </p:sp>
      <p:grpSp>
        <p:nvGrpSpPr>
          <p:cNvPr id="389" name="Gruppieren 23"/>
          <p:cNvGrpSpPr/>
          <p:nvPr/>
        </p:nvGrpSpPr>
        <p:grpSpPr>
          <a:xfrm>
            <a:off x="395280" y="1729440"/>
            <a:ext cx="8353080" cy="1102680"/>
            <a:chOff x="395280" y="1729440"/>
            <a:chExt cx="8353080" cy="1102680"/>
          </a:xfrm>
        </p:grpSpPr>
        <p:sp>
          <p:nvSpPr>
            <p:cNvPr id="390" name="Rechteck: abgerundete Ecken 14"/>
            <p:cNvSpPr/>
            <p:nvPr/>
          </p:nvSpPr>
          <p:spPr>
            <a:xfrm>
              <a:off x="395280" y="1729440"/>
              <a:ext cx="8353080" cy="1102680"/>
            </a:xfrm>
            <a:prstGeom prst="roundRect">
              <a:avLst>
                <a:gd name="adj" fmla="val 10000"/>
              </a:avLst>
            </a:prstGeom>
            <a:solidFill>
              <a:srgbClr val="d7dde1"/>
            </a:solidFill>
            <a:ln w="0">
              <a:noFill/>
            </a:ln>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p:style>
        </p:sp>
        <p:sp>
          <p:nvSpPr>
            <p:cNvPr id="391" name="Rechteck 16"/>
            <p:cNvSpPr/>
            <p:nvPr/>
          </p:nvSpPr>
          <p:spPr>
            <a:xfrm>
              <a:off x="729000" y="1977480"/>
              <a:ext cx="606240" cy="606240"/>
            </a:xfrm>
            <a:prstGeom prst="rect">
              <a:avLst/>
            </a:prstGeom>
            <a:blipFill rotWithShape="0">
              <a:blip r:embed="rId1"/>
              <a:srcRect/>
              <a:stretch/>
            </a:blipFill>
            <a:ln>
              <a:solidFill>
                <a:srgbClr val="ffffff"/>
              </a:solidFill>
            </a:ln>
          </p:spPr>
          <p:style>
            <a:lnRef idx="2">
              <a:schemeClr val="lt1">
                <a:hueOff val="0"/>
                <a:satOff val="0"/>
                <a:lumOff val="0"/>
                <a:alphaOff val="0"/>
              </a:schemeClr>
            </a:lnRef>
            <a:fillRef idx="0"/>
            <a:effectRef idx="0">
              <a:schemeClr val="accent1">
                <a:hueOff val="0"/>
                <a:satOff val="0"/>
                <a:lumOff val="0"/>
                <a:alphaOff val="0"/>
              </a:schemeClr>
            </a:effectRef>
            <a:fontRef idx="minor"/>
          </p:style>
        </p:sp>
        <p:sp>
          <p:nvSpPr>
            <p:cNvPr id="392" name="Freihandform: Form 17"/>
            <p:cNvSpPr/>
            <p:nvPr/>
          </p:nvSpPr>
          <p:spPr>
            <a:xfrm>
              <a:off x="1668960" y="1729440"/>
              <a:ext cx="3758760" cy="1102680"/>
            </a:xfrm>
            <a:custGeom>
              <a:avLst/>
              <a:gdLst/>
              <a:ahLst/>
              <a:rect l="l" t="t" r="r" b="b"/>
              <a:pathLst>
                <a:path w="3759041" h="1102884">
                  <a:moveTo>
                    <a:pt x="0" y="0"/>
                  </a:moveTo>
                  <a:lnTo>
                    <a:pt x="3759041" y="0"/>
                  </a:lnTo>
                  <a:lnTo>
                    <a:pt x="3759041" y="1102884"/>
                  </a:lnTo>
                  <a:lnTo>
                    <a:pt x="0" y="1102884"/>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116640" rIns="116640" tIns="116640" bIns="116640" anchor="ctr">
              <a:noAutofit/>
            </a:bodyPr>
            <a:p>
              <a:pPr>
                <a:lnSpc>
                  <a:spcPct val="100000"/>
                </a:lnSpc>
                <a:spcAft>
                  <a:spcPts val="700"/>
                </a:spcAft>
                <a:buNone/>
                <a:tabLst>
                  <a:tab algn="l" pos="0"/>
                </a:tabLst>
              </a:pPr>
              <a:r>
                <a:rPr b="1" lang="de-DE" sz="2000" spc="-1" strike="noStrike">
                  <a:solidFill>
                    <a:srgbClr val="000000"/>
                  </a:solidFill>
                  <a:latin typeface="Calibri"/>
                </a:rPr>
                <a:t>Local Explanation</a:t>
              </a:r>
              <a:endParaRPr b="0" lang="en-US" sz="2000" spc="-1" strike="noStrike">
                <a:latin typeface="Arial"/>
              </a:endParaRPr>
            </a:p>
          </p:txBody>
        </p:sp>
        <p:sp>
          <p:nvSpPr>
            <p:cNvPr id="393" name="Freihandform: Form 18"/>
            <p:cNvSpPr/>
            <p:nvPr/>
          </p:nvSpPr>
          <p:spPr>
            <a:xfrm>
              <a:off x="5428080" y="1729440"/>
              <a:ext cx="3320280" cy="1102680"/>
            </a:xfrm>
            <a:custGeom>
              <a:avLst/>
              <a:gdLst/>
              <a:ahLst/>
              <a:rect l="l" t="t" r="r" b="b"/>
              <a:pathLst>
                <a:path w="3320552" h="1102884">
                  <a:moveTo>
                    <a:pt x="0" y="0"/>
                  </a:moveTo>
                  <a:lnTo>
                    <a:pt x="3320552" y="0"/>
                  </a:lnTo>
                  <a:lnTo>
                    <a:pt x="3320552" y="1102884"/>
                  </a:lnTo>
                  <a:lnTo>
                    <a:pt x="0" y="1102884"/>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116640" rIns="116640" tIns="116640" bIns="116640" anchor="ctr">
              <a:noAutofit/>
            </a:bodyPr>
            <a:p>
              <a:pPr>
                <a:lnSpc>
                  <a:spcPct val="100000"/>
                </a:lnSpc>
                <a:spcAft>
                  <a:spcPts val="561"/>
                </a:spcAft>
                <a:buNone/>
                <a:tabLst>
                  <a:tab algn="l" pos="0"/>
                </a:tabLst>
              </a:pPr>
              <a:r>
                <a:rPr b="0" lang="en-US" sz="1600" spc="-1" strike="noStrike">
                  <a:solidFill>
                    <a:srgbClr val="000000"/>
                  </a:solidFill>
                  <a:latin typeface="Calibri"/>
                </a:rPr>
                <a:t>Why </a:t>
              </a:r>
              <a:r>
                <a:rPr b="0" lang="de-DE" sz="1600" spc="-1" strike="noStrike">
                  <a:solidFill>
                    <a:srgbClr val="000000"/>
                  </a:solidFill>
                  <a:latin typeface="Calibri"/>
                </a:rPr>
                <a:t>specific prediction?</a:t>
              </a:r>
              <a:endParaRPr b="0" lang="en-US" sz="1600" spc="-1" strike="noStrike">
                <a:latin typeface="Arial"/>
              </a:endParaRPr>
            </a:p>
            <a:p>
              <a:pPr>
                <a:lnSpc>
                  <a:spcPct val="100000"/>
                </a:lnSpc>
                <a:spcAft>
                  <a:spcPts val="561"/>
                </a:spcAft>
                <a:buNone/>
                <a:tabLst>
                  <a:tab algn="l" pos="0"/>
                </a:tabLst>
              </a:pPr>
              <a:r>
                <a:rPr b="0" lang="de-DE" sz="1600" spc="-1" strike="noStrike">
                  <a:solidFill>
                    <a:srgbClr val="000000"/>
                  </a:solidFill>
                  <a:latin typeface="Calibri"/>
                </a:rPr>
                <a:t>Instance level</a:t>
              </a:r>
              <a:endParaRPr b="0" lang="en-US" sz="1600" spc="-1" strike="noStrike">
                <a:latin typeface="Arial"/>
              </a:endParaRPr>
            </a:p>
          </p:txBody>
        </p:sp>
      </p:grpSp>
      <p:grpSp>
        <p:nvGrpSpPr>
          <p:cNvPr id="394" name="Gruppieren 24"/>
          <p:cNvGrpSpPr/>
          <p:nvPr/>
        </p:nvGrpSpPr>
        <p:grpSpPr>
          <a:xfrm>
            <a:off x="395280" y="3107880"/>
            <a:ext cx="8353080" cy="1102680"/>
            <a:chOff x="395280" y="3107880"/>
            <a:chExt cx="8353080" cy="1102680"/>
          </a:xfrm>
        </p:grpSpPr>
        <p:sp>
          <p:nvSpPr>
            <p:cNvPr id="395" name="Rechteck: abgerundete Ecken 19"/>
            <p:cNvSpPr/>
            <p:nvPr/>
          </p:nvSpPr>
          <p:spPr>
            <a:xfrm>
              <a:off x="395280" y="3107880"/>
              <a:ext cx="8353080" cy="1102680"/>
            </a:xfrm>
            <a:prstGeom prst="roundRect">
              <a:avLst>
                <a:gd name="adj" fmla="val 10000"/>
              </a:avLst>
            </a:prstGeom>
            <a:solidFill>
              <a:srgbClr val="d7dde1"/>
            </a:solidFill>
            <a:ln w="0">
              <a:noFill/>
            </a:ln>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p:style>
        </p:sp>
        <p:sp>
          <p:nvSpPr>
            <p:cNvPr id="396" name="Rechteck 20"/>
            <p:cNvSpPr/>
            <p:nvPr/>
          </p:nvSpPr>
          <p:spPr>
            <a:xfrm>
              <a:off x="729000" y="3355920"/>
              <a:ext cx="606240" cy="606240"/>
            </a:xfrm>
            <a:prstGeom prst="rect">
              <a:avLst/>
            </a:prstGeom>
            <a:blipFill rotWithShape="0">
              <a:blip r:embed="rId2"/>
              <a:srcRect/>
              <a:stretch/>
            </a:blipFill>
            <a:ln>
              <a:solidFill>
                <a:srgbClr val="ffffff"/>
              </a:solidFill>
            </a:ln>
          </p:spPr>
          <p:style>
            <a:lnRef idx="2">
              <a:schemeClr val="lt1">
                <a:hueOff val="0"/>
                <a:satOff val="0"/>
                <a:lumOff val="0"/>
                <a:alphaOff val="0"/>
              </a:schemeClr>
            </a:lnRef>
            <a:fillRef idx="0"/>
            <a:effectRef idx="0">
              <a:schemeClr val="accent1">
                <a:hueOff val="0"/>
                <a:satOff val="0"/>
                <a:lumOff val="0"/>
                <a:alphaOff val="0"/>
              </a:schemeClr>
            </a:effectRef>
            <a:fontRef idx="minor"/>
          </p:style>
        </p:sp>
        <p:sp>
          <p:nvSpPr>
            <p:cNvPr id="397" name="Freihandform: Form 21"/>
            <p:cNvSpPr/>
            <p:nvPr/>
          </p:nvSpPr>
          <p:spPr>
            <a:xfrm>
              <a:off x="1668960" y="3107880"/>
              <a:ext cx="3758760" cy="1102680"/>
            </a:xfrm>
            <a:custGeom>
              <a:avLst/>
              <a:gdLst/>
              <a:ahLst/>
              <a:rect l="l" t="t" r="r" b="b"/>
              <a:pathLst>
                <a:path w="3759041" h="1102884">
                  <a:moveTo>
                    <a:pt x="0" y="0"/>
                  </a:moveTo>
                  <a:lnTo>
                    <a:pt x="3759041" y="0"/>
                  </a:lnTo>
                  <a:lnTo>
                    <a:pt x="3759041" y="1102884"/>
                  </a:lnTo>
                  <a:lnTo>
                    <a:pt x="0" y="1102884"/>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116640" rIns="116640" tIns="116640" bIns="116640" anchor="ctr">
              <a:noAutofit/>
            </a:bodyPr>
            <a:p>
              <a:pPr>
                <a:lnSpc>
                  <a:spcPct val="100000"/>
                </a:lnSpc>
                <a:spcAft>
                  <a:spcPts val="700"/>
                </a:spcAft>
                <a:buNone/>
                <a:tabLst>
                  <a:tab algn="l" pos="0"/>
                </a:tabLst>
              </a:pPr>
              <a:r>
                <a:rPr b="1" lang="de-DE" sz="2000" spc="-1" strike="noStrike">
                  <a:solidFill>
                    <a:srgbClr val="000000"/>
                  </a:solidFill>
                  <a:latin typeface="Calibri"/>
                </a:rPr>
                <a:t>Global Explanation</a:t>
              </a:r>
              <a:endParaRPr b="0" lang="en-US" sz="2000" spc="-1" strike="noStrike">
                <a:latin typeface="Arial"/>
              </a:endParaRPr>
            </a:p>
          </p:txBody>
        </p:sp>
        <p:sp>
          <p:nvSpPr>
            <p:cNvPr id="398" name="Freihandform: Form 22"/>
            <p:cNvSpPr/>
            <p:nvPr/>
          </p:nvSpPr>
          <p:spPr>
            <a:xfrm>
              <a:off x="5428080" y="3107880"/>
              <a:ext cx="3320280" cy="1102680"/>
            </a:xfrm>
            <a:custGeom>
              <a:avLst/>
              <a:gdLst/>
              <a:ahLst/>
              <a:rect l="l" t="t" r="r" b="b"/>
              <a:pathLst>
                <a:path w="3320552" h="1102884">
                  <a:moveTo>
                    <a:pt x="0" y="0"/>
                  </a:moveTo>
                  <a:lnTo>
                    <a:pt x="3320552" y="0"/>
                  </a:lnTo>
                  <a:lnTo>
                    <a:pt x="3320552" y="1102884"/>
                  </a:lnTo>
                  <a:lnTo>
                    <a:pt x="0" y="1102884"/>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116640" rIns="116640" tIns="116640" bIns="116640" anchor="ctr">
              <a:noAutofit/>
            </a:bodyPr>
            <a:p>
              <a:pPr>
                <a:lnSpc>
                  <a:spcPct val="100000"/>
                </a:lnSpc>
                <a:spcAft>
                  <a:spcPts val="561"/>
                </a:spcAft>
                <a:buNone/>
                <a:tabLst>
                  <a:tab algn="l" pos="0"/>
                </a:tabLst>
              </a:pPr>
              <a:r>
                <a:rPr b="0" lang="de-DE" sz="1600" spc="-1" strike="noStrike">
                  <a:solidFill>
                    <a:srgbClr val="000000"/>
                  </a:solidFill>
                  <a:latin typeface="Calibri"/>
                </a:rPr>
                <a:t>How does model behave overall?</a:t>
              </a:r>
              <a:endParaRPr b="0" lang="en-US" sz="1600" spc="-1" strike="noStrike">
                <a:latin typeface="Arial"/>
              </a:endParaRPr>
            </a:p>
            <a:p>
              <a:pPr>
                <a:lnSpc>
                  <a:spcPct val="100000"/>
                </a:lnSpc>
                <a:spcAft>
                  <a:spcPts val="561"/>
                </a:spcAft>
                <a:buNone/>
                <a:tabLst>
                  <a:tab algn="l" pos="0"/>
                </a:tabLst>
              </a:pPr>
              <a:r>
                <a:rPr b="0" lang="de-DE" sz="1600" spc="-1" strike="noStrike">
                  <a:solidFill>
                    <a:srgbClr val="000000"/>
                  </a:solidFill>
                  <a:latin typeface="Calibri"/>
                </a:rPr>
                <a:t>Model level</a:t>
              </a:r>
              <a:endParaRPr b="0" lang="en-US" sz="1600" spc="-1" strike="noStrike">
                <a:latin typeface="Arial"/>
              </a:endParaRPr>
            </a:p>
          </p:txBody>
        </p:sp>
      </p:grpSp>
      <p:sp>
        <p:nvSpPr>
          <p:cNvPr id="399" name="PlaceHolder 2"/>
          <p:cNvSpPr>
            <a:spLocks noGrp="1"/>
          </p:cNvSpPr>
          <p:nvPr>
            <p:ph type="dt" idx="37"/>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400" name="PlaceHolder 3"/>
          <p:cNvSpPr>
            <a:spLocks noGrp="1"/>
          </p:cNvSpPr>
          <p:nvPr>
            <p:ph type="sldNum" idx="38"/>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F5909402-825A-4538-B52F-1002687D90D4}" type="slidenum">
              <a:rPr b="0" lang="de-DE" sz="900" spc="-1" strike="noStrike">
                <a:solidFill>
                  <a:srgbClr val="ffffff"/>
                </a:solidFill>
                <a:latin typeface="Arial"/>
              </a:rPr>
              <a:t>&lt;number&gt;</a:t>
            </a:fld>
            <a:endParaRPr b="0" lang="en-US" sz="900" spc="-1" strike="noStrike">
              <a:latin typeface="Times New Roman"/>
            </a:endParaRPr>
          </a:p>
        </p:txBody>
      </p:sp>
      <p:sp>
        <p:nvSpPr>
          <p:cNvPr id="401" name="Textfeld 1"/>
          <p:cNvSpPr/>
          <p:nvPr/>
        </p:nvSpPr>
        <p:spPr>
          <a:xfrm>
            <a:off x="7856280" y="134640"/>
            <a:ext cx="119160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XAI Foundations</a:t>
            </a:r>
            <a:endParaRPr b="0" lang="en-US" sz="1200" spc="-1" strike="noStrike">
              <a:latin typeface="Arial"/>
            </a:endParaRPr>
          </a:p>
        </p:txBody>
      </p:sp>
      <p:sp>
        <p:nvSpPr>
          <p:cNvPr id="402" name="Rechteck 2"/>
          <p:cNvSpPr/>
          <p:nvPr/>
        </p:nvSpPr>
        <p:spPr>
          <a:xfrm>
            <a:off x="8804520" y="664200"/>
            <a:ext cx="277560" cy="277560"/>
          </a:xfrm>
          <a:prstGeom prst="rect">
            <a:avLst/>
          </a:prstGeom>
          <a:blipFill rotWithShape="0">
            <a:blip r:embed="rId3"/>
            <a:srcRect/>
            <a:stretch/>
          </a:blipFill>
          <a:ln>
            <a:noFill/>
          </a:ln>
        </p:spPr>
        <p:style>
          <a:lnRef idx="2"/>
          <a:fillRef idx="0"/>
          <a:effectRef idx="0">
            <a:schemeClr val="accent2">
              <a:hueOff val="0"/>
              <a:satOff val="0"/>
              <a:lumOff val="0"/>
              <a:alphaOff val="0"/>
            </a:schemeClr>
          </a:effectRef>
          <a:fontRef idx="minor"/>
        </p:style>
      </p:sp>
      <p:sp>
        <p:nvSpPr>
          <p:cNvPr id="403" name="Rechteck 3"/>
          <p:cNvSpPr/>
          <p:nvPr/>
        </p:nvSpPr>
        <p:spPr>
          <a:xfrm>
            <a:off x="8804520" y="1043640"/>
            <a:ext cx="277560" cy="277560"/>
          </a:xfrm>
          <a:prstGeom prst="rect">
            <a:avLst/>
          </a:prstGeom>
          <a:blipFill rotWithShape="0">
            <a:blip r:embed="rId4"/>
            <a:srcRect/>
            <a:stretch/>
          </a:blipFill>
          <a:ln>
            <a:noFill/>
          </a:ln>
        </p:spPr>
        <p:style>
          <a:lnRef idx="2"/>
          <a:fillRef idx="0"/>
          <a:effectRef idx="0">
            <a:schemeClr val="accent3">
              <a:hueOff val="0"/>
              <a:satOff val="0"/>
              <a:lumOff val="0"/>
              <a:alphaOff val="0"/>
            </a:schemeClr>
          </a:effectRef>
          <a:fontRef idx="minor"/>
        </p:style>
      </p:sp>
      <p:sp>
        <p:nvSpPr>
          <p:cNvPr id="404" name="Rechteck 4"/>
          <p:cNvSpPr/>
          <p:nvPr/>
        </p:nvSpPr>
        <p:spPr>
          <a:xfrm>
            <a:off x="8804520" y="1379160"/>
            <a:ext cx="277560" cy="277560"/>
          </a:xfrm>
          <a:prstGeom prst="rect">
            <a:avLst/>
          </a:prstGeom>
          <a:blipFill rotWithShape="0">
            <a:blip r:embed="rId5"/>
            <a:srcRect/>
            <a:stretch/>
          </a:blipFill>
          <a:ln>
            <a:noFill/>
          </a:ln>
        </p:spPr>
        <p:style>
          <a:lnRef idx="2"/>
          <a:fillRef idx="0"/>
          <a:effectRef idx="0">
            <a:schemeClr val="accent4">
              <a:hueOff val="0"/>
              <a:satOff val="0"/>
              <a:lumOff val="0"/>
              <a:alphaOff val="0"/>
            </a:schemeClr>
          </a:effectRef>
          <a:fontRef idx="minor"/>
        </p:style>
      </p:sp>
      <p:sp>
        <p:nvSpPr>
          <p:cNvPr id="405" name="Rechteck 9"/>
          <p:cNvSpPr/>
          <p:nvPr/>
        </p:nvSpPr>
        <p:spPr>
          <a:xfrm>
            <a:off x="8804520" y="1688760"/>
            <a:ext cx="277560" cy="277560"/>
          </a:xfrm>
          <a:prstGeom prst="rect">
            <a:avLst/>
          </a:prstGeom>
          <a:blipFill rotWithShape="0">
            <a:blip r:embed="rId6"/>
            <a:srcRect/>
            <a:stretch/>
          </a:blipFill>
          <a:ln>
            <a:noFill/>
          </a:ln>
        </p:spPr>
        <p:style>
          <a:lnRef idx="2"/>
          <a:fillRef idx="0"/>
          <a:effectRef idx="0">
            <a:schemeClr val="accent5">
              <a:hueOff val="0"/>
              <a:satOff val="0"/>
              <a:lumOff val="0"/>
              <a:alphaOff val="0"/>
            </a:schemeClr>
          </a:effectRef>
          <a:fontRef idx="minor"/>
        </p:style>
      </p:sp>
      <p:sp>
        <p:nvSpPr>
          <p:cNvPr id="406" name="Rechteck 10"/>
          <p:cNvSpPr/>
          <p:nvPr/>
        </p:nvSpPr>
        <p:spPr>
          <a:xfrm>
            <a:off x="8804520" y="2007000"/>
            <a:ext cx="277560" cy="277560"/>
          </a:xfrm>
          <a:prstGeom prst="rect">
            <a:avLst/>
          </a:prstGeom>
          <a:blipFill rotWithShape="0">
            <a:blip r:embed="rId7"/>
            <a:srcRect/>
            <a:stretch/>
          </a:blipFill>
          <a:ln>
            <a:noFill/>
          </a:ln>
        </p:spPr>
        <p:style>
          <a:lnRef idx="2"/>
          <a:fillRef idx="0"/>
          <a:effectRef idx="0">
            <a:schemeClr val="accent6">
              <a:hueOff val="0"/>
              <a:satOff val="0"/>
              <a:lumOff val="0"/>
              <a:alphaOff val="0"/>
            </a:schemeClr>
          </a:effectRef>
          <a:fontRef idx="minor"/>
        </p:style>
      </p:sp>
      <p:sp>
        <p:nvSpPr>
          <p:cNvPr id="407" name="Rechteck 11"/>
          <p:cNvSpPr/>
          <p:nvPr/>
        </p:nvSpPr>
        <p:spPr>
          <a:xfrm>
            <a:off x="8804520" y="2316600"/>
            <a:ext cx="277560" cy="277560"/>
          </a:xfrm>
          <a:prstGeom prst="rect">
            <a:avLst/>
          </a:prstGeom>
          <a:blipFill rotWithShape="0">
            <a:blip r:embed="rId8"/>
            <a:srcRect/>
            <a:stretch/>
          </a:blipFill>
          <a:ln>
            <a:noFill/>
          </a:ln>
        </p:spPr>
        <p:style>
          <a:lnRef idx="2"/>
          <a:fillRef idx="0"/>
          <a:effectRef idx="0">
            <a:schemeClr val="accent2">
              <a:hueOff val="0"/>
              <a:satOff val="0"/>
              <a:lumOff val="0"/>
              <a:alphaOff val="0"/>
            </a:schemeClr>
          </a:effectRef>
          <a:fontRef idx="minor"/>
        </p:style>
      </p:sp>
      <p:sp>
        <p:nvSpPr>
          <p:cNvPr id="408" name="Rechteck 12"/>
          <p:cNvSpPr/>
          <p:nvPr/>
        </p:nvSpPr>
        <p:spPr>
          <a:xfrm>
            <a:off x="7600320" y="133560"/>
            <a:ext cx="277560" cy="277560"/>
          </a:xfrm>
          <a:prstGeom prst="rect">
            <a:avLst/>
          </a:prstGeom>
          <a:blipFill rotWithShape="0">
            <a:blip r:embed="rId9"/>
            <a:srcRect/>
            <a:stretch/>
          </a:blipFill>
          <a:ln>
            <a:noFill/>
          </a:ln>
        </p:spPr>
        <p:style>
          <a:lnRef idx="2"/>
          <a:fillRef idx="0"/>
          <a:effectRef idx="0">
            <a:schemeClr val="accent3">
              <a:hueOff val="0"/>
              <a:satOff val="0"/>
              <a:lumOff val="0"/>
              <a:alphaOff val="0"/>
            </a:schemeClr>
          </a:effectRef>
          <a:fontRef idx="minor"/>
        </p:style>
      </p:sp>
      <p:sp>
        <p:nvSpPr>
          <p:cNvPr id="5" name="PlaceHolder 4"/>
          <p:cNvSpPr>
            <a:spLocks noGrp="1"/>
          </p:cNvSpPr>
          <p:nvPr>
            <p:ph type="ftr" idx="5"/>
          </p:nvPr>
        </p:nvSpPr>
        <p:spPr/>
        <p:txBody>
          <a:bodyPr/>
          <a:p>
            <a:r>
              <a:t>Enhancing model transparency: Effects of DK Integration for Conversational XAI | Feustel</a:t>
            </a:r>
          </a:p>
        </p:txBody>
      </p:sp>
    </p:spTree>
  </p:cSld>
  <mc:AlternateContent>
    <mc:Choice Requires="p14">
      <p:transition spd="slow" p14:dur="2000"/>
    </mc:Choice>
    <mc:Fallback>
      <p:transition spd="slow"/>
    </mc:Fallback>
  </mc:AlternateContent>
  <p:timing>
    <p:tnLst>
      <p:par>
        <p:cTn id="357" dur="indefinite" restart="never" nodeType="tmRoot">
          <p:childTnLst>
            <p:seq>
              <p:cTn id="358" dur="indefinite" nodeType="mainSeq">
                <p:childTnLst>
                  <p:par>
                    <p:cTn id="359" fill="hold">
                      <p:stCondLst>
                        <p:cond delay="indefinite"/>
                      </p:stCondLst>
                      <p:childTnLst>
                        <p:par>
                          <p:cTn id="360" fill="hold">
                            <p:stCondLst>
                              <p:cond delay="0"/>
                            </p:stCondLst>
                            <p:childTnLst>
                              <p:par>
                                <p:cTn id="361" nodeType="clickEffect" fill="hold" presetClass="entr" presetID="2" presetSubtype="4">
                                  <p:stCondLst>
                                    <p:cond delay="0"/>
                                  </p:stCondLst>
                                  <p:childTnLst>
                                    <p:set>
                                      <p:cBhvr>
                                        <p:cTn id="362" dur="1" fill="hold">
                                          <p:stCondLst>
                                            <p:cond delay="0"/>
                                          </p:stCondLst>
                                        </p:cTn>
                                        <p:tgtEl>
                                          <p:spTgt spid="389"/>
                                        </p:tgtEl>
                                        <p:attrNameLst>
                                          <p:attrName>style.visibility</p:attrName>
                                        </p:attrNameLst>
                                      </p:cBhvr>
                                      <p:to>
                                        <p:strVal val="visible"/>
                                      </p:to>
                                    </p:set>
                                    <p:anim calcmode="lin" valueType="num">
                                      <p:cBhvr additive="repl">
                                        <p:cTn id="363" dur="500" fill="hold"/>
                                        <p:tgtEl>
                                          <p:spTgt spid="389"/>
                                        </p:tgtEl>
                                        <p:attrNameLst>
                                          <p:attrName>ppt_x</p:attrName>
                                        </p:attrNameLst>
                                      </p:cBhvr>
                                      <p:tavLst>
                                        <p:tav tm="0">
                                          <p:val>
                                            <p:strVal val="#ppt_x"/>
                                          </p:val>
                                        </p:tav>
                                        <p:tav tm="100000">
                                          <p:val>
                                            <p:strVal val="#ppt_x"/>
                                          </p:val>
                                        </p:tav>
                                      </p:tavLst>
                                    </p:anim>
                                    <p:anim calcmode="lin" valueType="num">
                                      <p:cBhvr additive="repl">
                                        <p:cTn id="364" dur="500" fill="hold"/>
                                        <p:tgtEl>
                                          <p:spTgt spid="389"/>
                                        </p:tgtEl>
                                        <p:attrNameLst>
                                          <p:attrName>ppt_y</p:attrName>
                                        </p:attrNameLst>
                                      </p:cBhvr>
                                      <p:tavLst>
                                        <p:tav tm="0">
                                          <p:val>
                                            <p:strVal val="1+#ppt_h/2"/>
                                          </p:val>
                                        </p:tav>
                                        <p:tav tm="100000">
                                          <p:val>
                                            <p:strVal val="#ppt_y"/>
                                          </p:val>
                                        </p:tav>
                                      </p:tavLst>
                                    </p:anim>
                                  </p:childTnLst>
                                </p:cTn>
                              </p:par>
                            </p:childTnLst>
                          </p:cTn>
                        </p:par>
                      </p:childTnLst>
                    </p:cTn>
                  </p:par>
                  <p:par>
                    <p:cTn id="365" fill="hold">
                      <p:stCondLst>
                        <p:cond delay="indefinite"/>
                      </p:stCondLst>
                      <p:childTnLst>
                        <p:par>
                          <p:cTn id="366" fill="hold">
                            <p:stCondLst>
                              <p:cond delay="0"/>
                            </p:stCondLst>
                            <p:childTnLst>
                              <p:par>
                                <p:cTn id="367" nodeType="clickEffect" fill="hold" presetClass="entr" presetID="2" presetSubtype="4">
                                  <p:stCondLst>
                                    <p:cond delay="0"/>
                                  </p:stCondLst>
                                  <p:childTnLst>
                                    <p:set>
                                      <p:cBhvr>
                                        <p:cTn id="368" dur="1" fill="hold">
                                          <p:stCondLst>
                                            <p:cond delay="0"/>
                                          </p:stCondLst>
                                        </p:cTn>
                                        <p:tgtEl>
                                          <p:spTgt spid="394"/>
                                        </p:tgtEl>
                                        <p:attrNameLst>
                                          <p:attrName>style.visibility</p:attrName>
                                        </p:attrNameLst>
                                      </p:cBhvr>
                                      <p:to>
                                        <p:strVal val="visible"/>
                                      </p:to>
                                    </p:set>
                                    <p:anim calcmode="lin" valueType="num">
                                      <p:cBhvr additive="repl">
                                        <p:cTn id="369" dur="500" fill="hold"/>
                                        <p:tgtEl>
                                          <p:spTgt spid="394"/>
                                        </p:tgtEl>
                                        <p:attrNameLst>
                                          <p:attrName>ppt_x</p:attrName>
                                        </p:attrNameLst>
                                      </p:cBhvr>
                                      <p:tavLst>
                                        <p:tav tm="0">
                                          <p:val>
                                            <p:strVal val="#ppt_x"/>
                                          </p:val>
                                        </p:tav>
                                        <p:tav tm="100000">
                                          <p:val>
                                            <p:strVal val="#ppt_x"/>
                                          </p:val>
                                        </p:tav>
                                      </p:tavLst>
                                    </p:anim>
                                    <p:anim calcmode="lin" valueType="num">
                                      <p:cBhvr additive="repl">
                                        <p:cTn id="370" dur="500" fill="hold"/>
                                        <p:tgtEl>
                                          <p:spTgt spid="3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XAI Foundations: Explanation Types</a:t>
            </a:r>
            <a:endParaRPr b="0" lang="en-US" sz="2100" spc="-1" strike="noStrike">
              <a:solidFill>
                <a:srgbClr val="000000"/>
              </a:solidFill>
              <a:latin typeface="Calibri"/>
            </a:endParaRPr>
          </a:p>
        </p:txBody>
      </p:sp>
      <p:grpSp>
        <p:nvGrpSpPr>
          <p:cNvPr id="410" name="Gruppieren 13"/>
          <p:cNvGrpSpPr/>
          <p:nvPr/>
        </p:nvGrpSpPr>
        <p:grpSpPr>
          <a:xfrm>
            <a:off x="387360" y="1137240"/>
            <a:ext cx="8353080" cy="1102680"/>
            <a:chOff x="387360" y="1137240"/>
            <a:chExt cx="8353080" cy="1102680"/>
          </a:xfrm>
        </p:grpSpPr>
        <p:sp>
          <p:nvSpPr>
            <p:cNvPr id="411" name="Rechteck: abgerundete Ecken 14"/>
            <p:cNvSpPr/>
            <p:nvPr/>
          </p:nvSpPr>
          <p:spPr>
            <a:xfrm>
              <a:off x="387360" y="1137240"/>
              <a:ext cx="8353080" cy="1102680"/>
            </a:xfrm>
            <a:prstGeom prst="roundRect">
              <a:avLst>
                <a:gd name="adj" fmla="val 10000"/>
              </a:avLst>
            </a:prstGeom>
            <a:solidFill>
              <a:srgbClr val="d7dde1"/>
            </a:solidFill>
            <a:ln w="0">
              <a:noFill/>
            </a:ln>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p:style>
        </p:sp>
        <p:sp>
          <p:nvSpPr>
            <p:cNvPr id="412" name="Rechteck 16"/>
            <p:cNvSpPr/>
            <p:nvPr/>
          </p:nvSpPr>
          <p:spPr>
            <a:xfrm>
              <a:off x="720720" y="1385280"/>
              <a:ext cx="606240" cy="606240"/>
            </a:xfrm>
            <a:prstGeom prst="rect">
              <a:avLst/>
            </a:prstGeom>
            <a:blipFill rotWithShape="0">
              <a:blip r:embed="rId1"/>
              <a:srcRect/>
              <a:stretch/>
            </a:blipFill>
            <a:ln>
              <a:solidFill>
                <a:srgbClr val="ffffff"/>
              </a:solidFill>
            </a:ln>
          </p:spPr>
          <p:style>
            <a:lnRef idx="2">
              <a:schemeClr val="lt1">
                <a:hueOff val="0"/>
                <a:satOff val="0"/>
                <a:lumOff val="0"/>
                <a:alphaOff val="0"/>
              </a:schemeClr>
            </a:lnRef>
            <a:fillRef idx="0"/>
            <a:effectRef idx="0">
              <a:schemeClr val="accent1">
                <a:hueOff val="0"/>
                <a:satOff val="0"/>
                <a:lumOff val="0"/>
                <a:alphaOff val="0"/>
              </a:schemeClr>
            </a:effectRef>
            <a:fontRef idx="minor"/>
          </p:style>
        </p:sp>
        <p:sp>
          <p:nvSpPr>
            <p:cNvPr id="413" name="Freihandform: Form 17"/>
            <p:cNvSpPr/>
            <p:nvPr/>
          </p:nvSpPr>
          <p:spPr>
            <a:xfrm>
              <a:off x="1661040" y="1137240"/>
              <a:ext cx="3758760" cy="1102680"/>
            </a:xfrm>
            <a:custGeom>
              <a:avLst/>
              <a:gdLst/>
              <a:ahLst/>
              <a:rect l="l" t="t" r="r" b="b"/>
              <a:pathLst>
                <a:path w="3759041" h="1102884">
                  <a:moveTo>
                    <a:pt x="0" y="0"/>
                  </a:moveTo>
                  <a:lnTo>
                    <a:pt x="3759041" y="0"/>
                  </a:lnTo>
                  <a:lnTo>
                    <a:pt x="3759041" y="1102884"/>
                  </a:lnTo>
                  <a:lnTo>
                    <a:pt x="0" y="1102884"/>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116640" rIns="116640" tIns="116640" bIns="116640" anchor="ctr">
              <a:noAutofit/>
            </a:bodyPr>
            <a:p>
              <a:pPr>
                <a:lnSpc>
                  <a:spcPct val="100000"/>
                </a:lnSpc>
                <a:spcAft>
                  <a:spcPts val="700"/>
                </a:spcAft>
                <a:buNone/>
                <a:tabLst>
                  <a:tab algn="l" pos="0"/>
                </a:tabLst>
              </a:pPr>
              <a:r>
                <a:rPr b="1" lang="de-DE" sz="2000" spc="-1" strike="noStrike">
                  <a:solidFill>
                    <a:srgbClr val="000000"/>
                  </a:solidFill>
                  <a:latin typeface="Calibri"/>
                </a:rPr>
                <a:t>Local Explanation</a:t>
              </a:r>
              <a:endParaRPr b="0" lang="en-US" sz="2000" spc="-1" strike="noStrike">
                <a:latin typeface="Arial"/>
              </a:endParaRPr>
            </a:p>
          </p:txBody>
        </p:sp>
        <p:sp>
          <p:nvSpPr>
            <p:cNvPr id="414" name="Freihandform: Form 18"/>
            <p:cNvSpPr/>
            <p:nvPr/>
          </p:nvSpPr>
          <p:spPr>
            <a:xfrm>
              <a:off x="5420160" y="1137240"/>
              <a:ext cx="3320280" cy="1102680"/>
            </a:xfrm>
            <a:custGeom>
              <a:avLst/>
              <a:gdLst/>
              <a:ahLst/>
              <a:rect l="l" t="t" r="r" b="b"/>
              <a:pathLst>
                <a:path w="3320552" h="1102884">
                  <a:moveTo>
                    <a:pt x="0" y="0"/>
                  </a:moveTo>
                  <a:lnTo>
                    <a:pt x="3320552" y="0"/>
                  </a:lnTo>
                  <a:lnTo>
                    <a:pt x="3320552" y="1102884"/>
                  </a:lnTo>
                  <a:lnTo>
                    <a:pt x="0" y="1102884"/>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116640" rIns="116640" tIns="116640" bIns="116640" anchor="ctr">
              <a:noAutofit/>
            </a:bodyPr>
            <a:p>
              <a:pPr>
                <a:lnSpc>
                  <a:spcPct val="100000"/>
                </a:lnSpc>
                <a:spcAft>
                  <a:spcPts val="561"/>
                </a:spcAft>
                <a:buNone/>
                <a:tabLst>
                  <a:tab algn="l" pos="0"/>
                </a:tabLst>
              </a:pPr>
              <a:r>
                <a:rPr b="0" lang="en-US" sz="1600" spc="-1" strike="noStrike">
                  <a:solidFill>
                    <a:srgbClr val="000000"/>
                  </a:solidFill>
                  <a:latin typeface="Calibri"/>
                </a:rPr>
                <a:t>Why </a:t>
              </a:r>
              <a:r>
                <a:rPr b="0" lang="de-DE" sz="1600" spc="-1" strike="noStrike">
                  <a:solidFill>
                    <a:srgbClr val="000000"/>
                  </a:solidFill>
                  <a:latin typeface="Calibri"/>
                </a:rPr>
                <a:t>specific prediction?</a:t>
              </a:r>
              <a:endParaRPr b="0" lang="en-US" sz="1600" spc="-1" strike="noStrike">
                <a:latin typeface="Arial"/>
              </a:endParaRPr>
            </a:p>
            <a:p>
              <a:pPr>
                <a:lnSpc>
                  <a:spcPct val="100000"/>
                </a:lnSpc>
                <a:spcAft>
                  <a:spcPts val="561"/>
                </a:spcAft>
                <a:buNone/>
                <a:tabLst>
                  <a:tab algn="l" pos="0"/>
                </a:tabLst>
              </a:pPr>
              <a:r>
                <a:rPr b="0" lang="de-DE" sz="1600" spc="-1" strike="noStrike">
                  <a:solidFill>
                    <a:srgbClr val="000000"/>
                  </a:solidFill>
                  <a:latin typeface="Calibri"/>
                </a:rPr>
                <a:t>Instance level</a:t>
              </a:r>
              <a:endParaRPr b="0" lang="en-US" sz="1600" spc="-1" strike="noStrike">
                <a:latin typeface="Arial"/>
              </a:endParaRPr>
            </a:p>
          </p:txBody>
        </p:sp>
      </p:grpSp>
      <p:sp>
        <p:nvSpPr>
          <p:cNvPr id="415" name="PlaceHolder 2"/>
          <p:cNvSpPr>
            <a:spLocks noGrp="1"/>
          </p:cNvSpPr>
          <p:nvPr>
            <p:ph type="dt" idx="39"/>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416" name="PlaceHolder 3"/>
          <p:cNvSpPr>
            <a:spLocks noGrp="1"/>
          </p:cNvSpPr>
          <p:nvPr>
            <p:ph type="sldNum" idx="40"/>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5FA0BC38-1AF0-493F-A258-6BB12B485AD0}" type="slidenum">
              <a:rPr b="0" lang="de-DE" sz="900" spc="-1" strike="noStrike">
                <a:solidFill>
                  <a:srgbClr val="ffffff"/>
                </a:solidFill>
                <a:latin typeface="Arial"/>
              </a:rPr>
              <a:t>&lt;number&gt;</a:t>
            </a:fld>
            <a:endParaRPr b="0" lang="en-US" sz="900" spc="-1" strike="noStrike">
              <a:latin typeface="Times New Roman"/>
            </a:endParaRPr>
          </a:p>
        </p:txBody>
      </p:sp>
      <p:sp>
        <p:nvSpPr>
          <p:cNvPr id="417" name="Textfeld 1"/>
          <p:cNvSpPr/>
          <p:nvPr/>
        </p:nvSpPr>
        <p:spPr>
          <a:xfrm>
            <a:off x="7856280" y="134640"/>
            <a:ext cx="119160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XAI Foundations</a:t>
            </a:r>
            <a:endParaRPr b="0" lang="en-US" sz="1200" spc="-1" strike="noStrike">
              <a:latin typeface="Arial"/>
            </a:endParaRPr>
          </a:p>
        </p:txBody>
      </p:sp>
      <p:sp>
        <p:nvSpPr>
          <p:cNvPr id="418" name="Rechteck 2"/>
          <p:cNvSpPr/>
          <p:nvPr/>
        </p:nvSpPr>
        <p:spPr>
          <a:xfrm>
            <a:off x="8804520" y="664200"/>
            <a:ext cx="277560" cy="277560"/>
          </a:xfrm>
          <a:prstGeom prst="rect">
            <a:avLst/>
          </a:prstGeom>
          <a:blipFill rotWithShape="0">
            <a:blip r:embed="rId2"/>
            <a:srcRect/>
            <a:stretch/>
          </a:blipFill>
          <a:ln>
            <a:noFill/>
          </a:ln>
        </p:spPr>
        <p:style>
          <a:lnRef idx="2"/>
          <a:fillRef idx="0"/>
          <a:effectRef idx="0">
            <a:schemeClr val="accent2">
              <a:hueOff val="0"/>
              <a:satOff val="0"/>
              <a:lumOff val="0"/>
              <a:alphaOff val="0"/>
            </a:schemeClr>
          </a:effectRef>
          <a:fontRef idx="minor"/>
        </p:style>
      </p:sp>
      <p:sp>
        <p:nvSpPr>
          <p:cNvPr id="419" name="Rechteck 3"/>
          <p:cNvSpPr/>
          <p:nvPr/>
        </p:nvSpPr>
        <p:spPr>
          <a:xfrm>
            <a:off x="8804520" y="1043640"/>
            <a:ext cx="277560" cy="277560"/>
          </a:xfrm>
          <a:prstGeom prst="rect">
            <a:avLst/>
          </a:prstGeom>
          <a:blipFill rotWithShape="0">
            <a:blip r:embed="rId3"/>
            <a:srcRect/>
            <a:stretch/>
          </a:blipFill>
          <a:ln>
            <a:noFill/>
          </a:ln>
        </p:spPr>
        <p:style>
          <a:lnRef idx="2"/>
          <a:fillRef idx="0"/>
          <a:effectRef idx="0">
            <a:schemeClr val="accent3">
              <a:hueOff val="0"/>
              <a:satOff val="0"/>
              <a:lumOff val="0"/>
              <a:alphaOff val="0"/>
            </a:schemeClr>
          </a:effectRef>
          <a:fontRef idx="minor"/>
        </p:style>
      </p:sp>
      <p:sp>
        <p:nvSpPr>
          <p:cNvPr id="420" name="Rechteck 4"/>
          <p:cNvSpPr/>
          <p:nvPr/>
        </p:nvSpPr>
        <p:spPr>
          <a:xfrm>
            <a:off x="8804520" y="1379160"/>
            <a:ext cx="277560" cy="277560"/>
          </a:xfrm>
          <a:prstGeom prst="rect">
            <a:avLst/>
          </a:prstGeom>
          <a:blipFill rotWithShape="0">
            <a:blip r:embed="rId4"/>
            <a:srcRect/>
            <a:stretch/>
          </a:blipFill>
          <a:ln>
            <a:noFill/>
          </a:ln>
        </p:spPr>
        <p:style>
          <a:lnRef idx="2"/>
          <a:fillRef idx="0"/>
          <a:effectRef idx="0">
            <a:schemeClr val="accent4">
              <a:hueOff val="0"/>
              <a:satOff val="0"/>
              <a:lumOff val="0"/>
              <a:alphaOff val="0"/>
            </a:schemeClr>
          </a:effectRef>
          <a:fontRef idx="minor"/>
        </p:style>
      </p:sp>
      <p:sp>
        <p:nvSpPr>
          <p:cNvPr id="421" name="Rechteck 9"/>
          <p:cNvSpPr/>
          <p:nvPr/>
        </p:nvSpPr>
        <p:spPr>
          <a:xfrm>
            <a:off x="8804520" y="1688760"/>
            <a:ext cx="277560" cy="277560"/>
          </a:xfrm>
          <a:prstGeom prst="rect">
            <a:avLst/>
          </a:prstGeom>
          <a:blipFill rotWithShape="0">
            <a:blip r:embed="rId5"/>
            <a:srcRect/>
            <a:stretch/>
          </a:blipFill>
          <a:ln>
            <a:noFill/>
          </a:ln>
        </p:spPr>
        <p:style>
          <a:lnRef idx="2"/>
          <a:fillRef idx="0"/>
          <a:effectRef idx="0">
            <a:schemeClr val="accent5">
              <a:hueOff val="0"/>
              <a:satOff val="0"/>
              <a:lumOff val="0"/>
              <a:alphaOff val="0"/>
            </a:schemeClr>
          </a:effectRef>
          <a:fontRef idx="minor"/>
        </p:style>
      </p:sp>
      <p:sp>
        <p:nvSpPr>
          <p:cNvPr id="422" name="Rechteck 10"/>
          <p:cNvSpPr/>
          <p:nvPr/>
        </p:nvSpPr>
        <p:spPr>
          <a:xfrm>
            <a:off x="8804520" y="2007000"/>
            <a:ext cx="277560" cy="277560"/>
          </a:xfrm>
          <a:prstGeom prst="rect">
            <a:avLst/>
          </a:prstGeom>
          <a:blipFill rotWithShape="0">
            <a:blip r:embed="rId6"/>
            <a:srcRect/>
            <a:stretch/>
          </a:blipFill>
          <a:ln>
            <a:noFill/>
          </a:ln>
        </p:spPr>
        <p:style>
          <a:lnRef idx="2"/>
          <a:fillRef idx="0"/>
          <a:effectRef idx="0">
            <a:schemeClr val="accent6">
              <a:hueOff val="0"/>
              <a:satOff val="0"/>
              <a:lumOff val="0"/>
              <a:alphaOff val="0"/>
            </a:schemeClr>
          </a:effectRef>
          <a:fontRef idx="minor"/>
        </p:style>
      </p:sp>
      <p:sp>
        <p:nvSpPr>
          <p:cNvPr id="423" name="Rechteck 11"/>
          <p:cNvSpPr/>
          <p:nvPr/>
        </p:nvSpPr>
        <p:spPr>
          <a:xfrm>
            <a:off x="8804520" y="2316600"/>
            <a:ext cx="277560" cy="277560"/>
          </a:xfrm>
          <a:prstGeom prst="rect">
            <a:avLst/>
          </a:prstGeom>
          <a:blipFill rotWithShape="0">
            <a:blip r:embed="rId7"/>
            <a:srcRect/>
            <a:stretch/>
          </a:blipFill>
          <a:ln>
            <a:noFill/>
          </a:ln>
        </p:spPr>
        <p:style>
          <a:lnRef idx="2"/>
          <a:fillRef idx="0"/>
          <a:effectRef idx="0">
            <a:schemeClr val="accent2">
              <a:hueOff val="0"/>
              <a:satOff val="0"/>
              <a:lumOff val="0"/>
              <a:alphaOff val="0"/>
            </a:schemeClr>
          </a:effectRef>
          <a:fontRef idx="minor"/>
        </p:style>
      </p:sp>
      <p:sp>
        <p:nvSpPr>
          <p:cNvPr id="424" name="Rechteck 12"/>
          <p:cNvSpPr/>
          <p:nvPr/>
        </p:nvSpPr>
        <p:spPr>
          <a:xfrm>
            <a:off x="7600320" y="133560"/>
            <a:ext cx="277560" cy="277560"/>
          </a:xfrm>
          <a:prstGeom prst="rect">
            <a:avLst/>
          </a:prstGeom>
          <a:blipFill rotWithShape="0">
            <a:blip r:embed="rId8"/>
            <a:srcRect/>
            <a:stretch/>
          </a:blipFill>
          <a:ln>
            <a:noFill/>
          </a:ln>
        </p:spPr>
        <p:style>
          <a:lnRef idx="2"/>
          <a:fillRef idx="0"/>
          <a:effectRef idx="0">
            <a:schemeClr val="accent3">
              <a:hueOff val="0"/>
              <a:satOff val="0"/>
              <a:lumOff val="0"/>
              <a:alphaOff val="0"/>
            </a:schemeClr>
          </a:effectRef>
          <a:fontRef idx="minor"/>
        </p:style>
      </p:sp>
      <p:grpSp>
        <p:nvGrpSpPr>
          <p:cNvPr id="425" name="Gruppieren 29"/>
          <p:cNvGrpSpPr/>
          <p:nvPr/>
        </p:nvGrpSpPr>
        <p:grpSpPr>
          <a:xfrm>
            <a:off x="964440" y="2432520"/>
            <a:ext cx="7776000" cy="756720"/>
            <a:chOff x="964440" y="2432520"/>
            <a:chExt cx="7776000" cy="756720"/>
          </a:xfrm>
        </p:grpSpPr>
        <p:sp>
          <p:nvSpPr>
            <p:cNvPr id="426" name="Rechteck: abgerundete Ecken 20"/>
            <p:cNvSpPr/>
            <p:nvPr/>
          </p:nvSpPr>
          <p:spPr>
            <a:xfrm>
              <a:off x="964440" y="2432520"/>
              <a:ext cx="7775640" cy="756720"/>
            </a:xfrm>
            <a:prstGeom prst="roundRect">
              <a:avLst>
                <a:gd name="adj" fmla="val 10000"/>
              </a:avLst>
            </a:prstGeom>
            <a:solidFill>
              <a:srgbClr val="d7dde1"/>
            </a:solidFill>
            <a:ln w="0">
              <a:noFill/>
            </a:ln>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p:style>
        </p:sp>
        <p:sp>
          <p:nvSpPr>
            <p:cNvPr id="427" name="Rechteck 21"/>
            <p:cNvSpPr/>
            <p:nvPr/>
          </p:nvSpPr>
          <p:spPr>
            <a:xfrm>
              <a:off x="1193400" y="2603160"/>
              <a:ext cx="415800" cy="415800"/>
            </a:xfrm>
            <a:prstGeom prst="rect">
              <a:avLst/>
            </a:prstGeom>
            <a:blipFill rotWithShape="0">
              <a:blip r:embed="rId9"/>
              <a:srcRect/>
              <a:stretch/>
            </a:blipFill>
            <a:ln>
              <a:solidFill>
                <a:srgbClr val="ffffff"/>
              </a:solidFill>
            </a:ln>
          </p:spPr>
          <p:style>
            <a:lnRef idx="2">
              <a:schemeClr val="lt1">
                <a:hueOff val="0"/>
                <a:satOff val="0"/>
                <a:lumOff val="0"/>
                <a:alphaOff val="0"/>
              </a:schemeClr>
            </a:lnRef>
            <a:fillRef idx="0"/>
            <a:effectRef idx="0">
              <a:schemeClr val="accent1">
                <a:hueOff val="0"/>
                <a:satOff val="0"/>
                <a:lumOff val="0"/>
                <a:alphaOff val="0"/>
              </a:schemeClr>
            </a:effectRef>
            <a:fontRef idx="minor"/>
          </p:style>
        </p:sp>
        <p:sp>
          <p:nvSpPr>
            <p:cNvPr id="428" name="Freihandform: Form 22"/>
            <p:cNvSpPr/>
            <p:nvPr/>
          </p:nvSpPr>
          <p:spPr>
            <a:xfrm>
              <a:off x="1838880" y="2432520"/>
              <a:ext cx="3498840" cy="756720"/>
            </a:xfrm>
            <a:custGeom>
              <a:avLst/>
              <a:gdLst/>
              <a:ahLst/>
              <a:rect l="l" t="t" r="r" b="b"/>
              <a:pathLst>
                <a:path w="3499258" h="756966">
                  <a:moveTo>
                    <a:pt x="0" y="0"/>
                  </a:moveTo>
                  <a:lnTo>
                    <a:pt x="3499258" y="0"/>
                  </a:lnTo>
                  <a:lnTo>
                    <a:pt x="3499258" y="756966"/>
                  </a:lnTo>
                  <a:lnTo>
                    <a:pt x="0" y="756966"/>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80280" rIns="80280" tIns="80280" bIns="80280" anchor="ctr">
              <a:noAutofit/>
            </a:bodyPr>
            <a:p>
              <a:pPr>
                <a:lnSpc>
                  <a:spcPct val="100000"/>
                </a:lnSpc>
                <a:spcAft>
                  <a:spcPts val="700"/>
                </a:spcAft>
                <a:buNone/>
                <a:tabLst>
                  <a:tab algn="l" pos="0"/>
                </a:tabLst>
              </a:pPr>
              <a:r>
                <a:rPr b="1" lang="de-DE" sz="2000" spc="-1" strike="noStrike">
                  <a:solidFill>
                    <a:srgbClr val="000000"/>
                  </a:solidFill>
                  <a:latin typeface="Calibri"/>
                </a:rPr>
                <a:t>Feature Importance</a:t>
              </a:r>
              <a:endParaRPr b="0" lang="en-US" sz="2000" spc="-1" strike="noStrike">
                <a:latin typeface="Arial"/>
              </a:endParaRPr>
            </a:p>
          </p:txBody>
        </p:sp>
        <p:sp>
          <p:nvSpPr>
            <p:cNvPr id="429" name="Freihandform: Form 23"/>
            <p:cNvSpPr/>
            <p:nvPr/>
          </p:nvSpPr>
          <p:spPr>
            <a:xfrm>
              <a:off x="5338080" y="2432520"/>
              <a:ext cx="3402360" cy="756720"/>
            </a:xfrm>
            <a:custGeom>
              <a:avLst/>
              <a:gdLst/>
              <a:ahLst/>
              <a:rect l="l" t="t" r="r" b="b"/>
              <a:pathLst>
                <a:path w="3402575" h="756966">
                  <a:moveTo>
                    <a:pt x="0" y="0"/>
                  </a:moveTo>
                  <a:lnTo>
                    <a:pt x="3402575" y="0"/>
                  </a:lnTo>
                  <a:lnTo>
                    <a:pt x="3402575" y="756966"/>
                  </a:lnTo>
                  <a:lnTo>
                    <a:pt x="0" y="756966"/>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80280" rIns="80280" tIns="80280" bIns="80280" anchor="ctr">
              <a:noAutofit/>
            </a:bodyPr>
            <a:p>
              <a:pPr>
                <a:lnSpc>
                  <a:spcPct val="100000"/>
                </a:lnSpc>
                <a:spcAft>
                  <a:spcPts val="561"/>
                </a:spcAft>
                <a:buNone/>
                <a:tabLst>
                  <a:tab algn="l" pos="0"/>
                </a:tabLst>
              </a:pPr>
              <a:r>
                <a:rPr b="0" lang="de-DE" sz="1600" spc="-1" strike="noStrike">
                  <a:solidFill>
                    <a:srgbClr val="000000"/>
                  </a:solidFill>
                  <a:latin typeface="Calibri"/>
                </a:rPr>
                <a:t>What feature influenced the outcome?</a:t>
              </a:r>
              <a:endParaRPr b="0" lang="en-US" sz="1600" spc="-1" strike="noStrike">
                <a:latin typeface="Arial"/>
              </a:endParaRPr>
            </a:p>
          </p:txBody>
        </p:sp>
      </p:grpSp>
      <p:grpSp>
        <p:nvGrpSpPr>
          <p:cNvPr id="430" name="Gruppieren 30"/>
          <p:cNvGrpSpPr/>
          <p:nvPr/>
        </p:nvGrpSpPr>
        <p:grpSpPr>
          <a:xfrm>
            <a:off x="964440" y="3378960"/>
            <a:ext cx="7776000" cy="756720"/>
            <a:chOff x="964440" y="3378960"/>
            <a:chExt cx="7776000" cy="756720"/>
          </a:xfrm>
        </p:grpSpPr>
        <p:sp>
          <p:nvSpPr>
            <p:cNvPr id="431" name="Rechteck: abgerundete Ecken 24"/>
            <p:cNvSpPr/>
            <p:nvPr/>
          </p:nvSpPr>
          <p:spPr>
            <a:xfrm>
              <a:off x="964440" y="3378960"/>
              <a:ext cx="7775640" cy="756720"/>
            </a:xfrm>
            <a:prstGeom prst="roundRect">
              <a:avLst>
                <a:gd name="adj" fmla="val 10000"/>
              </a:avLst>
            </a:prstGeom>
            <a:solidFill>
              <a:srgbClr val="d7dde1"/>
            </a:solidFill>
            <a:ln w="0">
              <a:noFill/>
            </a:ln>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p:style>
        </p:sp>
        <p:sp>
          <p:nvSpPr>
            <p:cNvPr id="432" name="Rechteck 26"/>
            <p:cNvSpPr/>
            <p:nvPr/>
          </p:nvSpPr>
          <p:spPr>
            <a:xfrm>
              <a:off x="1193400" y="3549240"/>
              <a:ext cx="415800" cy="415800"/>
            </a:xfrm>
            <a:prstGeom prst="rect">
              <a:avLst/>
            </a:prstGeom>
            <a:blipFill rotWithShape="0">
              <a:blip r:embed="rId10"/>
              <a:srcRect/>
              <a:stretch/>
            </a:blipFill>
            <a:ln>
              <a:solidFill>
                <a:srgbClr val="ffffff"/>
              </a:solidFill>
            </a:ln>
          </p:spPr>
          <p:style>
            <a:lnRef idx="2">
              <a:schemeClr val="lt1">
                <a:hueOff val="0"/>
                <a:satOff val="0"/>
                <a:lumOff val="0"/>
                <a:alphaOff val="0"/>
              </a:schemeClr>
            </a:lnRef>
            <a:fillRef idx="0"/>
            <a:effectRef idx="0">
              <a:schemeClr val="accent1">
                <a:hueOff val="0"/>
                <a:satOff val="0"/>
                <a:lumOff val="0"/>
                <a:alphaOff val="0"/>
              </a:schemeClr>
            </a:effectRef>
            <a:fontRef idx="minor"/>
          </p:style>
        </p:sp>
        <p:sp>
          <p:nvSpPr>
            <p:cNvPr id="433" name="Freihandform: Form 27"/>
            <p:cNvSpPr/>
            <p:nvPr/>
          </p:nvSpPr>
          <p:spPr>
            <a:xfrm>
              <a:off x="1838880" y="3378960"/>
              <a:ext cx="3498840" cy="756720"/>
            </a:xfrm>
            <a:custGeom>
              <a:avLst/>
              <a:gdLst/>
              <a:ahLst/>
              <a:rect l="l" t="t" r="r" b="b"/>
              <a:pathLst>
                <a:path w="3499258" h="756966">
                  <a:moveTo>
                    <a:pt x="0" y="0"/>
                  </a:moveTo>
                  <a:lnTo>
                    <a:pt x="3499258" y="0"/>
                  </a:lnTo>
                  <a:lnTo>
                    <a:pt x="3499258" y="756966"/>
                  </a:lnTo>
                  <a:lnTo>
                    <a:pt x="0" y="756966"/>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80280" rIns="80280" tIns="80280" bIns="80280" anchor="ctr">
              <a:noAutofit/>
            </a:bodyPr>
            <a:p>
              <a:pPr>
                <a:lnSpc>
                  <a:spcPct val="100000"/>
                </a:lnSpc>
                <a:spcAft>
                  <a:spcPts val="700"/>
                </a:spcAft>
                <a:buNone/>
                <a:tabLst>
                  <a:tab algn="l" pos="0"/>
                </a:tabLst>
              </a:pPr>
              <a:r>
                <a:rPr b="1" lang="de-DE" sz="2000" spc="-1" strike="noStrike">
                  <a:solidFill>
                    <a:srgbClr val="000000"/>
                  </a:solidFill>
                  <a:latin typeface="Calibri"/>
                </a:rPr>
                <a:t>Counterfactual Explanation</a:t>
              </a:r>
              <a:endParaRPr b="0" lang="en-US" sz="2000" spc="-1" strike="noStrike">
                <a:latin typeface="Arial"/>
              </a:endParaRPr>
            </a:p>
          </p:txBody>
        </p:sp>
        <p:sp>
          <p:nvSpPr>
            <p:cNvPr id="434" name="Freihandform: Form 28"/>
            <p:cNvSpPr/>
            <p:nvPr/>
          </p:nvSpPr>
          <p:spPr>
            <a:xfrm>
              <a:off x="5338080" y="3378960"/>
              <a:ext cx="3402360" cy="756720"/>
            </a:xfrm>
            <a:custGeom>
              <a:avLst/>
              <a:gdLst/>
              <a:ahLst/>
              <a:rect l="l" t="t" r="r" b="b"/>
              <a:pathLst>
                <a:path w="3402575" h="756966">
                  <a:moveTo>
                    <a:pt x="0" y="0"/>
                  </a:moveTo>
                  <a:lnTo>
                    <a:pt x="3402575" y="0"/>
                  </a:lnTo>
                  <a:lnTo>
                    <a:pt x="3402575" y="756966"/>
                  </a:lnTo>
                  <a:lnTo>
                    <a:pt x="0" y="756966"/>
                  </a:lnTo>
                  <a:lnTo>
                    <a:pt x="0" y="0"/>
                  </a:lnTo>
                  <a:close/>
                </a:path>
              </a:pathLst>
            </a:custGeom>
            <a:noFill/>
            <a:ln w="0">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p:style>
          <p:txBody>
            <a:bodyPr numCol="1" spcCol="1440" lIns="80280" rIns="80280" tIns="80280" bIns="80280" anchor="ctr">
              <a:noAutofit/>
            </a:bodyPr>
            <a:p>
              <a:pPr>
                <a:lnSpc>
                  <a:spcPct val="100000"/>
                </a:lnSpc>
                <a:spcAft>
                  <a:spcPts val="561"/>
                </a:spcAft>
                <a:buNone/>
                <a:tabLst>
                  <a:tab algn="l" pos="0"/>
                </a:tabLst>
              </a:pPr>
              <a:r>
                <a:rPr b="0" lang="de-DE" sz="1600" spc="-1" strike="noStrike">
                  <a:solidFill>
                    <a:srgbClr val="000000"/>
                  </a:solidFill>
                  <a:latin typeface="Calibri"/>
                </a:rPr>
                <a:t>What changes the outcome?</a:t>
              </a:r>
              <a:endParaRPr b="0" lang="en-US" sz="1600" spc="-1" strike="noStrike">
                <a:latin typeface="Arial"/>
              </a:endParaRPr>
            </a:p>
          </p:txBody>
        </p:sp>
      </p:grpSp>
      <p:sp>
        <p:nvSpPr>
          <p:cNvPr id="5" name="PlaceHolder 4"/>
          <p:cNvSpPr>
            <a:spLocks noGrp="1"/>
          </p:cNvSpPr>
          <p:nvPr>
            <p:ph type="ftr" idx="5"/>
          </p:nvPr>
        </p:nvSpPr>
        <p:spPr/>
        <p:txBody>
          <a:bodyPr/>
          <a:p>
            <a:r>
              <a:t>Enhancing model transparency: Effects of DK Integration for Conversational XAI | Feustel</a:t>
            </a:r>
          </a:p>
        </p:txBody>
      </p:sp>
    </p:spTree>
  </p:cSld>
  <p:transition spd="slow">
    <p:fade/>
  </p:transition>
  <p:timing>
    <p:tnLst>
      <p:par>
        <p:cTn id="371" dur="indefinite" restart="never" nodeType="tmRoot">
          <p:childTnLst>
            <p:seq>
              <p:cTn id="372" dur="indefinite" nodeType="mainSeq">
                <p:childTnLst>
                  <p:par>
                    <p:cTn id="373" fill="hold">
                      <p:stCondLst>
                        <p:cond delay="indefinite"/>
                      </p:stCondLst>
                      <p:childTnLst>
                        <p:par>
                          <p:cTn id="374" fill="hold">
                            <p:stCondLst>
                              <p:cond delay="0"/>
                            </p:stCondLst>
                            <p:childTnLst>
                              <p:par>
                                <p:cTn id="375" nodeType="clickEffect" fill="hold" presetClass="entr" presetID="2" presetSubtype="4">
                                  <p:stCondLst>
                                    <p:cond delay="0"/>
                                  </p:stCondLst>
                                  <p:childTnLst>
                                    <p:set>
                                      <p:cBhvr>
                                        <p:cTn id="376" dur="1" fill="hold">
                                          <p:stCondLst>
                                            <p:cond delay="0"/>
                                          </p:stCondLst>
                                        </p:cTn>
                                        <p:tgtEl>
                                          <p:spTgt spid="425"/>
                                        </p:tgtEl>
                                        <p:attrNameLst>
                                          <p:attrName>style.visibility</p:attrName>
                                        </p:attrNameLst>
                                      </p:cBhvr>
                                      <p:to>
                                        <p:strVal val="visible"/>
                                      </p:to>
                                    </p:set>
                                    <p:anim calcmode="lin" valueType="num">
                                      <p:cBhvr additive="repl">
                                        <p:cTn id="377" dur="500" fill="hold"/>
                                        <p:tgtEl>
                                          <p:spTgt spid="425"/>
                                        </p:tgtEl>
                                        <p:attrNameLst>
                                          <p:attrName>ppt_x</p:attrName>
                                        </p:attrNameLst>
                                      </p:cBhvr>
                                      <p:tavLst>
                                        <p:tav tm="0">
                                          <p:val>
                                            <p:strVal val="#ppt_x"/>
                                          </p:val>
                                        </p:tav>
                                        <p:tav tm="100000">
                                          <p:val>
                                            <p:strVal val="#ppt_x"/>
                                          </p:val>
                                        </p:tav>
                                      </p:tavLst>
                                    </p:anim>
                                    <p:anim calcmode="lin" valueType="num">
                                      <p:cBhvr additive="repl">
                                        <p:cTn id="378" dur="500" fill="hold"/>
                                        <p:tgtEl>
                                          <p:spTgt spid="425"/>
                                        </p:tgtEl>
                                        <p:attrNameLst>
                                          <p:attrName>ppt_y</p:attrName>
                                        </p:attrNameLst>
                                      </p:cBhvr>
                                      <p:tavLst>
                                        <p:tav tm="0">
                                          <p:val>
                                            <p:strVal val="1+#ppt_h/2"/>
                                          </p:val>
                                        </p:tav>
                                        <p:tav tm="100000">
                                          <p:val>
                                            <p:strVal val="#ppt_y"/>
                                          </p:val>
                                        </p:tav>
                                      </p:tavLst>
                                    </p:anim>
                                  </p:childTnLst>
                                </p:cTn>
                              </p:par>
                            </p:childTnLst>
                          </p:cTn>
                        </p:par>
                      </p:childTnLst>
                    </p:cTn>
                  </p:par>
                  <p:par>
                    <p:cTn id="379" fill="hold">
                      <p:stCondLst>
                        <p:cond delay="indefinite"/>
                      </p:stCondLst>
                      <p:childTnLst>
                        <p:par>
                          <p:cTn id="380" fill="hold">
                            <p:stCondLst>
                              <p:cond delay="0"/>
                            </p:stCondLst>
                            <p:childTnLst>
                              <p:par>
                                <p:cTn id="381" nodeType="clickEffect" fill="hold" presetClass="entr" presetID="2" presetSubtype="4">
                                  <p:stCondLst>
                                    <p:cond delay="0"/>
                                  </p:stCondLst>
                                  <p:childTnLst>
                                    <p:set>
                                      <p:cBhvr>
                                        <p:cTn id="382" dur="1" fill="hold">
                                          <p:stCondLst>
                                            <p:cond delay="0"/>
                                          </p:stCondLst>
                                        </p:cTn>
                                        <p:tgtEl>
                                          <p:spTgt spid="430"/>
                                        </p:tgtEl>
                                        <p:attrNameLst>
                                          <p:attrName>style.visibility</p:attrName>
                                        </p:attrNameLst>
                                      </p:cBhvr>
                                      <p:to>
                                        <p:strVal val="visible"/>
                                      </p:to>
                                    </p:set>
                                    <p:anim calcmode="lin" valueType="num">
                                      <p:cBhvr additive="repl">
                                        <p:cTn id="383" dur="500" fill="hold"/>
                                        <p:tgtEl>
                                          <p:spTgt spid="430"/>
                                        </p:tgtEl>
                                        <p:attrNameLst>
                                          <p:attrName>ppt_x</p:attrName>
                                        </p:attrNameLst>
                                      </p:cBhvr>
                                      <p:tavLst>
                                        <p:tav tm="0">
                                          <p:val>
                                            <p:strVal val="#ppt_x"/>
                                          </p:val>
                                        </p:tav>
                                        <p:tav tm="100000">
                                          <p:val>
                                            <p:strVal val="#ppt_x"/>
                                          </p:val>
                                        </p:tav>
                                      </p:tavLst>
                                    </p:anim>
                                    <p:anim calcmode="lin" valueType="num">
                                      <p:cBhvr additive="repl">
                                        <p:cTn id="384" dur="500" fill="hold"/>
                                        <p:tgtEl>
                                          <p:spTgt spid="4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tabLst>
                <a:tab algn="l" pos="0"/>
              </a:tabLst>
            </a:pPr>
            <a:r>
              <a:rPr b="1" lang="de-DE" sz="2100" spc="-1" strike="noStrike">
                <a:solidFill>
                  <a:srgbClr val="000000"/>
                </a:solidFill>
                <a:latin typeface="Calibri"/>
              </a:rPr>
              <a:t>Limitations of XAI</a:t>
            </a:r>
            <a:endParaRPr b="0" lang="en-US" sz="2100" spc="-1" strike="noStrike">
              <a:solidFill>
                <a:srgbClr val="000000"/>
              </a:solidFill>
              <a:latin typeface="Calibri"/>
            </a:endParaRPr>
          </a:p>
        </p:txBody>
      </p:sp>
      <p:sp>
        <p:nvSpPr>
          <p:cNvPr id="436" name="PlaceHolder 2"/>
          <p:cNvSpPr>
            <a:spLocks noGrp="1"/>
          </p:cNvSpPr>
          <p:nvPr>
            <p:ph/>
          </p:nvPr>
        </p:nvSpPr>
        <p:spPr>
          <a:xfrm rot="10800000">
            <a:off x="8754840" y="2818800"/>
            <a:ext cx="146160" cy="198504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437" name="PlaceHolder 3"/>
          <p:cNvSpPr>
            <a:spLocks noGrp="1"/>
          </p:cNvSpPr>
          <p:nvPr>
            <p:ph type="dt" idx="41"/>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438" name="PlaceHolder 4"/>
          <p:cNvSpPr>
            <a:spLocks noGrp="1"/>
          </p:cNvSpPr>
          <p:nvPr>
            <p:ph type="ftr" idx="42"/>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439" name="PlaceHolder 5"/>
          <p:cNvSpPr>
            <a:spLocks noGrp="1"/>
          </p:cNvSpPr>
          <p:nvPr>
            <p:ph type="sldNum" idx="43"/>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C4C77132-5DE3-4365-8F57-16B9EA485B66}" type="slidenum">
              <a:rPr b="0" lang="de-DE" sz="900" spc="-1" strike="noStrike">
                <a:solidFill>
                  <a:srgbClr val="ffffff"/>
                </a:solidFill>
                <a:latin typeface="Arial"/>
              </a:rPr>
              <a:t>&lt;number&gt;</a:t>
            </a:fld>
            <a:endParaRPr b="0" lang="en-US" sz="900" spc="-1" strike="noStrike">
              <a:latin typeface="Times New Roman"/>
            </a:endParaRPr>
          </a:p>
        </p:txBody>
      </p:sp>
      <p:pic>
        <p:nvPicPr>
          <p:cNvPr id="440" name="Grafik 11" descr=""/>
          <p:cNvPicPr/>
          <p:nvPr/>
        </p:nvPicPr>
        <p:blipFill>
          <a:blip r:embed="rId1"/>
          <a:stretch/>
        </p:blipFill>
        <p:spPr>
          <a:xfrm>
            <a:off x="415080" y="1292400"/>
            <a:ext cx="546840" cy="546840"/>
          </a:xfrm>
          <a:prstGeom prst="rect">
            <a:avLst/>
          </a:prstGeom>
          <a:ln w="0">
            <a:noFill/>
          </a:ln>
        </p:spPr>
      </p:pic>
      <p:pic>
        <p:nvPicPr>
          <p:cNvPr id="441" name="Grafik 13" descr=""/>
          <p:cNvPicPr/>
          <p:nvPr/>
        </p:nvPicPr>
        <p:blipFill>
          <a:blip r:embed="rId2"/>
          <a:stretch/>
        </p:blipFill>
        <p:spPr>
          <a:xfrm>
            <a:off x="426960" y="3349080"/>
            <a:ext cx="546840" cy="546840"/>
          </a:xfrm>
          <a:prstGeom prst="rect">
            <a:avLst/>
          </a:prstGeom>
          <a:ln w="0">
            <a:noFill/>
          </a:ln>
        </p:spPr>
      </p:pic>
      <p:pic>
        <p:nvPicPr>
          <p:cNvPr id="442" name="Grafik 15" descr=""/>
          <p:cNvPicPr/>
          <p:nvPr/>
        </p:nvPicPr>
        <p:blipFill>
          <a:blip r:embed="rId3"/>
          <a:stretch/>
        </p:blipFill>
        <p:spPr>
          <a:xfrm>
            <a:off x="426960" y="2320920"/>
            <a:ext cx="546840" cy="546840"/>
          </a:xfrm>
          <a:prstGeom prst="rect">
            <a:avLst/>
          </a:prstGeom>
          <a:ln w="0">
            <a:noFill/>
          </a:ln>
        </p:spPr>
      </p:pic>
      <p:sp>
        <p:nvSpPr>
          <p:cNvPr id="443" name="Inhaltsplatzhalter 2"/>
          <p:cNvSpPr/>
          <p:nvPr/>
        </p:nvSpPr>
        <p:spPr>
          <a:xfrm>
            <a:off x="1218960" y="3382560"/>
            <a:ext cx="5528520" cy="485640"/>
          </a:xfrm>
          <a:prstGeom prst="rect">
            <a:avLst/>
          </a:prstGeom>
          <a:noFill/>
          <a:ln w="0">
            <a:noFill/>
          </a:ln>
        </p:spPr>
        <p:style>
          <a:lnRef idx="0"/>
          <a:fillRef idx="0"/>
          <a:effectRef idx="0"/>
          <a:fontRef idx="minor"/>
        </p:style>
        <p:txBody>
          <a:bodyPr lIns="0" rIns="0" tIns="0" bIns="0" anchor="ctr">
            <a:noAutofit/>
          </a:bodyPr>
          <a:p>
            <a:pPr>
              <a:lnSpc>
                <a:spcPct val="100000"/>
              </a:lnSpc>
              <a:spcBef>
                <a:spcPts val="751"/>
              </a:spcBef>
              <a:buNone/>
              <a:tabLst>
                <a:tab algn="l" pos="0"/>
              </a:tabLst>
            </a:pPr>
            <a:r>
              <a:rPr b="0" lang="de-DE" sz="1800" spc="-1" strike="noStrike">
                <a:solidFill>
                  <a:srgbClr val="000000"/>
                </a:solidFill>
                <a:latin typeface="Calibri"/>
              </a:rPr>
              <a:t>Limited to data and model only</a:t>
            </a:r>
            <a:endParaRPr b="0" lang="en-US" sz="1800" spc="-1" strike="noStrike">
              <a:latin typeface="Arial"/>
            </a:endParaRPr>
          </a:p>
        </p:txBody>
      </p:sp>
      <p:sp>
        <p:nvSpPr>
          <p:cNvPr id="444" name="Inhaltsplatzhalter 2"/>
          <p:cNvSpPr/>
          <p:nvPr/>
        </p:nvSpPr>
        <p:spPr>
          <a:xfrm>
            <a:off x="1218960" y="1341720"/>
            <a:ext cx="4419360" cy="485640"/>
          </a:xfrm>
          <a:prstGeom prst="rect">
            <a:avLst/>
          </a:prstGeom>
          <a:noFill/>
          <a:ln w="0">
            <a:noFill/>
          </a:ln>
        </p:spPr>
        <p:style>
          <a:lnRef idx="0"/>
          <a:fillRef idx="0"/>
          <a:effectRef idx="0"/>
          <a:fontRef idx="minor"/>
        </p:style>
        <p:txBody>
          <a:bodyPr lIns="0" rIns="0" tIns="0" bIns="0" anchor="ctr">
            <a:noAutofit/>
          </a:bodyPr>
          <a:p>
            <a:pPr>
              <a:lnSpc>
                <a:spcPct val="100000"/>
              </a:lnSpc>
              <a:spcBef>
                <a:spcPts val="751"/>
              </a:spcBef>
              <a:buNone/>
              <a:tabLst>
                <a:tab algn="l" pos="0"/>
              </a:tabLst>
            </a:pPr>
            <a:r>
              <a:rPr b="0" lang="de-DE" sz="1800" spc="-1" strike="noStrike">
                <a:solidFill>
                  <a:srgbClr val="000000"/>
                </a:solidFill>
                <a:latin typeface="Calibri"/>
              </a:rPr>
              <a:t>Non conversational explanations</a:t>
            </a:r>
            <a:endParaRPr b="0" lang="en-US" sz="1800" spc="-1" strike="noStrike">
              <a:latin typeface="Arial"/>
            </a:endParaRPr>
          </a:p>
        </p:txBody>
      </p:sp>
      <p:sp>
        <p:nvSpPr>
          <p:cNvPr id="445" name="Textfeld 23"/>
          <p:cNvSpPr/>
          <p:nvPr/>
        </p:nvSpPr>
        <p:spPr>
          <a:xfrm>
            <a:off x="1134360" y="2408400"/>
            <a:ext cx="56131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de-DE" sz="1800" spc="-1" strike="noStrike">
                <a:solidFill>
                  <a:srgbClr val="000000"/>
                </a:solidFill>
                <a:latin typeface="Calibri"/>
              </a:rPr>
              <a:t>Main focus on expert users</a:t>
            </a:r>
            <a:endParaRPr b="0" lang="en-US" sz="1800" spc="-1" strike="noStrike">
              <a:latin typeface="Arial"/>
            </a:endParaRPr>
          </a:p>
        </p:txBody>
      </p:sp>
      <p:sp>
        <p:nvSpPr>
          <p:cNvPr id="446" name="Textfeld 2"/>
          <p:cNvSpPr/>
          <p:nvPr/>
        </p:nvSpPr>
        <p:spPr>
          <a:xfrm>
            <a:off x="7856280" y="134640"/>
            <a:ext cx="119160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XAI Foundations</a:t>
            </a:r>
            <a:endParaRPr b="0" lang="en-US" sz="1200" spc="-1" strike="noStrike">
              <a:latin typeface="Arial"/>
            </a:endParaRPr>
          </a:p>
        </p:txBody>
      </p:sp>
      <p:sp>
        <p:nvSpPr>
          <p:cNvPr id="447" name="Rechteck 6"/>
          <p:cNvSpPr/>
          <p:nvPr/>
        </p:nvSpPr>
        <p:spPr>
          <a:xfrm>
            <a:off x="8804520" y="664200"/>
            <a:ext cx="277560" cy="277560"/>
          </a:xfrm>
          <a:prstGeom prst="rect">
            <a:avLst/>
          </a:prstGeom>
          <a:blipFill rotWithShape="0">
            <a:blip r:embed="rId4"/>
            <a:srcRect/>
            <a:stretch/>
          </a:blipFill>
          <a:ln>
            <a:noFill/>
          </a:ln>
        </p:spPr>
        <p:style>
          <a:lnRef idx="2"/>
          <a:fillRef idx="0"/>
          <a:effectRef idx="0">
            <a:schemeClr val="accent2">
              <a:hueOff val="0"/>
              <a:satOff val="0"/>
              <a:lumOff val="0"/>
              <a:alphaOff val="0"/>
            </a:schemeClr>
          </a:effectRef>
          <a:fontRef idx="minor"/>
        </p:style>
      </p:sp>
      <p:sp>
        <p:nvSpPr>
          <p:cNvPr id="448" name="Rechteck 8"/>
          <p:cNvSpPr/>
          <p:nvPr/>
        </p:nvSpPr>
        <p:spPr>
          <a:xfrm>
            <a:off x="8804520" y="1043640"/>
            <a:ext cx="277560" cy="277560"/>
          </a:xfrm>
          <a:prstGeom prst="rect">
            <a:avLst/>
          </a:prstGeom>
          <a:blipFill rotWithShape="0">
            <a:blip r:embed="rId5"/>
            <a:srcRect/>
            <a:stretch/>
          </a:blipFill>
          <a:ln>
            <a:noFill/>
          </a:ln>
        </p:spPr>
        <p:style>
          <a:lnRef idx="2"/>
          <a:fillRef idx="0"/>
          <a:effectRef idx="0">
            <a:schemeClr val="accent3">
              <a:hueOff val="0"/>
              <a:satOff val="0"/>
              <a:lumOff val="0"/>
              <a:alphaOff val="0"/>
            </a:schemeClr>
          </a:effectRef>
          <a:fontRef idx="minor"/>
        </p:style>
      </p:sp>
      <p:sp>
        <p:nvSpPr>
          <p:cNvPr id="449" name="Rechteck 9"/>
          <p:cNvSpPr/>
          <p:nvPr/>
        </p:nvSpPr>
        <p:spPr>
          <a:xfrm>
            <a:off x="8804520" y="1379160"/>
            <a:ext cx="277560" cy="277560"/>
          </a:xfrm>
          <a:prstGeom prst="rect">
            <a:avLst/>
          </a:prstGeom>
          <a:blipFill rotWithShape="0">
            <a:blip r:embed="rId6"/>
            <a:srcRect/>
            <a:stretch/>
          </a:blipFill>
          <a:ln>
            <a:noFill/>
          </a:ln>
        </p:spPr>
        <p:style>
          <a:lnRef idx="2"/>
          <a:fillRef idx="0"/>
          <a:effectRef idx="0">
            <a:schemeClr val="accent4">
              <a:hueOff val="0"/>
              <a:satOff val="0"/>
              <a:lumOff val="0"/>
              <a:alphaOff val="0"/>
            </a:schemeClr>
          </a:effectRef>
          <a:fontRef idx="minor"/>
        </p:style>
      </p:sp>
      <p:sp>
        <p:nvSpPr>
          <p:cNvPr id="450" name="Rechteck 10"/>
          <p:cNvSpPr/>
          <p:nvPr/>
        </p:nvSpPr>
        <p:spPr>
          <a:xfrm>
            <a:off x="8804520" y="1688760"/>
            <a:ext cx="277560" cy="277560"/>
          </a:xfrm>
          <a:prstGeom prst="rect">
            <a:avLst/>
          </a:prstGeom>
          <a:blipFill rotWithShape="0">
            <a:blip r:embed="rId7"/>
            <a:srcRect/>
            <a:stretch/>
          </a:blipFill>
          <a:ln>
            <a:noFill/>
          </a:ln>
        </p:spPr>
        <p:style>
          <a:lnRef idx="2"/>
          <a:fillRef idx="0"/>
          <a:effectRef idx="0">
            <a:schemeClr val="accent5">
              <a:hueOff val="0"/>
              <a:satOff val="0"/>
              <a:lumOff val="0"/>
              <a:alphaOff val="0"/>
            </a:schemeClr>
          </a:effectRef>
          <a:fontRef idx="minor"/>
        </p:style>
      </p:sp>
      <p:sp>
        <p:nvSpPr>
          <p:cNvPr id="451" name="Rechteck 12"/>
          <p:cNvSpPr/>
          <p:nvPr/>
        </p:nvSpPr>
        <p:spPr>
          <a:xfrm>
            <a:off x="8804520" y="2007000"/>
            <a:ext cx="277560" cy="277560"/>
          </a:xfrm>
          <a:prstGeom prst="rect">
            <a:avLst/>
          </a:prstGeom>
          <a:blipFill rotWithShape="0">
            <a:blip r:embed="rId8"/>
            <a:srcRect/>
            <a:stretch/>
          </a:blipFill>
          <a:ln>
            <a:noFill/>
          </a:ln>
        </p:spPr>
        <p:style>
          <a:lnRef idx="2"/>
          <a:fillRef idx="0"/>
          <a:effectRef idx="0">
            <a:schemeClr val="accent6">
              <a:hueOff val="0"/>
              <a:satOff val="0"/>
              <a:lumOff val="0"/>
              <a:alphaOff val="0"/>
            </a:schemeClr>
          </a:effectRef>
          <a:fontRef idx="minor"/>
        </p:style>
      </p:sp>
      <p:sp>
        <p:nvSpPr>
          <p:cNvPr id="452" name="Rechteck 14"/>
          <p:cNvSpPr/>
          <p:nvPr/>
        </p:nvSpPr>
        <p:spPr>
          <a:xfrm>
            <a:off x="8804520" y="2316600"/>
            <a:ext cx="277560" cy="277560"/>
          </a:xfrm>
          <a:prstGeom prst="rect">
            <a:avLst/>
          </a:prstGeom>
          <a:blipFill rotWithShape="0">
            <a:blip r:embed="rId9"/>
            <a:srcRect/>
            <a:stretch/>
          </a:blipFill>
          <a:ln>
            <a:noFill/>
          </a:ln>
        </p:spPr>
        <p:style>
          <a:lnRef idx="2"/>
          <a:fillRef idx="0"/>
          <a:effectRef idx="0">
            <a:schemeClr val="accent2">
              <a:hueOff val="0"/>
              <a:satOff val="0"/>
              <a:lumOff val="0"/>
              <a:alphaOff val="0"/>
            </a:schemeClr>
          </a:effectRef>
          <a:fontRef idx="minor"/>
        </p:style>
      </p:sp>
      <p:sp>
        <p:nvSpPr>
          <p:cNvPr id="453" name="Rechteck 16"/>
          <p:cNvSpPr/>
          <p:nvPr/>
        </p:nvSpPr>
        <p:spPr>
          <a:xfrm>
            <a:off x="7600320" y="133560"/>
            <a:ext cx="277560" cy="277560"/>
          </a:xfrm>
          <a:prstGeom prst="rect">
            <a:avLst/>
          </a:prstGeom>
          <a:blipFill rotWithShape="0">
            <a:blip r:embed="rId10"/>
            <a:srcRect/>
            <a:stretch/>
          </a:blipFill>
          <a:ln>
            <a:noFill/>
          </a:ln>
        </p:spPr>
        <p:style>
          <a:lnRef idx="2"/>
          <a:fillRef idx="0"/>
          <a:effectRef idx="0">
            <a:schemeClr val="accent3">
              <a:hueOff val="0"/>
              <a:satOff val="0"/>
              <a:lumOff val="0"/>
              <a:alphaOff val="0"/>
            </a:schemeClr>
          </a:effectRef>
          <a:fontRef idx="minor"/>
        </p:style>
      </p:sp>
    </p:spTree>
  </p:cSld>
  <p:transition spd="slow">
    <p:push dir="u"/>
  </p:transition>
  <p:timing>
    <p:tnLst>
      <p:par>
        <p:cTn id="385" dur="indefinite" restart="never" nodeType="tmRoot">
          <p:childTnLst>
            <p:seq>
              <p:cTn id="386" dur="indefinite" nodeType="mainSeq">
                <p:childTnLst>
                  <p:par>
                    <p:cTn id="387" fill="hold">
                      <p:stCondLst>
                        <p:cond delay="indefinite"/>
                      </p:stCondLst>
                      <p:childTnLst>
                        <p:par>
                          <p:cTn id="388" fill="hold">
                            <p:stCondLst>
                              <p:cond delay="0"/>
                            </p:stCondLst>
                            <p:childTnLst>
                              <p:par>
                                <p:cTn id="389" nodeType="clickEffect" fill="hold" presetClass="entr" presetID="2" presetSubtype="4">
                                  <p:stCondLst>
                                    <p:cond delay="0"/>
                                  </p:stCondLst>
                                  <p:childTnLst>
                                    <p:set>
                                      <p:cBhvr>
                                        <p:cTn id="390" dur="1" fill="hold">
                                          <p:stCondLst>
                                            <p:cond delay="0"/>
                                          </p:stCondLst>
                                        </p:cTn>
                                        <p:tgtEl>
                                          <p:spTgt spid="440"/>
                                        </p:tgtEl>
                                        <p:attrNameLst>
                                          <p:attrName>style.visibility</p:attrName>
                                        </p:attrNameLst>
                                      </p:cBhvr>
                                      <p:to>
                                        <p:strVal val="visible"/>
                                      </p:to>
                                    </p:set>
                                    <p:anim calcmode="lin" valueType="num">
                                      <p:cBhvr additive="repl">
                                        <p:cTn id="391" dur="500" fill="hold"/>
                                        <p:tgtEl>
                                          <p:spTgt spid="440"/>
                                        </p:tgtEl>
                                        <p:attrNameLst>
                                          <p:attrName>ppt_x</p:attrName>
                                        </p:attrNameLst>
                                      </p:cBhvr>
                                      <p:tavLst>
                                        <p:tav tm="0">
                                          <p:val>
                                            <p:strVal val="#ppt_x"/>
                                          </p:val>
                                        </p:tav>
                                        <p:tav tm="100000">
                                          <p:val>
                                            <p:strVal val="#ppt_x"/>
                                          </p:val>
                                        </p:tav>
                                      </p:tavLst>
                                    </p:anim>
                                    <p:anim calcmode="lin" valueType="num">
                                      <p:cBhvr additive="repl">
                                        <p:cTn id="392" dur="500" fill="hold"/>
                                        <p:tgtEl>
                                          <p:spTgt spid="440"/>
                                        </p:tgtEl>
                                        <p:attrNameLst>
                                          <p:attrName>ppt_y</p:attrName>
                                        </p:attrNameLst>
                                      </p:cBhvr>
                                      <p:tavLst>
                                        <p:tav tm="0">
                                          <p:val>
                                            <p:strVal val="1+#ppt_h/2"/>
                                          </p:val>
                                        </p:tav>
                                        <p:tav tm="100000">
                                          <p:val>
                                            <p:strVal val="#ppt_y"/>
                                          </p:val>
                                        </p:tav>
                                      </p:tavLst>
                                    </p:anim>
                                  </p:childTnLst>
                                </p:cTn>
                              </p:par>
                              <p:par>
                                <p:cTn id="393" nodeType="withEffect" fill="hold" presetClass="entr" presetID="2" presetSubtype="4">
                                  <p:stCondLst>
                                    <p:cond delay="0"/>
                                  </p:stCondLst>
                                  <p:childTnLst>
                                    <p:set>
                                      <p:cBhvr>
                                        <p:cTn id="394" dur="1" fill="hold">
                                          <p:stCondLst>
                                            <p:cond delay="0"/>
                                          </p:stCondLst>
                                        </p:cTn>
                                        <p:tgtEl>
                                          <p:spTgt spid="444">
                                            <p:txEl>
                                              <p:pRg st="0" end="0"/>
                                            </p:txEl>
                                          </p:spTgt>
                                        </p:tgtEl>
                                        <p:attrNameLst>
                                          <p:attrName>style.visibility</p:attrName>
                                        </p:attrNameLst>
                                      </p:cBhvr>
                                      <p:to>
                                        <p:strVal val="visible"/>
                                      </p:to>
                                    </p:set>
                                    <p:anim calcmode="lin" valueType="num">
                                      <p:cBhvr additive="repl">
                                        <p:cTn id="395" dur="500" fill="hold"/>
                                        <p:tgtEl>
                                          <p:spTgt spid="444">
                                            <p:txEl>
                                              <p:pRg st="0" end="0"/>
                                            </p:txEl>
                                          </p:spTgt>
                                        </p:tgtEl>
                                        <p:attrNameLst>
                                          <p:attrName>ppt_x</p:attrName>
                                        </p:attrNameLst>
                                      </p:cBhvr>
                                      <p:tavLst>
                                        <p:tav tm="0">
                                          <p:val>
                                            <p:strVal val="#ppt_x"/>
                                          </p:val>
                                        </p:tav>
                                        <p:tav tm="100000">
                                          <p:val>
                                            <p:strVal val="#ppt_x"/>
                                          </p:val>
                                        </p:tav>
                                      </p:tavLst>
                                    </p:anim>
                                    <p:anim calcmode="lin" valueType="num">
                                      <p:cBhvr additive="repl">
                                        <p:cTn id="396" dur="500" fill="hold"/>
                                        <p:tgtEl>
                                          <p:spTgt spid="4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7" fill="hold">
                      <p:stCondLst>
                        <p:cond delay="indefinite"/>
                      </p:stCondLst>
                      <p:childTnLst>
                        <p:par>
                          <p:cTn id="398" fill="hold">
                            <p:stCondLst>
                              <p:cond delay="0"/>
                            </p:stCondLst>
                            <p:childTnLst>
                              <p:par>
                                <p:cTn id="399" nodeType="clickEffect" fill="hold" presetClass="entr" presetID="2" presetSubtype="4">
                                  <p:stCondLst>
                                    <p:cond delay="0"/>
                                  </p:stCondLst>
                                  <p:childTnLst>
                                    <p:set>
                                      <p:cBhvr>
                                        <p:cTn id="400" dur="1" fill="hold">
                                          <p:stCondLst>
                                            <p:cond delay="0"/>
                                          </p:stCondLst>
                                        </p:cTn>
                                        <p:tgtEl>
                                          <p:spTgt spid="442"/>
                                        </p:tgtEl>
                                        <p:attrNameLst>
                                          <p:attrName>style.visibility</p:attrName>
                                        </p:attrNameLst>
                                      </p:cBhvr>
                                      <p:to>
                                        <p:strVal val="visible"/>
                                      </p:to>
                                    </p:set>
                                    <p:anim calcmode="lin" valueType="num">
                                      <p:cBhvr additive="repl">
                                        <p:cTn id="401" dur="500" fill="hold"/>
                                        <p:tgtEl>
                                          <p:spTgt spid="442"/>
                                        </p:tgtEl>
                                        <p:attrNameLst>
                                          <p:attrName>ppt_x</p:attrName>
                                        </p:attrNameLst>
                                      </p:cBhvr>
                                      <p:tavLst>
                                        <p:tav tm="0">
                                          <p:val>
                                            <p:strVal val="#ppt_x"/>
                                          </p:val>
                                        </p:tav>
                                        <p:tav tm="100000">
                                          <p:val>
                                            <p:strVal val="#ppt_x"/>
                                          </p:val>
                                        </p:tav>
                                      </p:tavLst>
                                    </p:anim>
                                    <p:anim calcmode="lin" valueType="num">
                                      <p:cBhvr additive="repl">
                                        <p:cTn id="402" dur="500" fill="hold"/>
                                        <p:tgtEl>
                                          <p:spTgt spid="442"/>
                                        </p:tgtEl>
                                        <p:attrNameLst>
                                          <p:attrName>ppt_y</p:attrName>
                                        </p:attrNameLst>
                                      </p:cBhvr>
                                      <p:tavLst>
                                        <p:tav tm="0">
                                          <p:val>
                                            <p:strVal val="1+#ppt_h/2"/>
                                          </p:val>
                                        </p:tav>
                                        <p:tav tm="100000">
                                          <p:val>
                                            <p:strVal val="#ppt_y"/>
                                          </p:val>
                                        </p:tav>
                                      </p:tavLst>
                                    </p:anim>
                                  </p:childTnLst>
                                </p:cTn>
                              </p:par>
                              <p:par>
                                <p:cTn id="403" nodeType="withEffect" fill="hold" presetClass="entr" presetID="2" presetSubtype="4">
                                  <p:stCondLst>
                                    <p:cond delay="0"/>
                                  </p:stCondLst>
                                  <p:childTnLst>
                                    <p:set>
                                      <p:cBhvr>
                                        <p:cTn id="404" dur="1" fill="hold">
                                          <p:stCondLst>
                                            <p:cond delay="0"/>
                                          </p:stCondLst>
                                        </p:cTn>
                                        <p:tgtEl>
                                          <p:spTgt spid="445"/>
                                        </p:tgtEl>
                                        <p:attrNameLst>
                                          <p:attrName>style.visibility</p:attrName>
                                        </p:attrNameLst>
                                      </p:cBhvr>
                                      <p:to>
                                        <p:strVal val="visible"/>
                                      </p:to>
                                    </p:set>
                                    <p:anim calcmode="lin" valueType="num">
                                      <p:cBhvr additive="repl">
                                        <p:cTn id="405" dur="500" fill="hold"/>
                                        <p:tgtEl>
                                          <p:spTgt spid="445"/>
                                        </p:tgtEl>
                                        <p:attrNameLst>
                                          <p:attrName>ppt_x</p:attrName>
                                        </p:attrNameLst>
                                      </p:cBhvr>
                                      <p:tavLst>
                                        <p:tav tm="0">
                                          <p:val>
                                            <p:strVal val="#ppt_x"/>
                                          </p:val>
                                        </p:tav>
                                        <p:tav tm="100000">
                                          <p:val>
                                            <p:strVal val="#ppt_x"/>
                                          </p:val>
                                        </p:tav>
                                      </p:tavLst>
                                    </p:anim>
                                    <p:anim calcmode="lin" valueType="num">
                                      <p:cBhvr additive="repl">
                                        <p:cTn id="406" dur="500" fill="hold"/>
                                        <p:tgtEl>
                                          <p:spTgt spid="445"/>
                                        </p:tgtEl>
                                        <p:attrNameLst>
                                          <p:attrName>ppt_y</p:attrName>
                                        </p:attrNameLst>
                                      </p:cBhvr>
                                      <p:tavLst>
                                        <p:tav tm="0">
                                          <p:val>
                                            <p:strVal val="1+#ppt_h/2"/>
                                          </p:val>
                                        </p:tav>
                                        <p:tav tm="100000">
                                          <p:val>
                                            <p:strVal val="#ppt_y"/>
                                          </p:val>
                                        </p:tav>
                                      </p:tavLst>
                                    </p:anim>
                                  </p:childTnLst>
                                </p:cTn>
                              </p:par>
                            </p:childTnLst>
                          </p:cTn>
                        </p:par>
                      </p:childTnLst>
                    </p:cTn>
                  </p:par>
                  <p:par>
                    <p:cTn id="407" fill="hold">
                      <p:stCondLst>
                        <p:cond delay="indefinite"/>
                      </p:stCondLst>
                      <p:childTnLst>
                        <p:par>
                          <p:cTn id="408" fill="hold">
                            <p:stCondLst>
                              <p:cond delay="0"/>
                            </p:stCondLst>
                            <p:childTnLst>
                              <p:par>
                                <p:cTn id="409" nodeType="clickEffect" fill="hold" presetClass="entr" presetID="2" presetSubtype="4">
                                  <p:stCondLst>
                                    <p:cond delay="0"/>
                                  </p:stCondLst>
                                  <p:childTnLst>
                                    <p:set>
                                      <p:cBhvr>
                                        <p:cTn id="410" dur="1" fill="hold">
                                          <p:stCondLst>
                                            <p:cond delay="0"/>
                                          </p:stCondLst>
                                        </p:cTn>
                                        <p:tgtEl>
                                          <p:spTgt spid="441"/>
                                        </p:tgtEl>
                                        <p:attrNameLst>
                                          <p:attrName>style.visibility</p:attrName>
                                        </p:attrNameLst>
                                      </p:cBhvr>
                                      <p:to>
                                        <p:strVal val="visible"/>
                                      </p:to>
                                    </p:set>
                                    <p:anim calcmode="lin" valueType="num">
                                      <p:cBhvr additive="repl">
                                        <p:cTn id="411" dur="500" fill="hold"/>
                                        <p:tgtEl>
                                          <p:spTgt spid="441"/>
                                        </p:tgtEl>
                                        <p:attrNameLst>
                                          <p:attrName>ppt_x</p:attrName>
                                        </p:attrNameLst>
                                      </p:cBhvr>
                                      <p:tavLst>
                                        <p:tav tm="0">
                                          <p:val>
                                            <p:strVal val="#ppt_x"/>
                                          </p:val>
                                        </p:tav>
                                        <p:tav tm="100000">
                                          <p:val>
                                            <p:strVal val="#ppt_x"/>
                                          </p:val>
                                        </p:tav>
                                      </p:tavLst>
                                    </p:anim>
                                    <p:anim calcmode="lin" valueType="num">
                                      <p:cBhvr additive="repl">
                                        <p:cTn id="412" dur="500" fill="hold"/>
                                        <p:tgtEl>
                                          <p:spTgt spid="441"/>
                                        </p:tgtEl>
                                        <p:attrNameLst>
                                          <p:attrName>ppt_y</p:attrName>
                                        </p:attrNameLst>
                                      </p:cBhvr>
                                      <p:tavLst>
                                        <p:tav tm="0">
                                          <p:val>
                                            <p:strVal val="1+#ppt_h/2"/>
                                          </p:val>
                                        </p:tav>
                                        <p:tav tm="100000">
                                          <p:val>
                                            <p:strVal val="#ppt_y"/>
                                          </p:val>
                                        </p:tav>
                                      </p:tavLst>
                                    </p:anim>
                                  </p:childTnLst>
                                </p:cTn>
                              </p:par>
                              <p:par>
                                <p:cTn id="413" nodeType="withEffect" fill="hold" presetClass="entr" presetID="2" presetSubtype="4">
                                  <p:stCondLst>
                                    <p:cond delay="0"/>
                                  </p:stCondLst>
                                  <p:childTnLst>
                                    <p:set>
                                      <p:cBhvr>
                                        <p:cTn id="414" dur="1" fill="hold">
                                          <p:stCondLst>
                                            <p:cond delay="0"/>
                                          </p:stCondLst>
                                        </p:cTn>
                                        <p:tgtEl>
                                          <p:spTgt spid="443">
                                            <p:txEl>
                                              <p:pRg st="0" end="0"/>
                                            </p:txEl>
                                          </p:spTgt>
                                        </p:tgtEl>
                                        <p:attrNameLst>
                                          <p:attrName>style.visibility</p:attrName>
                                        </p:attrNameLst>
                                      </p:cBhvr>
                                      <p:to>
                                        <p:strVal val="visible"/>
                                      </p:to>
                                    </p:set>
                                    <p:anim calcmode="lin" valueType="num">
                                      <p:cBhvr additive="repl">
                                        <p:cTn id="415" dur="500" fill="hold"/>
                                        <p:tgtEl>
                                          <p:spTgt spid="443">
                                            <p:txEl>
                                              <p:pRg st="0" end="0"/>
                                            </p:txEl>
                                          </p:spTgt>
                                        </p:tgtEl>
                                        <p:attrNameLst>
                                          <p:attrName>ppt_x</p:attrName>
                                        </p:attrNameLst>
                                      </p:cBhvr>
                                      <p:tavLst>
                                        <p:tav tm="0">
                                          <p:val>
                                            <p:strVal val="#ppt_x"/>
                                          </p:val>
                                        </p:tav>
                                        <p:tav tm="100000">
                                          <p:val>
                                            <p:strVal val="#ppt_x"/>
                                          </p:val>
                                        </p:tav>
                                      </p:tavLst>
                                    </p:anim>
                                    <p:anim calcmode="lin" valueType="num">
                                      <p:cBhvr additive="repl">
                                        <p:cTn id="416" dur="500" fill="hold"/>
                                        <p:tgtEl>
                                          <p:spTgt spid="44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tabLst>
                <a:tab algn="l" pos="0"/>
              </a:tabLst>
            </a:pPr>
            <a:r>
              <a:rPr b="1" lang="de-DE" sz="2000" spc="-1" strike="noStrike">
                <a:solidFill>
                  <a:srgbClr val="000000"/>
                </a:solidFill>
                <a:latin typeface="Calibri"/>
              </a:rPr>
              <a:t>Limitations of XAI</a:t>
            </a:r>
            <a:endParaRPr b="0" lang="en-US" sz="2000" spc="-1" strike="noStrike">
              <a:solidFill>
                <a:srgbClr val="000000"/>
              </a:solidFill>
              <a:latin typeface="Calibri"/>
            </a:endParaRPr>
          </a:p>
        </p:txBody>
      </p:sp>
      <p:sp>
        <p:nvSpPr>
          <p:cNvPr id="455" name="PlaceHolder 2"/>
          <p:cNvSpPr>
            <a:spLocks noGrp="1"/>
          </p:cNvSpPr>
          <p:nvPr>
            <p:ph/>
          </p:nvPr>
        </p:nvSpPr>
        <p:spPr>
          <a:xfrm rot="10800000">
            <a:off x="8754840" y="2818800"/>
            <a:ext cx="146160" cy="198504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456" name="PlaceHolder 3"/>
          <p:cNvSpPr>
            <a:spLocks noGrp="1"/>
          </p:cNvSpPr>
          <p:nvPr>
            <p:ph type="dt" idx="44"/>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457" name="PlaceHolder 4"/>
          <p:cNvSpPr>
            <a:spLocks noGrp="1"/>
          </p:cNvSpPr>
          <p:nvPr>
            <p:ph type="ftr" idx="45"/>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458" name="PlaceHolder 5"/>
          <p:cNvSpPr>
            <a:spLocks noGrp="1"/>
          </p:cNvSpPr>
          <p:nvPr>
            <p:ph type="sldNum" idx="46"/>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1DB7DE5D-07B8-4509-B6BC-662BDC5342B7}" type="slidenum">
              <a:rPr b="0" lang="de-DE" sz="900" spc="-1" strike="noStrike">
                <a:solidFill>
                  <a:srgbClr val="ffffff"/>
                </a:solidFill>
                <a:latin typeface="Arial"/>
              </a:rPr>
              <a:t>&lt;number&gt;</a:t>
            </a:fld>
            <a:endParaRPr b="0" lang="en-US" sz="900" spc="-1" strike="noStrike">
              <a:latin typeface="Times New Roman"/>
            </a:endParaRPr>
          </a:p>
        </p:txBody>
      </p:sp>
      <p:pic>
        <p:nvPicPr>
          <p:cNvPr id="459" name="Grafik 11" descr=""/>
          <p:cNvPicPr/>
          <p:nvPr/>
        </p:nvPicPr>
        <p:blipFill>
          <a:blip r:embed="rId1"/>
          <a:stretch/>
        </p:blipFill>
        <p:spPr>
          <a:xfrm>
            <a:off x="2696400" y="175680"/>
            <a:ext cx="445680" cy="445680"/>
          </a:xfrm>
          <a:prstGeom prst="rect">
            <a:avLst/>
          </a:prstGeom>
          <a:ln w="0">
            <a:noFill/>
          </a:ln>
        </p:spPr>
      </p:pic>
      <p:pic>
        <p:nvPicPr>
          <p:cNvPr id="460" name="Grafik 13" descr=""/>
          <p:cNvPicPr/>
          <p:nvPr/>
        </p:nvPicPr>
        <p:blipFill>
          <a:blip r:embed="rId2"/>
          <a:stretch/>
        </p:blipFill>
        <p:spPr>
          <a:xfrm>
            <a:off x="426960" y="1015200"/>
            <a:ext cx="827280" cy="827280"/>
          </a:xfrm>
          <a:prstGeom prst="rect">
            <a:avLst/>
          </a:prstGeom>
          <a:ln w="0">
            <a:noFill/>
          </a:ln>
        </p:spPr>
      </p:pic>
      <p:pic>
        <p:nvPicPr>
          <p:cNvPr id="461" name="Grafik 15" descr=""/>
          <p:cNvPicPr/>
          <p:nvPr/>
        </p:nvPicPr>
        <p:blipFill>
          <a:blip r:embed="rId3"/>
          <a:stretch/>
        </p:blipFill>
        <p:spPr>
          <a:xfrm>
            <a:off x="3393720" y="175680"/>
            <a:ext cx="445680" cy="445680"/>
          </a:xfrm>
          <a:prstGeom prst="rect">
            <a:avLst/>
          </a:prstGeom>
          <a:ln w="0">
            <a:noFill/>
          </a:ln>
        </p:spPr>
      </p:pic>
      <p:sp>
        <p:nvSpPr>
          <p:cNvPr id="462" name="Inhaltsplatzhalter 2"/>
          <p:cNvSpPr/>
          <p:nvPr/>
        </p:nvSpPr>
        <p:spPr>
          <a:xfrm>
            <a:off x="1468800" y="1185840"/>
            <a:ext cx="5528520" cy="485640"/>
          </a:xfrm>
          <a:prstGeom prst="rect">
            <a:avLst/>
          </a:prstGeom>
          <a:noFill/>
          <a:ln w="0">
            <a:noFill/>
          </a:ln>
        </p:spPr>
        <p:style>
          <a:lnRef idx="0"/>
          <a:fillRef idx="0"/>
          <a:effectRef idx="0"/>
          <a:fontRef idx="minor"/>
        </p:style>
        <p:txBody>
          <a:bodyPr lIns="0" rIns="0" tIns="0" bIns="0" anchor="ctr">
            <a:noAutofit/>
          </a:bodyPr>
          <a:p>
            <a:pPr>
              <a:lnSpc>
                <a:spcPct val="100000"/>
              </a:lnSpc>
              <a:spcBef>
                <a:spcPts val="751"/>
              </a:spcBef>
              <a:buNone/>
              <a:tabLst>
                <a:tab algn="l" pos="0"/>
              </a:tabLst>
            </a:pPr>
            <a:r>
              <a:rPr b="0" lang="de-DE" sz="1800" spc="-1" strike="noStrike">
                <a:solidFill>
                  <a:srgbClr val="000000"/>
                </a:solidFill>
                <a:latin typeface="Arial"/>
              </a:rPr>
              <a:t>Limited to data and model only</a:t>
            </a:r>
            <a:endParaRPr b="0" lang="en-US" sz="1800" spc="-1" strike="noStrike">
              <a:latin typeface="Arial"/>
            </a:endParaRPr>
          </a:p>
        </p:txBody>
      </p:sp>
      <p:sp>
        <p:nvSpPr>
          <p:cNvPr id="463" name="Textfeld 2"/>
          <p:cNvSpPr/>
          <p:nvPr/>
        </p:nvSpPr>
        <p:spPr>
          <a:xfrm>
            <a:off x="7856280" y="134640"/>
            <a:ext cx="119160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XAI Foundations</a:t>
            </a:r>
            <a:endParaRPr b="0" lang="en-US" sz="1200" spc="-1" strike="noStrike">
              <a:latin typeface="Arial"/>
            </a:endParaRPr>
          </a:p>
        </p:txBody>
      </p:sp>
      <p:sp>
        <p:nvSpPr>
          <p:cNvPr id="464" name="Rechteck 6"/>
          <p:cNvSpPr/>
          <p:nvPr/>
        </p:nvSpPr>
        <p:spPr>
          <a:xfrm>
            <a:off x="8804520" y="664200"/>
            <a:ext cx="277560" cy="277560"/>
          </a:xfrm>
          <a:prstGeom prst="rect">
            <a:avLst/>
          </a:prstGeom>
          <a:blipFill rotWithShape="0">
            <a:blip r:embed="rId4"/>
            <a:srcRect/>
            <a:stretch/>
          </a:blipFill>
          <a:ln>
            <a:noFill/>
          </a:ln>
        </p:spPr>
        <p:style>
          <a:lnRef idx="2"/>
          <a:fillRef idx="0"/>
          <a:effectRef idx="0">
            <a:schemeClr val="accent2">
              <a:hueOff val="0"/>
              <a:satOff val="0"/>
              <a:lumOff val="0"/>
              <a:alphaOff val="0"/>
            </a:schemeClr>
          </a:effectRef>
          <a:fontRef idx="minor"/>
        </p:style>
      </p:sp>
      <p:sp>
        <p:nvSpPr>
          <p:cNvPr id="465" name="Rechteck 8"/>
          <p:cNvSpPr/>
          <p:nvPr/>
        </p:nvSpPr>
        <p:spPr>
          <a:xfrm>
            <a:off x="8804520" y="1043640"/>
            <a:ext cx="277560" cy="277560"/>
          </a:xfrm>
          <a:prstGeom prst="rect">
            <a:avLst/>
          </a:prstGeom>
          <a:blipFill rotWithShape="0">
            <a:blip r:embed="rId5"/>
            <a:srcRect/>
            <a:stretch/>
          </a:blipFill>
          <a:ln>
            <a:noFill/>
          </a:ln>
        </p:spPr>
        <p:style>
          <a:lnRef idx="2"/>
          <a:fillRef idx="0"/>
          <a:effectRef idx="0">
            <a:schemeClr val="accent3">
              <a:hueOff val="0"/>
              <a:satOff val="0"/>
              <a:lumOff val="0"/>
              <a:alphaOff val="0"/>
            </a:schemeClr>
          </a:effectRef>
          <a:fontRef idx="minor"/>
        </p:style>
      </p:sp>
      <p:sp>
        <p:nvSpPr>
          <p:cNvPr id="466" name="Rechteck 9"/>
          <p:cNvSpPr/>
          <p:nvPr/>
        </p:nvSpPr>
        <p:spPr>
          <a:xfrm>
            <a:off x="8804520" y="1379160"/>
            <a:ext cx="277560" cy="277560"/>
          </a:xfrm>
          <a:prstGeom prst="rect">
            <a:avLst/>
          </a:prstGeom>
          <a:blipFill rotWithShape="0">
            <a:blip r:embed="rId6"/>
            <a:srcRect/>
            <a:stretch/>
          </a:blipFill>
          <a:ln>
            <a:noFill/>
          </a:ln>
        </p:spPr>
        <p:style>
          <a:lnRef idx="2"/>
          <a:fillRef idx="0"/>
          <a:effectRef idx="0">
            <a:schemeClr val="accent4">
              <a:hueOff val="0"/>
              <a:satOff val="0"/>
              <a:lumOff val="0"/>
              <a:alphaOff val="0"/>
            </a:schemeClr>
          </a:effectRef>
          <a:fontRef idx="minor"/>
        </p:style>
      </p:sp>
      <p:sp>
        <p:nvSpPr>
          <p:cNvPr id="467" name="Rechteck 10"/>
          <p:cNvSpPr/>
          <p:nvPr/>
        </p:nvSpPr>
        <p:spPr>
          <a:xfrm>
            <a:off x="8804520" y="1688760"/>
            <a:ext cx="277560" cy="277560"/>
          </a:xfrm>
          <a:prstGeom prst="rect">
            <a:avLst/>
          </a:prstGeom>
          <a:blipFill rotWithShape="0">
            <a:blip r:embed="rId7"/>
            <a:srcRect/>
            <a:stretch/>
          </a:blipFill>
          <a:ln>
            <a:noFill/>
          </a:ln>
        </p:spPr>
        <p:style>
          <a:lnRef idx="2"/>
          <a:fillRef idx="0"/>
          <a:effectRef idx="0">
            <a:schemeClr val="accent5">
              <a:hueOff val="0"/>
              <a:satOff val="0"/>
              <a:lumOff val="0"/>
              <a:alphaOff val="0"/>
            </a:schemeClr>
          </a:effectRef>
          <a:fontRef idx="minor"/>
        </p:style>
      </p:sp>
      <p:sp>
        <p:nvSpPr>
          <p:cNvPr id="468" name="Rechteck 12"/>
          <p:cNvSpPr/>
          <p:nvPr/>
        </p:nvSpPr>
        <p:spPr>
          <a:xfrm>
            <a:off x="8804520" y="2007000"/>
            <a:ext cx="277560" cy="277560"/>
          </a:xfrm>
          <a:prstGeom prst="rect">
            <a:avLst/>
          </a:prstGeom>
          <a:blipFill rotWithShape="0">
            <a:blip r:embed="rId8"/>
            <a:srcRect/>
            <a:stretch/>
          </a:blipFill>
          <a:ln>
            <a:noFill/>
          </a:ln>
        </p:spPr>
        <p:style>
          <a:lnRef idx="2"/>
          <a:fillRef idx="0"/>
          <a:effectRef idx="0">
            <a:schemeClr val="accent6">
              <a:hueOff val="0"/>
              <a:satOff val="0"/>
              <a:lumOff val="0"/>
              <a:alphaOff val="0"/>
            </a:schemeClr>
          </a:effectRef>
          <a:fontRef idx="minor"/>
        </p:style>
      </p:sp>
      <p:sp>
        <p:nvSpPr>
          <p:cNvPr id="469" name="Rechteck 14"/>
          <p:cNvSpPr/>
          <p:nvPr/>
        </p:nvSpPr>
        <p:spPr>
          <a:xfrm>
            <a:off x="8804520" y="2316600"/>
            <a:ext cx="277560" cy="277560"/>
          </a:xfrm>
          <a:prstGeom prst="rect">
            <a:avLst/>
          </a:prstGeom>
          <a:blipFill rotWithShape="0">
            <a:blip r:embed="rId9"/>
            <a:srcRect/>
            <a:stretch/>
          </a:blipFill>
          <a:ln>
            <a:noFill/>
          </a:ln>
        </p:spPr>
        <p:style>
          <a:lnRef idx="2"/>
          <a:fillRef idx="0"/>
          <a:effectRef idx="0">
            <a:schemeClr val="accent2">
              <a:hueOff val="0"/>
              <a:satOff val="0"/>
              <a:lumOff val="0"/>
              <a:alphaOff val="0"/>
            </a:schemeClr>
          </a:effectRef>
          <a:fontRef idx="minor"/>
        </p:style>
      </p:sp>
      <p:sp>
        <p:nvSpPr>
          <p:cNvPr id="470" name="Rechteck 16"/>
          <p:cNvSpPr/>
          <p:nvPr/>
        </p:nvSpPr>
        <p:spPr>
          <a:xfrm>
            <a:off x="7600320" y="133560"/>
            <a:ext cx="277560" cy="277560"/>
          </a:xfrm>
          <a:prstGeom prst="rect">
            <a:avLst/>
          </a:prstGeom>
          <a:blipFill rotWithShape="0">
            <a:blip r:embed="rId10"/>
            <a:srcRect/>
            <a:stretch/>
          </a:blipFill>
          <a:ln>
            <a:noFill/>
          </a:ln>
        </p:spPr>
        <p:style>
          <a:lnRef idx="2"/>
          <a:fillRef idx="0"/>
          <a:effectRef idx="0">
            <a:schemeClr val="accent3">
              <a:hueOff val="0"/>
              <a:satOff val="0"/>
              <a:lumOff val="0"/>
              <a:alphaOff val="0"/>
            </a:schemeClr>
          </a:effectRef>
          <a:fontRef idx="minor"/>
        </p:style>
      </p:sp>
      <p:sp>
        <p:nvSpPr>
          <p:cNvPr id="471" name="Pfeil: nach unten 17"/>
          <p:cNvSpPr/>
          <p:nvPr/>
        </p:nvSpPr>
        <p:spPr>
          <a:xfrm>
            <a:off x="2397600" y="1857600"/>
            <a:ext cx="484200" cy="978120"/>
          </a:xfrm>
          <a:prstGeom prst="downArrow">
            <a:avLst>
              <a:gd name="adj1" fmla="val 50000"/>
              <a:gd name="adj2" fmla="val 50000"/>
            </a:avLst>
          </a:prstGeom>
          <a:solidFill>
            <a:srgbClr val="7d9aaa"/>
          </a:solidFill>
          <a:ln>
            <a:solidFill>
              <a:srgbClr val="36434a"/>
            </a:solidFill>
          </a:ln>
        </p:spPr>
        <p:style>
          <a:lnRef idx="2">
            <a:schemeClr val="accent1">
              <a:shade val="15000"/>
            </a:schemeClr>
          </a:lnRef>
          <a:fillRef idx="1">
            <a:schemeClr val="accent1"/>
          </a:fillRef>
          <a:effectRef idx="0">
            <a:schemeClr val="accent1"/>
          </a:effectRef>
          <a:fontRef idx="minor"/>
        </p:style>
      </p:sp>
      <p:pic>
        <p:nvPicPr>
          <p:cNvPr id="472" name="Grafik 22" descr="Bücher Silhouette"/>
          <p:cNvPicPr/>
          <p:nvPr/>
        </p:nvPicPr>
        <p:blipFill>
          <a:blip r:embed="rId11"/>
          <a:stretch/>
        </p:blipFill>
        <p:spPr>
          <a:xfrm>
            <a:off x="395280" y="2993040"/>
            <a:ext cx="827280" cy="827280"/>
          </a:xfrm>
          <a:prstGeom prst="rect">
            <a:avLst/>
          </a:prstGeom>
          <a:ln w="0">
            <a:noFill/>
          </a:ln>
        </p:spPr>
      </p:pic>
      <p:sp>
        <p:nvSpPr>
          <p:cNvPr id="473" name="Textfeld 23"/>
          <p:cNvSpPr/>
          <p:nvPr/>
        </p:nvSpPr>
        <p:spPr>
          <a:xfrm>
            <a:off x="1389960" y="3222000"/>
            <a:ext cx="208908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800" spc="-1" strike="noStrike">
                <a:solidFill>
                  <a:srgbClr val="000000"/>
                </a:solidFill>
                <a:latin typeface="Calibri"/>
              </a:rPr>
              <a:t>Integrate knowledge</a:t>
            </a:r>
            <a:endParaRPr b="0" lang="en-US" sz="1800" spc="-1" strike="noStrike">
              <a:latin typeface="Arial"/>
            </a:endParaRPr>
          </a:p>
        </p:txBody>
      </p:sp>
    </p:spTree>
  </p:cSld>
  <p:transition spd="slow">
    <p:fade/>
  </p:transition>
  <p:timing>
    <p:tnLst>
      <p:par>
        <p:cTn id="417" dur="indefinite" restart="never" nodeType="tmRoot">
          <p:childTnLst>
            <p:seq>
              <p:cTn id="418" dur="indefinite" nodeType="mainSeq">
                <p:childTnLst>
                  <p:par>
                    <p:cTn id="419" fill="hold">
                      <p:stCondLst>
                        <p:cond delay="indefinite"/>
                      </p:stCondLst>
                      <p:childTnLst>
                        <p:par>
                          <p:cTn id="420" fill="hold">
                            <p:stCondLst>
                              <p:cond delay="0"/>
                            </p:stCondLst>
                            <p:childTnLst>
                              <p:par>
                                <p:cTn id="421" nodeType="clickEffect" fill="hold" presetClass="entr" presetID="22" presetSubtype="1">
                                  <p:stCondLst>
                                    <p:cond delay="0"/>
                                  </p:stCondLst>
                                  <p:childTnLst>
                                    <p:set>
                                      <p:cBhvr>
                                        <p:cTn id="422" dur="1" fill="hold">
                                          <p:stCondLst>
                                            <p:cond delay="0"/>
                                          </p:stCondLst>
                                        </p:cTn>
                                        <p:tgtEl>
                                          <p:spTgt spid="471"/>
                                        </p:tgtEl>
                                        <p:attrNameLst>
                                          <p:attrName>style.visibility</p:attrName>
                                        </p:attrNameLst>
                                      </p:cBhvr>
                                      <p:to>
                                        <p:strVal val="visible"/>
                                      </p:to>
                                    </p:set>
                                    <p:animEffect filter="wipe(up)" transition="in">
                                      <p:cBhvr additive="repl">
                                        <p:cTn id="423" dur="500"/>
                                        <p:tgtEl>
                                          <p:spTgt spid="471"/>
                                        </p:tgtEl>
                                      </p:cBhvr>
                                    </p:animEffect>
                                  </p:childTnLst>
                                </p:cTn>
                              </p:par>
                            </p:childTnLst>
                          </p:cTn>
                        </p:par>
                        <p:par>
                          <p:cTn id="424" fill="hold">
                            <p:stCondLst>
                              <p:cond delay="500"/>
                            </p:stCondLst>
                            <p:childTnLst>
                              <p:par>
                                <p:cTn id="425" nodeType="afterEffect" fill="hold" presetClass="entr" presetID="22" presetSubtype="1">
                                  <p:stCondLst>
                                    <p:cond delay="0"/>
                                  </p:stCondLst>
                                  <p:childTnLst>
                                    <p:set>
                                      <p:cBhvr>
                                        <p:cTn id="426" dur="1" fill="hold">
                                          <p:stCondLst>
                                            <p:cond delay="0"/>
                                          </p:stCondLst>
                                        </p:cTn>
                                        <p:tgtEl>
                                          <p:spTgt spid="472"/>
                                        </p:tgtEl>
                                        <p:attrNameLst>
                                          <p:attrName>style.visibility</p:attrName>
                                        </p:attrNameLst>
                                      </p:cBhvr>
                                      <p:to>
                                        <p:strVal val="visible"/>
                                      </p:to>
                                    </p:set>
                                    <p:animEffect filter="wipe(up)" transition="in">
                                      <p:cBhvr additive="repl">
                                        <p:cTn id="427" dur="500"/>
                                        <p:tgtEl>
                                          <p:spTgt spid="472"/>
                                        </p:tgtEl>
                                      </p:cBhvr>
                                    </p:animEffect>
                                  </p:childTnLst>
                                </p:cTn>
                              </p:par>
                              <p:par>
                                <p:cTn id="428" nodeType="withEffect" fill="hold" presetClass="entr" presetID="22" presetSubtype="1">
                                  <p:stCondLst>
                                    <p:cond delay="0"/>
                                  </p:stCondLst>
                                  <p:childTnLst>
                                    <p:set>
                                      <p:cBhvr>
                                        <p:cTn id="429" dur="1" fill="hold">
                                          <p:stCondLst>
                                            <p:cond delay="0"/>
                                          </p:stCondLst>
                                        </p:cTn>
                                        <p:tgtEl>
                                          <p:spTgt spid="473"/>
                                        </p:tgtEl>
                                        <p:attrNameLst>
                                          <p:attrName>style.visibility</p:attrName>
                                        </p:attrNameLst>
                                      </p:cBhvr>
                                      <p:to>
                                        <p:strVal val="visible"/>
                                      </p:to>
                                    </p:set>
                                    <p:animEffect filter="wipe(up)" transition="in">
                                      <p:cBhvr additive="repl">
                                        <p:cTn id="430" dur="5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Outline</a:t>
            </a:r>
            <a:endParaRPr b="0" lang="en-US" sz="2100" spc="-1" strike="noStrike">
              <a:solidFill>
                <a:srgbClr val="000000"/>
              </a:solidFill>
              <a:latin typeface="Calibri"/>
            </a:endParaRPr>
          </a:p>
        </p:txBody>
      </p:sp>
      <p:sp>
        <p:nvSpPr>
          <p:cNvPr id="475" name="PlaceHolder 2"/>
          <p:cNvSpPr>
            <a:spLocks noGrp="1"/>
          </p:cNvSpPr>
          <p:nvPr>
            <p:ph/>
          </p:nvPr>
        </p:nvSpPr>
        <p:spPr>
          <a:xfrm>
            <a:off x="395280" y="1131840"/>
            <a:ext cx="8353080" cy="3675960"/>
          </a:xfrm>
          <a:prstGeom prst="rect">
            <a:avLst/>
          </a:prstGeom>
          <a:noFill/>
          <a:ln w="0">
            <a:noFill/>
          </a:ln>
        </p:spPr>
        <p:txBody>
          <a:bodyPr lIns="0" rIns="0" tIns="0" bIns="0" anchor="t">
            <a:noAutofit/>
          </a:bodyPr>
          <a:p>
            <a:endParaRPr b="0" lang="en-US" sz="1800" spc="-1" strike="noStrike">
              <a:solidFill>
                <a:srgbClr val="000000"/>
              </a:solidFill>
              <a:latin typeface="Calibri"/>
            </a:endParaRPr>
          </a:p>
        </p:txBody>
      </p:sp>
      <p:sp>
        <p:nvSpPr>
          <p:cNvPr id="476" name="PlaceHolder 3"/>
          <p:cNvSpPr>
            <a:spLocks noGrp="1"/>
          </p:cNvSpPr>
          <p:nvPr>
            <p:ph type="dt" idx="47"/>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477" name="PlaceHolder 4"/>
          <p:cNvSpPr>
            <a:spLocks noGrp="1"/>
          </p:cNvSpPr>
          <p:nvPr>
            <p:ph type="sldNum" idx="48"/>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E22995BB-21D9-490D-A9FE-C1F4E5279AC5}" type="slidenum">
              <a:rPr b="0" lang="de-DE" sz="900" spc="-1" strike="noStrike">
                <a:solidFill>
                  <a:srgbClr val="ffffff"/>
                </a:solidFill>
                <a:latin typeface="Arial"/>
              </a:rPr>
              <a:t>&lt;number&gt;</a:t>
            </a:fld>
            <a:endParaRPr b="0" lang="en-US" sz="900" spc="-1" strike="noStrike">
              <a:latin typeface="Times New Roman"/>
            </a:endParaRPr>
          </a:p>
        </p:txBody>
      </p:sp>
      <p:graphicFrame>
        <p:nvGraphicFramePr>
          <p:cNvPr id="1" name="Diagram1"/>
          <p:cNvGraphicFramePr/>
          <p:nvPr>
            <p:extLst>
              <p:ext uri="{D42A27DB-BD31-4B8C-83A1-F6EECF244321}">
                <p14:modId xmlns:p14="http://schemas.microsoft.com/office/powerpoint/2010/main" val="904602591"/>
              </p:ext>
            </p:extLst>
          </p:nvPr>
        </p:nvGraphicFramePr>
        <p:xfrm>
          <a:off x="395280" y="1131840"/>
          <a:ext cx="8312040" cy="36662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PlaceHolder 5"/>
          <p:cNvSpPr>
            <a:spLocks noGrp="1"/>
          </p:cNvSpPr>
          <p:nvPr>
            <p:ph type="ftr" idx="5"/>
          </p:nvPr>
        </p:nvSpPr>
        <p:spPr/>
        <p:txBody>
          <a:bodyPr/>
          <a:p>
            <a:r>
              <a:t>Enhancing model transparency: Effects of DK Integration for Conversational XAI | Feustel</a:t>
            </a: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Example Scenario Credit Application</a:t>
            </a:r>
            <a:endParaRPr b="0" lang="en-US" sz="2000" spc="-1" strike="noStrike">
              <a:solidFill>
                <a:srgbClr val="000000"/>
              </a:solidFill>
              <a:latin typeface="Calibri"/>
            </a:endParaRPr>
          </a:p>
        </p:txBody>
      </p:sp>
      <p:sp>
        <p:nvSpPr>
          <p:cNvPr id="479" name="PlaceHolder 2"/>
          <p:cNvSpPr>
            <a:spLocks noGrp="1"/>
          </p:cNvSpPr>
          <p:nvPr>
            <p:ph/>
          </p:nvPr>
        </p:nvSpPr>
        <p:spPr>
          <a:xfrm>
            <a:off x="395280" y="1131840"/>
            <a:ext cx="6087600" cy="48024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Prediction: Would you be approved for a credit loan?</a:t>
            </a:r>
            <a:endParaRPr b="0" lang="en-US" sz="1800" spc="-1" strike="noStrike">
              <a:solidFill>
                <a:srgbClr val="000000"/>
              </a:solidFill>
              <a:latin typeface="Calibri"/>
            </a:endParaRPr>
          </a:p>
        </p:txBody>
      </p:sp>
      <p:sp>
        <p:nvSpPr>
          <p:cNvPr id="480" name="PlaceHolder 3"/>
          <p:cNvSpPr>
            <a:spLocks noGrp="1"/>
          </p:cNvSpPr>
          <p:nvPr>
            <p:ph/>
          </p:nvPr>
        </p:nvSpPr>
        <p:spPr>
          <a:xfrm rot="10800000">
            <a:off x="8754840" y="2818800"/>
            <a:ext cx="146160" cy="198504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481" name="PlaceHolder 4"/>
          <p:cNvSpPr>
            <a:spLocks noGrp="1"/>
          </p:cNvSpPr>
          <p:nvPr>
            <p:ph type="dt" idx="49"/>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482" name="PlaceHolder 5"/>
          <p:cNvSpPr>
            <a:spLocks noGrp="1"/>
          </p:cNvSpPr>
          <p:nvPr>
            <p:ph type="ftr" idx="50"/>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800" spc="-1" strike="noStrike">
                <a:solidFill>
                  <a:srgbClr val="8b8b8b"/>
                </a:solidFill>
                <a:latin typeface="Calibri"/>
              </a:defRPr>
            </a:lvl1pPr>
          </a:lstStyle>
          <a:p>
            <a:pPr>
              <a:lnSpc>
                <a:spcPct val="100000"/>
              </a:lnSpc>
              <a:buNone/>
            </a:pPr>
            <a:r>
              <a:rPr b="0" lang="en-US" sz="800" spc="-1" strike="noStrike">
                <a:solidFill>
                  <a:srgbClr val="8b8b8b"/>
                </a:solidFill>
                <a:latin typeface="Calibri"/>
              </a:rPr>
              <a:t>Enhancing model transparency: Effects of DK Integration for Conversational XAI | Feustel</a:t>
            </a:r>
            <a:endParaRPr b="0" lang="en-US" sz="800" spc="-1" strike="noStrike">
              <a:latin typeface="Times New Roman"/>
            </a:endParaRPr>
          </a:p>
        </p:txBody>
      </p:sp>
      <p:sp>
        <p:nvSpPr>
          <p:cNvPr id="483" name="PlaceHolder 6"/>
          <p:cNvSpPr>
            <a:spLocks noGrp="1"/>
          </p:cNvSpPr>
          <p:nvPr>
            <p:ph type="sldNum" idx="51"/>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Calibri"/>
              </a:defRPr>
            </a:lvl1pPr>
          </a:lstStyle>
          <a:p>
            <a:pPr algn="r">
              <a:lnSpc>
                <a:spcPct val="100000"/>
              </a:lnSpc>
              <a:buNone/>
            </a:pPr>
            <a:r>
              <a:rPr b="0" lang="de-DE" sz="900" spc="-1" strike="noStrike">
                <a:solidFill>
                  <a:srgbClr val="ffffff"/>
                </a:solidFill>
                <a:latin typeface="Calibri"/>
              </a:rPr>
              <a:t> </a:t>
            </a:r>
            <a:fld id="{83010586-5E86-4B69-A27C-1CEA4490AAE4}" type="slidenum">
              <a:rPr b="0" lang="de-DE" sz="900" spc="-1" strike="noStrike">
                <a:solidFill>
                  <a:srgbClr val="ffffff"/>
                </a:solidFill>
                <a:latin typeface="Calibri"/>
              </a:rPr>
              <a:t>&lt;number&gt;</a:t>
            </a:fld>
            <a:endParaRPr b="0" lang="en-US" sz="900" spc="-1" strike="noStrike">
              <a:latin typeface="Times New Roman"/>
            </a:endParaRPr>
          </a:p>
        </p:txBody>
      </p:sp>
      <p:sp>
        <p:nvSpPr>
          <p:cNvPr id="484" name="Textfeld 3"/>
          <p:cNvSpPr/>
          <p:nvPr/>
        </p:nvSpPr>
        <p:spPr>
          <a:xfrm>
            <a:off x="6836760" y="2582280"/>
            <a:ext cx="1280160" cy="365400"/>
          </a:xfrm>
          <a:prstGeom prst="rect">
            <a:avLst/>
          </a:prstGeom>
          <a:noFill/>
          <a:ln w="0">
            <a:noFill/>
          </a:ln>
        </p:spPr>
        <p:style>
          <a:lnRef idx="0"/>
          <a:fillRef idx="0"/>
          <a:effectRef idx="0"/>
          <a:fontRef idx="minor"/>
        </p:style>
        <p:txBody>
          <a:bodyPr anchor="t">
            <a:spAutoFit/>
          </a:bodyPr>
          <a:p>
            <a:pPr>
              <a:lnSpc>
                <a:spcPct val="100000"/>
              </a:lnSpc>
              <a:buNone/>
            </a:pPr>
            <a:r>
              <a:rPr b="0" lang="de-DE" sz="1800" spc="-1" strike="noStrike">
                <a:solidFill>
                  <a:srgbClr val="000000"/>
                </a:solidFill>
                <a:latin typeface="Calibri"/>
              </a:rPr>
              <a:t>purpose</a:t>
            </a:r>
            <a:endParaRPr b="0" lang="en-US" sz="1800" spc="-1" strike="noStrike">
              <a:latin typeface="Arial"/>
            </a:endParaRPr>
          </a:p>
        </p:txBody>
      </p:sp>
      <p:sp>
        <p:nvSpPr>
          <p:cNvPr id="485" name="Textfeld 13"/>
          <p:cNvSpPr/>
          <p:nvPr/>
        </p:nvSpPr>
        <p:spPr>
          <a:xfrm>
            <a:off x="3586680" y="2594880"/>
            <a:ext cx="1379520" cy="639720"/>
          </a:xfrm>
          <a:prstGeom prst="rect">
            <a:avLst/>
          </a:prstGeom>
          <a:noFill/>
          <a:ln w="0">
            <a:noFill/>
          </a:ln>
        </p:spPr>
        <p:style>
          <a:lnRef idx="0"/>
          <a:fillRef idx="0"/>
          <a:effectRef idx="0"/>
          <a:fontRef idx="minor"/>
        </p:style>
        <p:txBody>
          <a:bodyPr anchor="t">
            <a:spAutoFit/>
          </a:bodyPr>
          <a:p>
            <a:pPr algn="ctr">
              <a:lnSpc>
                <a:spcPct val="100000"/>
              </a:lnSpc>
              <a:buNone/>
            </a:pPr>
            <a:r>
              <a:rPr b="0" lang="de-DE" sz="1800" spc="-1" strike="noStrike">
                <a:solidFill>
                  <a:srgbClr val="000000"/>
                </a:solidFill>
                <a:latin typeface="Calibri"/>
                <a:ea typeface="Calibri"/>
              </a:rPr>
              <a:t>checking account</a:t>
            </a:r>
            <a:endParaRPr b="0" lang="en-US" sz="1800" spc="-1" strike="noStrike">
              <a:latin typeface="Arial"/>
            </a:endParaRPr>
          </a:p>
        </p:txBody>
      </p:sp>
      <p:sp>
        <p:nvSpPr>
          <p:cNvPr id="486" name="Textfeld 14"/>
          <p:cNvSpPr/>
          <p:nvPr/>
        </p:nvSpPr>
        <p:spPr>
          <a:xfrm>
            <a:off x="5284800" y="4063320"/>
            <a:ext cx="1180800" cy="365400"/>
          </a:xfrm>
          <a:prstGeom prst="rect">
            <a:avLst/>
          </a:prstGeom>
          <a:noFill/>
          <a:ln w="0">
            <a:noFill/>
          </a:ln>
        </p:spPr>
        <p:style>
          <a:lnRef idx="0"/>
          <a:fillRef idx="0"/>
          <a:effectRef idx="0"/>
          <a:fontRef idx="minor"/>
        </p:style>
        <p:txBody>
          <a:bodyPr anchor="t">
            <a:spAutoFit/>
          </a:bodyPr>
          <a:p>
            <a:pPr>
              <a:lnSpc>
                <a:spcPct val="100000"/>
              </a:lnSpc>
              <a:buNone/>
            </a:pPr>
            <a:r>
              <a:rPr b="0" lang="de-DE" sz="1800" spc="-1" strike="noStrike">
                <a:solidFill>
                  <a:srgbClr val="000000"/>
                </a:solidFill>
                <a:latin typeface="Calibri"/>
              </a:rPr>
              <a:t>amount</a:t>
            </a:r>
            <a:endParaRPr b="0" lang="en-US" sz="1800" spc="-1" strike="noStrike">
              <a:latin typeface="Arial"/>
            </a:endParaRPr>
          </a:p>
        </p:txBody>
      </p:sp>
      <p:sp>
        <p:nvSpPr>
          <p:cNvPr id="487" name="Textfeld 15"/>
          <p:cNvSpPr/>
          <p:nvPr/>
        </p:nvSpPr>
        <p:spPr>
          <a:xfrm>
            <a:off x="637200" y="2519640"/>
            <a:ext cx="999000" cy="365400"/>
          </a:xfrm>
          <a:prstGeom prst="rect">
            <a:avLst/>
          </a:prstGeom>
          <a:noFill/>
          <a:ln w="0">
            <a:noFill/>
          </a:ln>
        </p:spPr>
        <p:style>
          <a:lnRef idx="0"/>
          <a:fillRef idx="0"/>
          <a:effectRef idx="0"/>
          <a:fontRef idx="minor"/>
        </p:style>
        <p:txBody>
          <a:bodyPr anchor="t">
            <a:spAutoFit/>
          </a:bodyPr>
          <a:p>
            <a:pPr algn="ctr">
              <a:lnSpc>
                <a:spcPct val="100000"/>
              </a:lnSpc>
              <a:buNone/>
            </a:pPr>
            <a:r>
              <a:rPr b="0" lang="de-DE" sz="1800" spc="-1" strike="noStrike">
                <a:solidFill>
                  <a:srgbClr val="000000"/>
                </a:solidFill>
                <a:latin typeface="Calibri"/>
              </a:rPr>
              <a:t>savings</a:t>
            </a:r>
            <a:endParaRPr b="0" lang="en-US" sz="1800" spc="-1" strike="noStrike">
              <a:latin typeface="Arial"/>
            </a:endParaRPr>
          </a:p>
        </p:txBody>
      </p:sp>
      <p:pic>
        <p:nvPicPr>
          <p:cNvPr id="488" name="Bildplatzhalter 12" descr="Ein Bild, das Clipart, Symbol, Grafiken, Logo enthält.&#10;&#10;KI-generierte Inhalte können fehlerhaft sein."/>
          <p:cNvPicPr/>
          <p:nvPr/>
        </p:nvPicPr>
        <p:blipFill>
          <a:blip r:embed="rId1"/>
          <a:srcRect l="0" t="5263" r="0" b="5263"/>
          <a:stretch/>
        </p:blipFill>
        <p:spPr>
          <a:xfrm>
            <a:off x="3912480" y="1905840"/>
            <a:ext cx="728280" cy="728280"/>
          </a:xfrm>
          <a:prstGeom prst="rect">
            <a:avLst/>
          </a:prstGeom>
          <a:ln w="0">
            <a:noFill/>
          </a:ln>
        </p:spPr>
      </p:pic>
      <p:pic>
        <p:nvPicPr>
          <p:cNvPr id="489" name="Grafik 16" descr="Ein Bild, das Logo, Grafiken, Screenshot, Grafikdesign enthält.&#10;&#10;KI-generierte Inhalte können fehlerhaft sein."/>
          <p:cNvPicPr/>
          <p:nvPr/>
        </p:nvPicPr>
        <p:blipFill>
          <a:blip r:embed="rId2"/>
          <a:stretch/>
        </p:blipFill>
        <p:spPr>
          <a:xfrm>
            <a:off x="6964560" y="1799640"/>
            <a:ext cx="833760" cy="833760"/>
          </a:xfrm>
          <a:prstGeom prst="rect">
            <a:avLst/>
          </a:prstGeom>
          <a:ln w="0">
            <a:noFill/>
          </a:ln>
        </p:spPr>
      </p:pic>
      <p:pic>
        <p:nvPicPr>
          <p:cNvPr id="490" name="Grafik 18" descr="Ein Bild, das Grafiken, Clipart, Symbol, Cartoon enthält.&#10;&#10;KI-generierte Inhalte können fehlerhaft sein."/>
          <p:cNvPicPr/>
          <p:nvPr/>
        </p:nvPicPr>
        <p:blipFill>
          <a:blip r:embed="rId3"/>
          <a:stretch/>
        </p:blipFill>
        <p:spPr>
          <a:xfrm>
            <a:off x="809640" y="1843200"/>
            <a:ext cx="676080" cy="676080"/>
          </a:xfrm>
          <a:prstGeom prst="rect">
            <a:avLst/>
          </a:prstGeom>
          <a:ln w="0">
            <a:noFill/>
          </a:ln>
        </p:spPr>
      </p:pic>
      <p:pic>
        <p:nvPicPr>
          <p:cNvPr id="491" name="Grafik 19" descr="Ein Bild, das Clipart, Cartoon, Darstellung enthält.&#10;&#10;KI-generierte Inhalte können fehlerhaft sein."/>
          <p:cNvPicPr/>
          <p:nvPr/>
        </p:nvPicPr>
        <p:blipFill>
          <a:blip r:embed="rId4"/>
          <a:stretch/>
        </p:blipFill>
        <p:spPr>
          <a:xfrm>
            <a:off x="5335560" y="3262320"/>
            <a:ext cx="811440" cy="802440"/>
          </a:xfrm>
          <a:prstGeom prst="rect">
            <a:avLst/>
          </a:prstGeom>
          <a:ln w="0">
            <a:noFill/>
          </a:ln>
        </p:spPr>
      </p:pic>
      <p:pic>
        <p:nvPicPr>
          <p:cNvPr id="492" name="Grafik 21" descr="Ein Bild, das Symbol, Screenshot, Kreis, Logo enthält.&#10;&#10;KI-generierte Inhalte können fehlerhaft sein."/>
          <p:cNvPicPr/>
          <p:nvPr/>
        </p:nvPicPr>
        <p:blipFill>
          <a:blip r:embed="rId5"/>
          <a:stretch/>
        </p:blipFill>
        <p:spPr>
          <a:xfrm>
            <a:off x="2262960" y="3293280"/>
            <a:ext cx="732960" cy="790200"/>
          </a:xfrm>
          <a:prstGeom prst="rect">
            <a:avLst/>
          </a:prstGeom>
          <a:ln w="0">
            <a:noFill/>
          </a:ln>
        </p:spPr>
      </p:pic>
      <p:sp>
        <p:nvSpPr>
          <p:cNvPr id="493" name="Textfeld 22"/>
          <p:cNvSpPr/>
          <p:nvPr/>
        </p:nvSpPr>
        <p:spPr>
          <a:xfrm>
            <a:off x="2032560" y="4066200"/>
            <a:ext cx="1040040" cy="365400"/>
          </a:xfrm>
          <a:prstGeom prst="rect">
            <a:avLst/>
          </a:prstGeom>
          <a:noFill/>
          <a:ln w="0">
            <a:noFill/>
          </a:ln>
        </p:spPr>
        <p:style>
          <a:lnRef idx="0"/>
          <a:fillRef idx="0"/>
          <a:effectRef idx="0"/>
          <a:fontRef idx="minor"/>
        </p:style>
        <p:txBody>
          <a:bodyPr anchor="t">
            <a:spAutoFit/>
          </a:bodyPr>
          <a:p>
            <a:pPr>
              <a:lnSpc>
                <a:spcPct val="100000"/>
              </a:lnSpc>
              <a:buNone/>
            </a:pPr>
            <a:r>
              <a:rPr b="0" lang="de-DE" sz="1800" spc="-1" strike="noStrike">
                <a:solidFill>
                  <a:srgbClr val="000000"/>
                </a:solidFill>
                <a:latin typeface="Calibri"/>
                <a:ea typeface="Calibri"/>
              </a:rPr>
              <a:t>duration</a:t>
            </a:r>
            <a:endParaRPr b="0" lang="en-US" sz="1800" spc="-1" strike="noStrike">
              <a:latin typeface="Arial"/>
            </a:endParaRPr>
          </a:p>
        </p:txBody>
      </p:sp>
      <p:sp>
        <p:nvSpPr>
          <p:cNvPr id="494" name="Textfeld 8"/>
          <p:cNvSpPr/>
          <p:nvPr/>
        </p:nvSpPr>
        <p:spPr>
          <a:xfrm>
            <a:off x="7857360" y="134640"/>
            <a:ext cx="1113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Concept for DK</a:t>
            </a:r>
            <a:endParaRPr b="0" lang="en-US" sz="1200" spc="-1" strike="noStrike">
              <a:latin typeface="Arial"/>
            </a:endParaRPr>
          </a:p>
        </p:txBody>
      </p:sp>
      <p:sp>
        <p:nvSpPr>
          <p:cNvPr id="495" name="Rechteck 9"/>
          <p:cNvSpPr/>
          <p:nvPr/>
        </p:nvSpPr>
        <p:spPr>
          <a:xfrm>
            <a:off x="8804520" y="664200"/>
            <a:ext cx="277560" cy="277560"/>
          </a:xfrm>
          <a:prstGeom prst="rect">
            <a:avLst/>
          </a:prstGeom>
          <a:blipFill rotWithShape="0">
            <a:blip r:embed="rId6"/>
            <a:srcRect/>
            <a:stretch/>
          </a:blipFill>
          <a:ln>
            <a:noFill/>
          </a:ln>
        </p:spPr>
        <p:style>
          <a:lnRef idx="2"/>
          <a:fillRef idx="0"/>
          <a:effectRef idx="0">
            <a:schemeClr val="accent2">
              <a:hueOff val="0"/>
              <a:satOff val="0"/>
              <a:lumOff val="0"/>
              <a:alphaOff val="0"/>
            </a:schemeClr>
          </a:effectRef>
          <a:fontRef idx="minor"/>
        </p:style>
      </p:sp>
      <p:sp>
        <p:nvSpPr>
          <p:cNvPr id="496" name="Rechteck 10"/>
          <p:cNvSpPr/>
          <p:nvPr/>
        </p:nvSpPr>
        <p:spPr>
          <a:xfrm>
            <a:off x="8804520" y="1043640"/>
            <a:ext cx="277560" cy="277560"/>
          </a:xfrm>
          <a:prstGeom prst="rect">
            <a:avLst/>
          </a:prstGeom>
          <a:blipFill rotWithShape="0">
            <a:blip r:embed="rId7"/>
            <a:srcRect/>
            <a:stretch/>
          </a:blipFill>
          <a:ln>
            <a:noFill/>
          </a:ln>
        </p:spPr>
        <p:style>
          <a:lnRef idx="2"/>
          <a:fillRef idx="0"/>
          <a:effectRef idx="0">
            <a:schemeClr val="accent3">
              <a:hueOff val="0"/>
              <a:satOff val="0"/>
              <a:lumOff val="0"/>
              <a:alphaOff val="0"/>
            </a:schemeClr>
          </a:effectRef>
          <a:fontRef idx="minor"/>
        </p:style>
      </p:sp>
      <p:sp>
        <p:nvSpPr>
          <p:cNvPr id="497" name="Rechteck 11"/>
          <p:cNvSpPr/>
          <p:nvPr/>
        </p:nvSpPr>
        <p:spPr>
          <a:xfrm>
            <a:off x="8804520" y="1379160"/>
            <a:ext cx="277560" cy="277560"/>
          </a:xfrm>
          <a:prstGeom prst="rect">
            <a:avLst/>
          </a:prstGeom>
          <a:blipFill rotWithShape="0">
            <a:blip r:embed="rId8"/>
            <a:srcRect/>
            <a:stretch/>
          </a:blipFill>
          <a:ln>
            <a:noFill/>
          </a:ln>
        </p:spPr>
        <p:style>
          <a:lnRef idx="2"/>
          <a:fillRef idx="0"/>
          <a:effectRef idx="0">
            <a:schemeClr val="accent4">
              <a:hueOff val="0"/>
              <a:satOff val="0"/>
              <a:lumOff val="0"/>
              <a:alphaOff val="0"/>
            </a:schemeClr>
          </a:effectRef>
          <a:fontRef idx="minor"/>
        </p:style>
      </p:sp>
      <p:sp>
        <p:nvSpPr>
          <p:cNvPr id="498" name="Rechteck 20"/>
          <p:cNvSpPr/>
          <p:nvPr/>
        </p:nvSpPr>
        <p:spPr>
          <a:xfrm>
            <a:off x="8804520" y="1688760"/>
            <a:ext cx="277560" cy="277560"/>
          </a:xfrm>
          <a:prstGeom prst="rect">
            <a:avLst/>
          </a:prstGeom>
          <a:blipFill rotWithShape="0">
            <a:blip r:embed="rId9"/>
            <a:srcRect/>
            <a:stretch/>
          </a:blipFill>
          <a:ln>
            <a:noFill/>
          </a:ln>
        </p:spPr>
        <p:style>
          <a:lnRef idx="2"/>
          <a:fillRef idx="0"/>
          <a:effectRef idx="0">
            <a:schemeClr val="accent5">
              <a:hueOff val="0"/>
              <a:satOff val="0"/>
              <a:lumOff val="0"/>
              <a:alphaOff val="0"/>
            </a:schemeClr>
          </a:effectRef>
          <a:fontRef idx="minor"/>
        </p:style>
      </p:sp>
      <p:sp>
        <p:nvSpPr>
          <p:cNvPr id="499" name="Rechteck 23"/>
          <p:cNvSpPr/>
          <p:nvPr/>
        </p:nvSpPr>
        <p:spPr>
          <a:xfrm>
            <a:off x="8804520" y="2007000"/>
            <a:ext cx="277560" cy="277560"/>
          </a:xfrm>
          <a:prstGeom prst="rect">
            <a:avLst/>
          </a:prstGeom>
          <a:blipFill rotWithShape="0">
            <a:blip r:embed="rId10"/>
            <a:srcRect/>
            <a:stretch/>
          </a:blipFill>
          <a:ln>
            <a:noFill/>
          </a:ln>
        </p:spPr>
        <p:style>
          <a:lnRef idx="2"/>
          <a:fillRef idx="0"/>
          <a:effectRef idx="0">
            <a:schemeClr val="accent6">
              <a:hueOff val="0"/>
              <a:satOff val="0"/>
              <a:lumOff val="0"/>
              <a:alphaOff val="0"/>
            </a:schemeClr>
          </a:effectRef>
          <a:fontRef idx="minor"/>
        </p:style>
      </p:sp>
      <p:sp>
        <p:nvSpPr>
          <p:cNvPr id="500" name="Rechteck 24"/>
          <p:cNvSpPr/>
          <p:nvPr/>
        </p:nvSpPr>
        <p:spPr>
          <a:xfrm>
            <a:off x="8804520" y="2316600"/>
            <a:ext cx="277560" cy="277560"/>
          </a:xfrm>
          <a:prstGeom prst="rect">
            <a:avLst/>
          </a:prstGeom>
          <a:blipFill rotWithShape="0">
            <a:blip r:embed="rId11"/>
            <a:srcRect/>
            <a:stretch/>
          </a:blipFill>
          <a:ln>
            <a:noFill/>
          </a:ln>
        </p:spPr>
        <p:style>
          <a:lnRef idx="2"/>
          <a:fillRef idx="0"/>
          <a:effectRef idx="0">
            <a:schemeClr val="accent2">
              <a:hueOff val="0"/>
              <a:satOff val="0"/>
              <a:lumOff val="0"/>
              <a:alphaOff val="0"/>
            </a:schemeClr>
          </a:effectRef>
          <a:fontRef idx="minor"/>
        </p:style>
      </p:sp>
      <p:sp>
        <p:nvSpPr>
          <p:cNvPr id="501" name="Rechteck 27"/>
          <p:cNvSpPr/>
          <p:nvPr/>
        </p:nvSpPr>
        <p:spPr>
          <a:xfrm>
            <a:off x="7601400" y="127080"/>
            <a:ext cx="277560" cy="277560"/>
          </a:xfrm>
          <a:prstGeom prst="rect">
            <a:avLst/>
          </a:prstGeom>
          <a:blipFill rotWithShape="0">
            <a:blip r:embed="rId12"/>
            <a:srcRect/>
            <a:stretch/>
          </a:blipFill>
          <a:ln>
            <a:noFill/>
          </a:ln>
        </p:spPr>
        <p:style>
          <a:lnRef idx="2"/>
          <a:fillRef idx="0"/>
          <a:effectRef idx="0">
            <a:schemeClr val="accent4">
              <a:hueOff val="0"/>
              <a:satOff val="0"/>
              <a:lumOff val="0"/>
              <a:alphaOff val="0"/>
            </a:schemeClr>
          </a:effectRef>
          <a:fontRef idx="minor"/>
        </p:style>
      </p:sp>
    </p:spTree>
  </p:cSld>
  <p:transition spd="slow">
    <p:push dir="u"/>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Rechteck 32"/>
          <p:cNvSpPr/>
          <p:nvPr/>
        </p:nvSpPr>
        <p:spPr>
          <a:xfrm>
            <a:off x="2858040" y="719640"/>
            <a:ext cx="3427560" cy="4231080"/>
          </a:xfrm>
          <a:prstGeom prst="rect">
            <a:avLst/>
          </a:prstGeom>
          <a:gradFill rotWithShape="0">
            <a:gsLst>
              <a:gs pos="0">
                <a:srgbClr val="e6edf0">
                  <a:alpha val="50196"/>
                </a:srgbClr>
              </a:gs>
              <a:gs pos="100000">
                <a:srgbClr val="b1c5d2">
                  <a:alpha val="50196"/>
                </a:srgbClr>
              </a:gs>
            </a:gsLst>
            <a:lin ang="2700000"/>
          </a:gradFill>
          <a:ln>
            <a:solidFill>
              <a:srgbClr val="36434a"/>
            </a:solidFill>
          </a:ln>
        </p:spPr>
        <p:style>
          <a:lnRef idx="2">
            <a:schemeClr val="accent1">
              <a:shade val="15000"/>
            </a:schemeClr>
          </a:lnRef>
          <a:fillRef idx="1">
            <a:schemeClr val="accent1"/>
          </a:fillRef>
          <a:effectRef idx="0">
            <a:schemeClr val="accent1"/>
          </a:effectRef>
          <a:fontRef idx="minor"/>
        </p:style>
      </p:sp>
      <p:sp>
        <p:nvSpPr>
          <p:cNvPr id="503" name="Rechteck 22"/>
          <p:cNvSpPr/>
          <p:nvPr/>
        </p:nvSpPr>
        <p:spPr>
          <a:xfrm>
            <a:off x="6462360" y="720000"/>
            <a:ext cx="2359440" cy="4231080"/>
          </a:xfrm>
          <a:prstGeom prst="rect">
            <a:avLst/>
          </a:prstGeom>
          <a:gradFill rotWithShape="0">
            <a:gsLst>
              <a:gs pos="0">
                <a:srgbClr val="e6edf0">
                  <a:alpha val="50196"/>
                </a:srgbClr>
              </a:gs>
              <a:gs pos="100000">
                <a:srgbClr val="ededed"/>
              </a:gs>
            </a:gsLst>
            <a:lin ang="2700000"/>
          </a:gra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t">
            <a:noAutofit/>
          </a:bodyPr>
          <a:p>
            <a:pPr algn="ctr">
              <a:lnSpc>
                <a:spcPct val="100000"/>
              </a:lnSpc>
              <a:buNone/>
            </a:pPr>
            <a:r>
              <a:rPr b="0" lang="de-DE" sz="1400" spc="-1" strike="noStrike">
                <a:solidFill>
                  <a:srgbClr val="404040"/>
                </a:solidFill>
                <a:latin typeface="Arial"/>
              </a:rPr>
              <a:t>External Knowledge</a:t>
            </a:r>
            <a:endParaRPr b="0" lang="en-US" sz="1400" spc="-1" strike="noStrike">
              <a:latin typeface="Arial"/>
            </a:endParaRPr>
          </a:p>
        </p:txBody>
      </p:sp>
      <p:sp>
        <p:nvSpPr>
          <p:cNvPr id="504" name="Rechteck 21"/>
          <p:cNvSpPr/>
          <p:nvPr/>
        </p:nvSpPr>
        <p:spPr>
          <a:xfrm>
            <a:off x="300240" y="720000"/>
            <a:ext cx="2359440" cy="4231080"/>
          </a:xfrm>
          <a:prstGeom prst="rect">
            <a:avLst/>
          </a:prstGeom>
          <a:gradFill rotWithShape="0">
            <a:gsLst>
              <a:gs pos="0">
                <a:srgbClr val="e6edf0">
                  <a:alpha val="50196"/>
                </a:srgbClr>
              </a:gs>
              <a:gs pos="100000">
                <a:srgbClr val="ededed"/>
              </a:gs>
            </a:gsLst>
            <a:lin ang="2700000"/>
          </a:gra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t">
            <a:noAutofit/>
          </a:bodyPr>
          <a:p>
            <a:pPr algn="ctr">
              <a:lnSpc>
                <a:spcPct val="100000"/>
              </a:lnSpc>
              <a:buNone/>
            </a:pPr>
            <a:r>
              <a:rPr b="0" lang="de-DE" sz="1400" spc="-1" strike="noStrike">
                <a:solidFill>
                  <a:srgbClr val="404040"/>
                </a:solidFill>
                <a:latin typeface="Arial"/>
              </a:rPr>
              <a:t>XAI</a:t>
            </a:r>
            <a:endParaRPr b="0" lang="en-US" sz="1400" spc="-1" strike="noStrike">
              <a:latin typeface="Arial"/>
            </a:endParaRPr>
          </a:p>
        </p:txBody>
      </p:sp>
      <p:sp>
        <p:nvSpPr>
          <p:cNvPr id="505" name="PlaceHolder 1"/>
          <p:cNvSpPr>
            <a:spLocks noGrp="1"/>
          </p:cNvSpPr>
          <p:nvPr>
            <p:ph type="title"/>
          </p:nvPr>
        </p:nvSpPr>
        <p:spPr>
          <a:xfrm>
            <a:off x="403560" y="303120"/>
            <a:ext cx="7432200" cy="37404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Unified Explanations</a:t>
            </a:r>
            <a:endParaRPr b="0" lang="en-US" sz="2000" spc="-1" strike="noStrike">
              <a:solidFill>
                <a:srgbClr val="000000"/>
              </a:solidFill>
              <a:latin typeface="Calibri"/>
            </a:endParaRPr>
          </a:p>
        </p:txBody>
      </p:sp>
      <p:sp>
        <p:nvSpPr>
          <p:cNvPr id="506" name="PlaceHolder 2"/>
          <p:cNvSpPr>
            <a:spLocks noGrp="1"/>
          </p:cNvSpPr>
          <p:nvPr>
            <p:ph type="dt" idx="52"/>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507" name="PlaceHolder 3"/>
          <p:cNvSpPr>
            <a:spLocks noGrp="1"/>
          </p:cNvSpPr>
          <p:nvPr>
            <p:ph type="ftr" idx="53"/>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508" name="PlaceHolder 4"/>
          <p:cNvSpPr>
            <a:spLocks noGrp="1"/>
          </p:cNvSpPr>
          <p:nvPr>
            <p:ph type="sldNum" idx="54"/>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DA7BC64E-C126-4602-B227-3369B4F0CB3D}" type="slidenum">
              <a:rPr b="0" lang="de-DE" sz="900" spc="-1" strike="noStrike">
                <a:solidFill>
                  <a:srgbClr val="ffffff"/>
                </a:solidFill>
                <a:latin typeface="Arial"/>
              </a:rPr>
              <a:t>&lt;number&gt;</a:t>
            </a:fld>
            <a:endParaRPr b="0" lang="en-US" sz="900" spc="-1" strike="noStrike">
              <a:latin typeface="Times New Roman"/>
            </a:endParaRPr>
          </a:p>
        </p:txBody>
      </p:sp>
      <p:sp>
        <p:nvSpPr>
          <p:cNvPr id="509" name="Rechteck 2"/>
          <p:cNvSpPr/>
          <p:nvPr/>
        </p:nvSpPr>
        <p:spPr>
          <a:xfrm>
            <a:off x="403560" y="1067040"/>
            <a:ext cx="2144520" cy="1196640"/>
          </a:xfrm>
          <a:prstGeom prst="rect">
            <a:avLst/>
          </a:prstGeom>
          <a:solidFill>
            <a:srgbClr val="70ad47"/>
          </a:solidFill>
          <a:ln>
            <a:noFill/>
          </a:ln>
        </p:spPr>
        <p:style>
          <a:lnRef idx="2">
            <a:schemeClr val="accent6">
              <a:shade val="15000"/>
            </a:schemeClr>
          </a:lnRef>
          <a:fillRef idx="1">
            <a:schemeClr val="accent6"/>
          </a:fillRef>
          <a:effectRef idx="0">
            <a:schemeClr val="accent6"/>
          </a:effectRef>
          <a:fontRef idx="minor"/>
        </p:style>
        <p:txBody>
          <a:bodyPr lIns="90000" rIns="90000" tIns="45000" bIns="45000" anchor="ctr">
            <a:noAutofit/>
          </a:bodyPr>
          <a:p>
            <a:pPr algn="ctr">
              <a:lnSpc>
                <a:spcPct val="100000"/>
              </a:lnSpc>
              <a:buNone/>
            </a:pPr>
            <a:r>
              <a:rPr b="0" lang="de-DE" sz="1400" spc="-1" strike="noStrike">
                <a:solidFill>
                  <a:srgbClr val="ffffff"/>
                </a:solidFill>
                <a:latin typeface="Arial"/>
              </a:rPr>
              <a:t>For the given case, purpose is the most influential feature.</a:t>
            </a:r>
            <a:endParaRPr b="0" lang="en-US" sz="1400" spc="-1" strike="noStrike">
              <a:latin typeface="Arial"/>
            </a:endParaRPr>
          </a:p>
        </p:txBody>
      </p:sp>
      <p:sp>
        <p:nvSpPr>
          <p:cNvPr id="510" name="Rechteck 6"/>
          <p:cNvSpPr/>
          <p:nvPr/>
        </p:nvSpPr>
        <p:spPr>
          <a:xfrm>
            <a:off x="397080" y="3711960"/>
            <a:ext cx="2144520" cy="1196640"/>
          </a:xfrm>
          <a:prstGeom prst="rect">
            <a:avLst/>
          </a:prstGeom>
          <a:solidFill>
            <a:srgbClr val="5b9bd5"/>
          </a:solidFill>
          <a:ln>
            <a:noFill/>
          </a:ln>
        </p:spPr>
        <p:style>
          <a:lnRef idx="2">
            <a:schemeClr val="accent5">
              <a:shade val="15000"/>
            </a:schemeClr>
          </a:lnRef>
          <a:fillRef idx="1">
            <a:schemeClr val="accent5"/>
          </a:fillRef>
          <a:effectRef idx="0">
            <a:schemeClr val="accent5"/>
          </a:effectRef>
          <a:fontRef idx="minor"/>
        </p:style>
        <p:txBody>
          <a:bodyPr lIns="90000" rIns="90000" tIns="45000" bIns="45000" anchor="ctr">
            <a:noAutofit/>
          </a:bodyPr>
          <a:p>
            <a:pPr algn="ctr">
              <a:lnSpc>
                <a:spcPct val="100000"/>
              </a:lnSpc>
              <a:buNone/>
            </a:pPr>
            <a:r>
              <a:rPr b="0" lang="de-DE" sz="1400" spc="-1" strike="noStrike">
                <a:solidFill>
                  <a:srgbClr val="ffffff"/>
                </a:solidFill>
                <a:latin typeface="Arial"/>
              </a:rPr>
              <a:t>Credit applications for used cars have a higher acceptance rate (83%) compared to those for new cars (62%).</a:t>
            </a:r>
            <a:endParaRPr b="0" lang="en-US" sz="1400" spc="-1" strike="noStrike">
              <a:latin typeface="Arial"/>
            </a:endParaRPr>
          </a:p>
        </p:txBody>
      </p:sp>
      <p:sp>
        <p:nvSpPr>
          <p:cNvPr id="511" name="Rechteck 8"/>
          <p:cNvSpPr/>
          <p:nvPr/>
        </p:nvSpPr>
        <p:spPr>
          <a:xfrm>
            <a:off x="6602040" y="1056600"/>
            <a:ext cx="2144520" cy="1196640"/>
          </a:xfrm>
          <a:prstGeom prst="rect">
            <a:avLst/>
          </a:prstGeom>
          <a:solidFill>
            <a:schemeClr val="accent4"/>
          </a:solidFill>
          <a:ln>
            <a:noFill/>
          </a:ln>
        </p:spPr>
        <p:style>
          <a:lnRef idx="2">
            <a:schemeClr val="accent4">
              <a:shade val="15000"/>
            </a:schemeClr>
          </a:lnRef>
          <a:fillRef idx="1">
            <a:schemeClr val="accent4"/>
          </a:fillRef>
          <a:effectRef idx="0">
            <a:schemeClr val="accent4"/>
          </a:effectRef>
          <a:fontRef idx="minor"/>
        </p:style>
        <p:txBody>
          <a:bodyPr lIns="90000" rIns="90000" tIns="45000" bIns="45000" anchor="ctr">
            <a:noAutofit/>
          </a:bodyPr>
          <a:p>
            <a:pPr algn="ctr">
              <a:lnSpc>
                <a:spcPct val="100000"/>
              </a:lnSpc>
              <a:buNone/>
            </a:pPr>
            <a:r>
              <a:rPr b="0" lang="de-DE" sz="1400" spc="-1" strike="noStrike">
                <a:solidFill>
                  <a:srgbClr val="ffffff"/>
                </a:solidFill>
                <a:latin typeface="Arial"/>
              </a:rPr>
              <a:t>Used cars typically cost less than new cars. This leads to smaller loan amounts, reducing the lender's risk.</a:t>
            </a:r>
            <a:endParaRPr b="0" lang="en-US" sz="1400" spc="-1" strike="noStrike">
              <a:latin typeface="Arial"/>
            </a:endParaRPr>
          </a:p>
        </p:txBody>
      </p:sp>
      <p:sp>
        <p:nvSpPr>
          <p:cNvPr id="512" name="Rechteck 10"/>
          <p:cNvSpPr/>
          <p:nvPr/>
        </p:nvSpPr>
        <p:spPr>
          <a:xfrm>
            <a:off x="6602040" y="3711960"/>
            <a:ext cx="2144520" cy="1196640"/>
          </a:xfrm>
          <a:prstGeom prst="rect">
            <a:avLst/>
          </a:prstGeom>
          <a:solidFill>
            <a:srgbClr val="ed7d31"/>
          </a:solidFill>
          <a:ln>
            <a:noFill/>
          </a:ln>
        </p:spPr>
        <p:style>
          <a:lnRef idx="2">
            <a:schemeClr val="accent2">
              <a:shade val="15000"/>
            </a:schemeClr>
          </a:lnRef>
          <a:fillRef idx="1">
            <a:schemeClr val="accent2"/>
          </a:fillRef>
          <a:effectRef idx="0">
            <a:schemeClr val="accent2"/>
          </a:effectRef>
          <a:fontRef idx="minor"/>
        </p:style>
        <p:txBody>
          <a:bodyPr lIns="90000" rIns="90000" tIns="45000" bIns="45000" anchor="ctr">
            <a:noAutofit/>
          </a:bodyPr>
          <a:p>
            <a:pPr algn="ctr">
              <a:lnSpc>
                <a:spcPct val="100000"/>
              </a:lnSpc>
              <a:buNone/>
            </a:pPr>
            <a:r>
              <a:rPr b="0" lang="de-DE" sz="1400" spc="-1" strike="noStrike">
                <a:solidFill>
                  <a:srgbClr val="ffffff"/>
                </a:solidFill>
                <a:latin typeface="Arial"/>
              </a:rPr>
              <a:t>New cars often serve as status symbols, while used cars are primarily viewed as a means of transportation.</a:t>
            </a:r>
            <a:endParaRPr b="0" lang="en-US" sz="1400" spc="-1" strike="noStrike">
              <a:latin typeface="Arial"/>
            </a:endParaRPr>
          </a:p>
        </p:txBody>
      </p:sp>
      <p:sp>
        <p:nvSpPr>
          <p:cNvPr id="513" name="Ellipse 12"/>
          <p:cNvSpPr/>
          <p:nvPr/>
        </p:nvSpPr>
        <p:spPr>
          <a:xfrm>
            <a:off x="6939720" y="2359080"/>
            <a:ext cx="1554840" cy="58716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400" spc="-1" strike="noStrike">
                <a:solidFill>
                  <a:srgbClr val="ffffff"/>
                </a:solidFill>
                <a:latin typeface="Arial"/>
              </a:rPr>
              <a:t>Domain Knowledge</a:t>
            </a:r>
            <a:endParaRPr b="0" lang="en-US" sz="1400" spc="-1" strike="noStrike">
              <a:latin typeface="Arial"/>
            </a:endParaRPr>
          </a:p>
        </p:txBody>
      </p:sp>
      <p:sp>
        <p:nvSpPr>
          <p:cNvPr id="514" name="Ellipse 15"/>
          <p:cNvSpPr/>
          <p:nvPr/>
        </p:nvSpPr>
        <p:spPr>
          <a:xfrm>
            <a:off x="6939720" y="3028680"/>
            <a:ext cx="1554840" cy="58716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400" spc="-1" strike="noStrike">
                <a:solidFill>
                  <a:srgbClr val="ffffff"/>
                </a:solidFill>
                <a:latin typeface="Arial"/>
              </a:rPr>
              <a:t>World Knowledge</a:t>
            </a:r>
            <a:endParaRPr b="0" lang="en-US" sz="1400" spc="-1" strike="noStrike">
              <a:latin typeface="Arial"/>
            </a:endParaRPr>
          </a:p>
        </p:txBody>
      </p:sp>
      <p:sp>
        <p:nvSpPr>
          <p:cNvPr id="515" name="Ellipse 17"/>
          <p:cNvSpPr/>
          <p:nvPr/>
        </p:nvSpPr>
        <p:spPr>
          <a:xfrm>
            <a:off x="686520" y="2400480"/>
            <a:ext cx="1587240" cy="58716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400" spc="-1" strike="noStrike">
                <a:solidFill>
                  <a:srgbClr val="ffffff"/>
                </a:solidFill>
                <a:latin typeface="Arial"/>
              </a:rPr>
              <a:t>Model</a:t>
            </a:r>
            <a:endParaRPr b="0" lang="en-US" sz="1400" spc="-1" strike="noStrike">
              <a:latin typeface="Arial"/>
            </a:endParaRPr>
          </a:p>
        </p:txBody>
      </p:sp>
      <p:sp>
        <p:nvSpPr>
          <p:cNvPr id="516" name="Ellipse 18"/>
          <p:cNvSpPr/>
          <p:nvPr/>
        </p:nvSpPr>
        <p:spPr>
          <a:xfrm>
            <a:off x="686520" y="3049560"/>
            <a:ext cx="1587240" cy="58716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400" spc="-1" strike="noStrike">
                <a:solidFill>
                  <a:srgbClr val="ffffff"/>
                </a:solidFill>
                <a:latin typeface="Arial"/>
              </a:rPr>
              <a:t>Data</a:t>
            </a:r>
            <a:endParaRPr b="0" lang="en-US" sz="1400" spc="-1" strike="noStrike">
              <a:latin typeface="Arial"/>
            </a:endParaRPr>
          </a:p>
        </p:txBody>
      </p:sp>
      <p:sp>
        <p:nvSpPr>
          <p:cNvPr id="517" name="Rechteck 36"/>
          <p:cNvSpPr/>
          <p:nvPr/>
        </p:nvSpPr>
        <p:spPr>
          <a:xfrm>
            <a:off x="2964960" y="813600"/>
            <a:ext cx="3251520" cy="506880"/>
          </a:xfrm>
          <a:prstGeom prst="rect">
            <a:avLst/>
          </a:prstGeom>
          <a:solidFill>
            <a:srgbClr val="70ad47">
              <a:alpha val="90000"/>
            </a:srgbClr>
          </a:solidFill>
          <a:ln>
            <a:solidFill>
              <a:srgbClr val="314b1f"/>
            </a:solidFill>
          </a:ln>
        </p:spPr>
        <p:style>
          <a:lnRef idx="2">
            <a:schemeClr val="accent6">
              <a:shade val="15000"/>
            </a:schemeClr>
          </a:lnRef>
          <a:fillRef idx="1">
            <a:schemeClr val="accent6"/>
          </a:fillRef>
          <a:effectRef idx="0">
            <a:schemeClr val="accent6"/>
          </a:effectRef>
          <a:fontRef idx="minor"/>
        </p:style>
      </p:sp>
      <p:sp>
        <p:nvSpPr>
          <p:cNvPr id="518" name="Rechteck 37"/>
          <p:cNvSpPr/>
          <p:nvPr/>
        </p:nvSpPr>
        <p:spPr>
          <a:xfrm>
            <a:off x="2952000" y="1474560"/>
            <a:ext cx="3264480" cy="925920"/>
          </a:xfrm>
          <a:prstGeom prst="rect">
            <a:avLst/>
          </a:prstGeom>
          <a:solidFill>
            <a:srgbClr val="5b9bd5">
              <a:alpha val="90000"/>
            </a:srgbClr>
          </a:solidFill>
          <a:ln>
            <a:solidFill>
              <a:srgbClr val="314b1f"/>
            </a:solidFill>
          </a:ln>
        </p:spPr>
        <p:style>
          <a:lnRef idx="2">
            <a:schemeClr val="accent6">
              <a:shade val="15000"/>
            </a:schemeClr>
          </a:lnRef>
          <a:fillRef idx="1">
            <a:schemeClr val="accent6"/>
          </a:fillRef>
          <a:effectRef idx="0">
            <a:schemeClr val="accent6"/>
          </a:effectRef>
          <a:fontRef idx="minor"/>
        </p:style>
      </p:sp>
      <p:sp>
        <p:nvSpPr>
          <p:cNvPr id="519" name="Rechteck 38"/>
          <p:cNvSpPr/>
          <p:nvPr/>
        </p:nvSpPr>
        <p:spPr>
          <a:xfrm>
            <a:off x="2964960" y="2483640"/>
            <a:ext cx="3251520" cy="2292480"/>
          </a:xfrm>
          <a:prstGeom prst="rect">
            <a:avLst/>
          </a:prstGeom>
          <a:gradFill rotWithShape="0">
            <a:gsLst>
              <a:gs pos="0">
                <a:srgbClr val="ffc000">
                  <a:alpha val="80000"/>
                </a:srgbClr>
              </a:gs>
              <a:gs pos="100000">
                <a:srgbClr val="ed7d31">
                  <a:alpha val="80000"/>
                </a:srgbClr>
              </a:gs>
            </a:gsLst>
            <a:lin ang="5400000"/>
          </a:gradFill>
          <a:ln>
            <a:solidFill>
              <a:srgbClr val="6f5400"/>
            </a:solidFill>
          </a:ln>
        </p:spPr>
        <p:style>
          <a:lnRef idx="2">
            <a:schemeClr val="accent4">
              <a:shade val="15000"/>
            </a:schemeClr>
          </a:lnRef>
          <a:fillRef idx="1">
            <a:schemeClr val="accent4"/>
          </a:fillRef>
          <a:effectRef idx="0">
            <a:schemeClr val="accent4"/>
          </a:effectRef>
          <a:fontRef idx="minor"/>
        </p:style>
      </p:sp>
      <p:sp>
        <p:nvSpPr>
          <p:cNvPr id="520" name="Textfeld 35"/>
          <p:cNvSpPr/>
          <p:nvPr/>
        </p:nvSpPr>
        <p:spPr>
          <a:xfrm>
            <a:off x="2927160" y="802800"/>
            <a:ext cx="3148560" cy="43520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de-DE" sz="1400" spc="-1" strike="noStrike">
                <a:solidFill>
                  <a:srgbClr val="000000"/>
                </a:solidFill>
                <a:latin typeface="Arial"/>
              </a:rPr>
              <a:t>In this case, the purpose influenced the loan approval decision.</a:t>
            </a:r>
            <a:endParaRPr b="0" lang="en-US" sz="1400" spc="-1" strike="noStrike">
              <a:latin typeface="Arial"/>
            </a:endParaRPr>
          </a:p>
          <a:p>
            <a:pPr>
              <a:lnSpc>
                <a:spcPct val="100000"/>
              </a:lnSpc>
              <a:buNone/>
            </a:pPr>
            <a:r>
              <a:rPr b="0" lang="de-DE" sz="1400" spc="-1" strike="noStrike">
                <a:solidFill>
                  <a:srgbClr val="000000"/>
                </a:solidFill>
                <a:latin typeface="Arial"/>
              </a:rPr>
              <a:t> </a:t>
            </a:r>
            <a:endParaRPr b="0" lang="en-US" sz="1400" spc="-1" strike="noStrike">
              <a:latin typeface="Arial"/>
            </a:endParaRPr>
          </a:p>
          <a:p>
            <a:pPr>
              <a:lnSpc>
                <a:spcPct val="100000"/>
              </a:lnSpc>
              <a:buNone/>
            </a:pPr>
            <a:r>
              <a:rPr b="0" lang="de-DE" sz="1400" spc="-1" strike="noStrike">
                <a:solidFill>
                  <a:srgbClr val="000000"/>
                </a:solidFill>
                <a:latin typeface="Arial"/>
              </a:rPr>
              <a:t>This can be explained by the disparity between used car and new car loans, with acceptance rates of 83% and 62% respectively. </a:t>
            </a:r>
            <a:endParaRPr b="0" lang="en-US" sz="1400" spc="-1" strike="noStrike">
              <a:latin typeface="Arial"/>
            </a:endParaRPr>
          </a:p>
          <a:p>
            <a:pPr>
              <a:lnSpc>
                <a:spcPct val="100000"/>
              </a:lnSpc>
              <a:buNone/>
            </a:pPr>
            <a:r>
              <a:rPr b="0" lang="de-DE" sz="1400" spc="-1" strike="noStrike">
                <a:solidFill>
                  <a:srgbClr val="000000"/>
                </a:solidFill>
                <a:latin typeface="Arial"/>
              </a:rPr>
              <a:t> </a:t>
            </a:r>
            <a:endParaRPr b="0" lang="en-US" sz="1400" spc="-1" strike="noStrike">
              <a:latin typeface="Arial"/>
            </a:endParaRPr>
          </a:p>
          <a:p>
            <a:pPr>
              <a:lnSpc>
                <a:spcPct val="100000"/>
              </a:lnSpc>
              <a:buNone/>
            </a:pPr>
            <a:r>
              <a:rPr b="0" lang="de-DE" sz="1400" spc="-1" strike="noStrike">
                <a:solidFill>
                  <a:srgbClr val="000000"/>
                </a:solidFill>
                <a:latin typeface="Arial"/>
              </a:rPr>
              <a:t>Further, used cars, primarily viewed as a means of transportation, often involve lower loan amounts due to their lower purchase price. </a:t>
            </a:r>
            <a:br>
              <a:rPr sz="1400"/>
            </a:br>
            <a:r>
              <a:rPr b="0" lang="de-DE" sz="1400" spc="-1" strike="noStrike">
                <a:solidFill>
                  <a:srgbClr val="000000"/>
                </a:solidFill>
                <a:latin typeface="Arial"/>
              </a:rPr>
              <a:t> </a:t>
            </a:r>
            <a:endParaRPr b="0" lang="en-US" sz="1400" spc="-1" strike="noStrike">
              <a:latin typeface="Arial"/>
            </a:endParaRPr>
          </a:p>
          <a:p>
            <a:pPr>
              <a:lnSpc>
                <a:spcPct val="100000"/>
              </a:lnSpc>
              <a:buNone/>
            </a:pPr>
            <a:r>
              <a:rPr b="0" lang="de-DE" sz="1400" spc="-1" strike="noStrike">
                <a:solidFill>
                  <a:srgbClr val="000000"/>
                </a:solidFill>
                <a:latin typeface="Arial"/>
              </a:rPr>
              <a:t>In contrast, new cars, frequently seen as status symbols, may be perceived as higher-risk purchases, potentially influenced by factors beyond essential transportation needs.</a:t>
            </a:r>
            <a:endParaRPr b="0" lang="en-US" sz="1400" spc="-1" strike="noStrike">
              <a:latin typeface="Arial"/>
            </a:endParaRPr>
          </a:p>
          <a:p>
            <a:pPr algn="ctr">
              <a:lnSpc>
                <a:spcPct val="100000"/>
              </a:lnSpc>
              <a:buNone/>
            </a:pPr>
            <a:endParaRPr b="0" lang="en-US" sz="1400" spc="-1" strike="noStrike">
              <a:latin typeface="Arial"/>
            </a:endParaRPr>
          </a:p>
        </p:txBody>
      </p:sp>
      <p:sp>
        <p:nvSpPr>
          <p:cNvPr id="521" name="Textfeld 7"/>
          <p:cNvSpPr/>
          <p:nvPr/>
        </p:nvSpPr>
        <p:spPr>
          <a:xfrm>
            <a:off x="7857360" y="134640"/>
            <a:ext cx="1113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Concept for DK</a:t>
            </a:r>
            <a:endParaRPr b="0" lang="en-US" sz="1200" spc="-1" strike="noStrike">
              <a:latin typeface="Arial"/>
            </a:endParaRPr>
          </a:p>
        </p:txBody>
      </p:sp>
      <p:sp>
        <p:nvSpPr>
          <p:cNvPr id="522" name="Rechteck 11"/>
          <p:cNvSpPr/>
          <p:nvPr/>
        </p:nvSpPr>
        <p:spPr>
          <a:xfrm>
            <a:off x="8847720" y="664200"/>
            <a:ext cx="277560" cy="277560"/>
          </a:xfrm>
          <a:prstGeom prst="rect">
            <a:avLst/>
          </a:prstGeom>
          <a:blipFill rotWithShape="0">
            <a:blip r:embed="rId1"/>
            <a:srcRect/>
            <a:stretch/>
          </a:blipFill>
          <a:ln>
            <a:noFill/>
          </a:ln>
        </p:spPr>
        <p:style>
          <a:lnRef idx="2"/>
          <a:fillRef idx="0"/>
          <a:effectRef idx="0">
            <a:schemeClr val="accent2">
              <a:hueOff val="0"/>
              <a:satOff val="0"/>
              <a:lumOff val="0"/>
              <a:alphaOff val="0"/>
            </a:schemeClr>
          </a:effectRef>
          <a:fontRef idx="minor"/>
        </p:style>
      </p:sp>
      <p:sp>
        <p:nvSpPr>
          <p:cNvPr id="523" name="Rechteck 13"/>
          <p:cNvSpPr/>
          <p:nvPr/>
        </p:nvSpPr>
        <p:spPr>
          <a:xfrm>
            <a:off x="8847720" y="1043640"/>
            <a:ext cx="277560" cy="277560"/>
          </a:xfrm>
          <a:prstGeom prst="rect">
            <a:avLst/>
          </a:prstGeom>
          <a:blipFill rotWithShape="0">
            <a:blip r:embed="rId2"/>
            <a:srcRect/>
            <a:stretch/>
          </a:blipFill>
          <a:ln>
            <a:noFill/>
          </a:ln>
        </p:spPr>
        <p:style>
          <a:lnRef idx="2"/>
          <a:fillRef idx="0"/>
          <a:effectRef idx="0">
            <a:schemeClr val="accent3">
              <a:hueOff val="0"/>
              <a:satOff val="0"/>
              <a:lumOff val="0"/>
              <a:alphaOff val="0"/>
            </a:schemeClr>
          </a:effectRef>
          <a:fontRef idx="minor"/>
        </p:style>
      </p:sp>
      <p:sp>
        <p:nvSpPr>
          <p:cNvPr id="524" name="Rechteck 14"/>
          <p:cNvSpPr/>
          <p:nvPr/>
        </p:nvSpPr>
        <p:spPr>
          <a:xfrm>
            <a:off x="8847720" y="1379160"/>
            <a:ext cx="277560" cy="277560"/>
          </a:xfrm>
          <a:prstGeom prst="rect">
            <a:avLst/>
          </a:prstGeom>
          <a:blipFill rotWithShape="0">
            <a:blip r:embed="rId3"/>
            <a:srcRect/>
            <a:stretch/>
          </a:blipFill>
          <a:ln>
            <a:noFill/>
          </a:ln>
        </p:spPr>
        <p:style>
          <a:lnRef idx="2"/>
          <a:fillRef idx="0"/>
          <a:effectRef idx="0">
            <a:schemeClr val="accent4">
              <a:hueOff val="0"/>
              <a:satOff val="0"/>
              <a:lumOff val="0"/>
              <a:alphaOff val="0"/>
            </a:schemeClr>
          </a:effectRef>
          <a:fontRef idx="minor"/>
        </p:style>
      </p:sp>
      <p:sp>
        <p:nvSpPr>
          <p:cNvPr id="525" name="Rechteck 16"/>
          <p:cNvSpPr/>
          <p:nvPr/>
        </p:nvSpPr>
        <p:spPr>
          <a:xfrm>
            <a:off x="8847720" y="1688760"/>
            <a:ext cx="277560" cy="277560"/>
          </a:xfrm>
          <a:prstGeom prst="rect">
            <a:avLst/>
          </a:prstGeom>
          <a:blipFill rotWithShape="0">
            <a:blip r:embed="rId4"/>
            <a:srcRect/>
            <a:stretch/>
          </a:blipFill>
          <a:ln>
            <a:noFill/>
          </a:ln>
        </p:spPr>
        <p:style>
          <a:lnRef idx="2"/>
          <a:fillRef idx="0"/>
          <a:effectRef idx="0">
            <a:schemeClr val="accent5">
              <a:hueOff val="0"/>
              <a:satOff val="0"/>
              <a:lumOff val="0"/>
              <a:alphaOff val="0"/>
            </a:schemeClr>
          </a:effectRef>
          <a:fontRef idx="minor"/>
        </p:style>
      </p:sp>
      <p:sp>
        <p:nvSpPr>
          <p:cNvPr id="526" name="Rechteck 19"/>
          <p:cNvSpPr/>
          <p:nvPr/>
        </p:nvSpPr>
        <p:spPr>
          <a:xfrm>
            <a:off x="8847720" y="2007000"/>
            <a:ext cx="277560" cy="277560"/>
          </a:xfrm>
          <a:prstGeom prst="rect">
            <a:avLst/>
          </a:prstGeom>
          <a:blipFill rotWithShape="0">
            <a:blip r:embed="rId5"/>
            <a:srcRect/>
            <a:stretch/>
          </a:blipFill>
          <a:ln>
            <a:noFill/>
          </a:ln>
        </p:spPr>
        <p:style>
          <a:lnRef idx="2"/>
          <a:fillRef idx="0"/>
          <a:effectRef idx="0">
            <a:schemeClr val="accent6">
              <a:hueOff val="0"/>
              <a:satOff val="0"/>
              <a:lumOff val="0"/>
              <a:alphaOff val="0"/>
            </a:schemeClr>
          </a:effectRef>
          <a:fontRef idx="minor"/>
        </p:style>
      </p:sp>
      <p:sp>
        <p:nvSpPr>
          <p:cNvPr id="527" name="Rechteck 20"/>
          <p:cNvSpPr/>
          <p:nvPr/>
        </p:nvSpPr>
        <p:spPr>
          <a:xfrm>
            <a:off x="8847720" y="2316600"/>
            <a:ext cx="277560" cy="277560"/>
          </a:xfrm>
          <a:prstGeom prst="rect">
            <a:avLst/>
          </a:prstGeom>
          <a:blipFill rotWithShape="0">
            <a:blip r:embed="rId6"/>
            <a:srcRect/>
            <a:stretch/>
          </a:blipFill>
          <a:ln>
            <a:noFill/>
          </a:ln>
        </p:spPr>
        <p:style>
          <a:lnRef idx="2"/>
          <a:fillRef idx="0"/>
          <a:effectRef idx="0">
            <a:schemeClr val="accent2">
              <a:hueOff val="0"/>
              <a:satOff val="0"/>
              <a:lumOff val="0"/>
              <a:alphaOff val="0"/>
            </a:schemeClr>
          </a:effectRef>
          <a:fontRef idx="minor"/>
        </p:style>
      </p:sp>
      <p:sp>
        <p:nvSpPr>
          <p:cNvPr id="528" name="Rechteck 23"/>
          <p:cNvSpPr/>
          <p:nvPr/>
        </p:nvSpPr>
        <p:spPr>
          <a:xfrm>
            <a:off x="7601400" y="127080"/>
            <a:ext cx="277560" cy="277560"/>
          </a:xfrm>
          <a:prstGeom prst="rect">
            <a:avLst/>
          </a:prstGeom>
          <a:blipFill rotWithShape="0">
            <a:blip r:embed="rId7"/>
            <a:srcRect/>
            <a:stretch/>
          </a:blipFill>
          <a:ln>
            <a:noFill/>
          </a:ln>
        </p:spPr>
        <p:style>
          <a:lnRef idx="2"/>
          <a:fillRef idx="0"/>
          <a:effectRef idx="0">
            <a:schemeClr val="accent4">
              <a:hueOff val="0"/>
              <a:satOff val="0"/>
              <a:lumOff val="0"/>
              <a:alphaOff val="0"/>
            </a:schemeClr>
          </a:effectRef>
          <a:fontRef idx="minor"/>
        </p:style>
      </p:sp>
    </p:spTree>
  </p:cSld>
  <p:transition spd="slow">
    <p:push dir="u"/>
  </p:transition>
  <p:timing>
    <p:tnLst>
      <p:par>
        <p:cTn id="431" dur="indefinite" restart="never" nodeType="tmRoot">
          <p:childTnLst>
            <p:seq>
              <p:cTn id="432" dur="indefinite" nodeType="mainSeq">
                <p:childTnLst>
                  <p:par>
                    <p:cTn id="433" fill="hold">
                      <p:stCondLst>
                        <p:cond delay="indefinite"/>
                      </p:stCondLst>
                      <p:childTnLst>
                        <p:par>
                          <p:cTn id="434" fill="hold">
                            <p:stCondLst>
                              <p:cond delay="0"/>
                            </p:stCondLst>
                            <p:childTnLst>
                              <p:par>
                                <p:cTn id="435" nodeType="clickEffect" fill="hold" presetClass="entr" presetID="10">
                                  <p:stCondLst>
                                    <p:cond delay="0"/>
                                  </p:stCondLst>
                                  <p:childTnLst>
                                    <p:set>
                                      <p:cBhvr>
                                        <p:cTn id="436" dur="1" fill="hold">
                                          <p:stCondLst>
                                            <p:cond delay="0"/>
                                          </p:stCondLst>
                                        </p:cTn>
                                        <p:tgtEl>
                                          <p:spTgt spid="502"/>
                                        </p:tgtEl>
                                        <p:attrNameLst>
                                          <p:attrName>style.visibility</p:attrName>
                                        </p:attrNameLst>
                                      </p:cBhvr>
                                      <p:to>
                                        <p:strVal val="visible"/>
                                      </p:to>
                                    </p:set>
                                    <p:animEffect filter="fade" transition="in">
                                      <p:cBhvr additive="repl">
                                        <p:cTn id="437" dur="500"/>
                                        <p:tgtEl>
                                          <p:spTgt spid="502"/>
                                        </p:tgtEl>
                                      </p:cBhvr>
                                    </p:animEffect>
                                  </p:childTnLst>
                                </p:cTn>
                              </p:par>
                              <p:par>
                                <p:cTn id="438" nodeType="withEffect" fill="hold" presetClass="entr" presetID="10">
                                  <p:stCondLst>
                                    <p:cond delay="0"/>
                                  </p:stCondLst>
                                  <p:childTnLst>
                                    <p:set>
                                      <p:cBhvr>
                                        <p:cTn id="439" dur="1" fill="hold">
                                          <p:stCondLst>
                                            <p:cond delay="0"/>
                                          </p:stCondLst>
                                        </p:cTn>
                                        <p:tgtEl>
                                          <p:spTgt spid="520"/>
                                        </p:tgtEl>
                                        <p:attrNameLst>
                                          <p:attrName>style.visibility</p:attrName>
                                        </p:attrNameLst>
                                      </p:cBhvr>
                                      <p:to>
                                        <p:strVal val="visible"/>
                                      </p:to>
                                    </p:set>
                                    <p:animEffect filter="fade" transition="in">
                                      <p:cBhvr additive="repl">
                                        <p:cTn id="440" dur="500"/>
                                        <p:tgtEl>
                                          <p:spTgt spid="520"/>
                                        </p:tgtEl>
                                      </p:cBhvr>
                                    </p:animEffect>
                                  </p:childTnLst>
                                </p:cTn>
                              </p:par>
                            </p:childTnLst>
                          </p:cTn>
                        </p:par>
                      </p:childTnLst>
                    </p:cTn>
                  </p:par>
                  <p:par>
                    <p:cTn id="441" fill="hold">
                      <p:stCondLst>
                        <p:cond delay="indefinite"/>
                      </p:stCondLst>
                      <p:childTnLst>
                        <p:par>
                          <p:cTn id="442" fill="hold">
                            <p:stCondLst>
                              <p:cond delay="0"/>
                            </p:stCondLst>
                            <p:childTnLst>
                              <p:par>
                                <p:cTn id="443" nodeType="clickEffect" fill="hold" presetClass="entr" presetID="10">
                                  <p:stCondLst>
                                    <p:cond delay="0"/>
                                  </p:stCondLst>
                                  <p:childTnLst>
                                    <p:set>
                                      <p:cBhvr>
                                        <p:cTn id="444" dur="1" fill="hold">
                                          <p:stCondLst>
                                            <p:cond delay="0"/>
                                          </p:stCondLst>
                                        </p:cTn>
                                        <p:tgtEl>
                                          <p:spTgt spid="504"/>
                                        </p:tgtEl>
                                        <p:attrNameLst>
                                          <p:attrName>style.visibility</p:attrName>
                                        </p:attrNameLst>
                                      </p:cBhvr>
                                      <p:to>
                                        <p:strVal val="visible"/>
                                      </p:to>
                                    </p:set>
                                    <p:animEffect filter="fade" transition="in">
                                      <p:cBhvr additive="repl">
                                        <p:cTn id="445" dur="500"/>
                                        <p:tgtEl>
                                          <p:spTgt spid="504"/>
                                        </p:tgtEl>
                                      </p:cBhvr>
                                    </p:animEffect>
                                  </p:childTnLst>
                                </p:cTn>
                              </p:par>
                            </p:childTnLst>
                          </p:cTn>
                        </p:par>
                        <p:par>
                          <p:cTn id="446" fill="hold">
                            <p:stCondLst>
                              <p:cond delay="500"/>
                            </p:stCondLst>
                            <p:childTnLst>
                              <p:par>
                                <p:cTn id="447" nodeType="afterEffect" fill="hold" presetClass="entr" presetID="10">
                                  <p:stCondLst>
                                    <p:cond delay="0"/>
                                  </p:stCondLst>
                                  <p:childTnLst>
                                    <p:set>
                                      <p:cBhvr>
                                        <p:cTn id="448" dur="1" fill="hold">
                                          <p:stCondLst>
                                            <p:cond delay="0"/>
                                          </p:stCondLst>
                                        </p:cTn>
                                        <p:tgtEl>
                                          <p:spTgt spid="515"/>
                                        </p:tgtEl>
                                        <p:attrNameLst>
                                          <p:attrName>style.visibility</p:attrName>
                                        </p:attrNameLst>
                                      </p:cBhvr>
                                      <p:to>
                                        <p:strVal val="visible"/>
                                      </p:to>
                                    </p:set>
                                    <p:animEffect filter="fade" transition="in">
                                      <p:cBhvr additive="repl">
                                        <p:cTn id="449" dur="500"/>
                                        <p:tgtEl>
                                          <p:spTgt spid="515"/>
                                        </p:tgtEl>
                                      </p:cBhvr>
                                    </p:animEffect>
                                  </p:childTnLst>
                                </p:cTn>
                              </p:par>
                              <p:par>
                                <p:cTn id="450" nodeType="withEffect" fill="hold" presetClass="entr" presetID="10">
                                  <p:stCondLst>
                                    <p:cond delay="0"/>
                                  </p:stCondLst>
                                  <p:childTnLst>
                                    <p:set>
                                      <p:cBhvr>
                                        <p:cTn id="451" dur="1" fill="hold">
                                          <p:stCondLst>
                                            <p:cond delay="0"/>
                                          </p:stCondLst>
                                        </p:cTn>
                                        <p:tgtEl>
                                          <p:spTgt spid="516"/>
                                        </p:tgtEl>
                                        <p:attrNameLst>
                                          <p:attrName>style.visibility</p:attrName>
                                        </p:attrNameLst>
                                      </p:cBhvr>
                                      <p:to>
                                        <p:strVal val="visible"/>
                                      </p:to>
                                    </p:set>
                                    <p:animEffect filter="fade" transition="in">
                                      <p:cBhvr additive="repl">
                                        <p:cTn id="452" dur="500"/>
                                        <p:tgtEl>
                                          <p:spTgt spid="516"/>
                                        </p:tgtEl>
                                      </p:cBhvr>
                                    </p:animEffect>
                                  </p:childTnLst>
                                </p:cTn>
                              </p:par>
                            </p:childTnLst>
                          </p:cTn>
                        </p:par>
                      </p:childTnLst>
                    </p:cTn>
                  </p:par>
                  <p:par>
                    <p:cTn id="453" fill="hold">
                      <p:stCondLst>
                        <p:cond delay="indefinite"/>
                      </p:stCondLst>
                      <p:childTnLst>
                        <p:par>
                          <p:cTn id="454" fill="hold">
                            <p:stCondLst>
                              <p:cond delay="0"/>
                            </p:stCondLst>
                            <p:childTnLst>
                              <p:par>
                                <p:cTn id="455" nodeType="clickEffect" fill="hold" presetClass="entr" presetID="10">
                                  <p:stCondLst>
                                    <p:cond delay="0"/>
                                  </p:stCondLst>
                                  <p:childTnLst>
                                    <p:set>
                                      <p:cBhvr>
                                        <p:cTn id="456" dur="1" fill="hold">
                                          <p:stCondLst>
                                            <p:cond delay="0"/>
                                          </p:stCondLst>
                                        </p:cTn>
                                        <p:tgtEl>
                                          <p:spTgt spid="517"/>
                                        </p:tgtEl>
                                        <p:attrNameLst>
                                          <p:attrName>style.visibility</p:attrName>
                                        </p:attrNameLst>
                                      </p:cBhvr>
                                      <p:to>
                                        <p:strVal val="visible"/>
                                      </p:to>
                                    </p:set>
                                    <p:animEffect filter="fade" transition="in">
                                      <p:cBhvr additive="repl">
                                        <p:cTn id="457" dur="500"/>
                                        <p:tgtEl>
                                          <p:spTgt spid="517"/>
                                        </p:tgtEl>
                                      </p:cBhvr>
                                    </p:animEffect>
                                  </p:childTnLst>
                                </p:cTn>
                              </p:par>
                              <p:par>
                                <p:cTn id="458" nodeType="withEffect" fill="hold" presetClass="entr" presetID="10">
                                  <p:stCondLst>
                                    <p:cond delay="0"/>
                                  </p:stCondLst>
                                  <p:childTnLst>
                                    <p:set>
                                      <p:cBhvr>
                                        <p:cTn id="459" dur="1" fill="hold">
                                          <p:stCondLst>
                                            <p:cond delay="0"/>
                                          </p:stCondLst>
                                        </p:cTn>
                                        <p:tgtEl>
                                          <p:spTgt spid="509"/>
                                        </p:tgtEl>
                                        <p:attrNameLst>
                                          <p:attrName>style.visibility</p:attrName>
                                        </p:attrNameLst>
                                      </p:cBhvr>
                                      <p:to>
                                        <p:strVal val="visible"/>
                                      </p:to>
                                    </p:set>
                                    <p:animEffect filter="fade" transition="in">
                                      <p:cBhvr additive="repl">
                                        <p:cTn id="460" dur="500"/>
                                        <p:tgtEl>
                                          <p:spTgt spid="509"/>
                                        </p:tgtEl>
                                      </p:cBhvr>
                                    </p:animEffect>
                                  </p:childTnLst>
                                </p:cTn>
                              </p:par>
                            </p:childTnLst>
                          </p:cTn>
                        </p:par>
                      </p:childTnLst>
                    </p:cTn>
                  </p:par>
                  <p:par>
                    <p:cTn id="461" fill="hold">
                      <p:stCondLst>
                        <p:cond delay="indefinite"/>
                      </p:stCondLst>
                      <p:childTnLst>
                        <p:par>
                          <p:cTn id="462" fill="hold">
                            <p:stCondLst>
                              <p:cond delay="0"/>
                            </p:stCondLst>
                            <p:childTnLst>
                              <p:par>
                                <p:cTn id="463" nodeType="clickEffect" fill="hold" presetClass="entr" presetID="10">
                                  <p:stCondLst>
                                    <p:cond delay="0"/>
                                  </p:stCondLst>
                                  <p:childTnLst>
                                    <p:set>
                                      <p:cBhvr>
                                        <p:cTn id="464" dur="1" fill="hold">
                                          <p:stCondLst>
                                            <p:cond delay="0"/>
                                          </p:stCondLst>
                                        </p:cTn>
                                        <p:tgtEl>
                                          <p:spTgt spid="518"/>
                                        </p:tgtEl>
                                        <p:attrNameLst>
                                          <p:attrName>style.visibility</p:attrName>
                                        </p:attrNameLst>
                                      </p:cBhvr>
                                      <p:to>
                                        <p:strVal val="visible"/>
                                      </p:to>
                                    </p:set>
                                    <p:animEffect filter="fade" transition="in">
                                      <p:cBhvr additive="repl">
                                        <p:cTn id="465" dur="500"/>
                                        <p:tgtEl>
                                          <p:spTgt spid="518"/>
                                        </p:tgtEl>
                                      </p:cBhvr>
                                    </p:animEffect>
                                  </p:childTnLst>
                                </p:cTn>
                              </p:par>
                              <p:par>
                                <p:cTn id="466" nodeType="withEffect" fill="hold" presetClass="entr" presetID="10">
                                  <p:stCondLst>
                                    <p:cond delay="0"/>
                                  </p:stCondLst>
                                  <p:childTnLst>
                                    <p:set>
                                      <p:cBhvr>
                                        <p:cTn id="467" dur="1" fill="hold">
                                          <p:stCondLst>
                                            <p:cond delay="0"/>
                                          </p:stCondLst>
                                        </p:cTn>
                                        <p:tgtEl>
                                          <p:spTgt spid="510"/>
                                        </p:tgtEl>
                                        <p:attrNameLst>
                                          <p:attrName>style.visibility</p:attrName>
                                        </p:attrNameLst>
                                      </p:cBhvr>
                                      <p:to>
                                        <p:strVal val="visible"/>
                                      </p:to>
                                    </p:set>
                                    <p:animEffect filter="fade" transition="in">
                                      <p:cBhvr additive="repl">
                                        <p:cTn id="468" dur="500"/>
                                        <p:tgtEl>
                                          <p:spTgt spid="510"/>
                                        </p:tgtEl>
                                      </p:cBhvr>
                                    </p:animEffect>
                                  </p:childTnLst>
                                </p:cTn>
                              </p:par>
                            </p:childTnLst>
                          </p:cTn>
                        </p:par>
                      </p:childTnLst>
                    </p:cTn>
                  </p:par>
                  <p:par>
                    <p:cTn id="469" fill="hold">
                      <p:stCondLst>
                        <p:cond delay="indefinite"/>
                      </p:stCondLst>
                      <p:childTnLst>
                        <p:par>
                          <p:cTn id="470" fill="hold">
                            <p:stCondLst>
                              <p:cond delay="0"/>
                            </p:stCondLst>
                            <p:childTnLst>
                              <p:par>
                                <p:cTn id="471" nodeType="clickEffect" fill="hold" presetClass="entr" presetID="10">
                                  <p:stCondLst>
                                    <p:cond delay="0"/>
                                  </p:stCondLst>
                                  <p:childTnLst>
                                    <p:set>
                                      <p:cBhvr>
                                        <p:cTn id="472" dur="1" fill="hold">
                                          <p:stCondLst>
                                            <p:cond delay="0"/>
                                          </p:stCondLst>
                                        </p:cTn>
                                        <p:tgtEl>
                                          <p:spTgt spid="503"/>
                                        </p:tgtEl>
                                        <p:attrNameLst>
                                          <p:attrName>style.visibility</p:attrName>
                                        </p:attrNameLst>
                                      </p:cBhvr>
                                      <p:to>
                                        <p:strVal val="visible"/>
                                      </p:to>
                                    </p:set>
                                    <p:animEffect filter="fade" transition="in">
                                      <p:cBhvr additive="repl">
                                        <p:cTn id="473" dur="500"/>
                                        <p:tgtEl>
                                          <p:spTgt spid="503"/>
                                        </p:tgtEl>
                                      </p:cBhvr>
                                    </p:animEffect>
                                  </p:childTnLst>
                                </p:cTn>
                              </p:par>
                            </p:childTnLst>
                          </p:cTn>
                        </p:par>
                      </p:childTnLst>
                    </p:cTn>
                  </p:par>
                  <p:par>
                    <p:cTn id="474" fill="hold">
                      <p:stCondLst>
                        <p:cond delay="indefinite"/>
                      </p:stCondLst>
                      <p:childTnLst>
                        <p:par>
                          <p:cTn id="475" fill="hold">
                            <p:stCondLst>
                              <p:cond delay="0"/>
                            </p:stCondLst>
                            <p:childTnLst>
                              <p:par>
                                <p:cTn id="476" nodeType="clickEffect" fill="hold" presetClass="entr" presetID="10">
                                  <p:stCondLst>
                                    <p:cond delay="0"/>
                                  </p:stCondLst>
                                  <p:childTnLst>
                                    <p:set>
                                      <p:cBhvr>
                                        <p:cTn id="477" dur="1" fill="hold">
                                          <p:stCondLst>
                                            <p:cond delay="0"/>
                                          </p:stCondLst>
                                        </p:cTn>
                                        <p:tgtEl>
                                          <p:spTgt spid="513"/>
                                        </p:tgtEl>
                                        <p:attrNameLst>
                                          <p:attrName>style.visibility</p:attrName>
                                        </p:attrNameLst>
                                      </p:cBhvr>
                                      <p:to>
                                        <p:strVal val="visible"/>
                                      </p:to>
                                    </p:set>
                                    <p:animEffect filter="fade" transition="in">
                                      <p:cBhvr additive="repl">
                                        <p:cTn id="478" dur="500"/>
                                        <p:tgtEl>
                                          <p:spTgt spid="513"/>
                                        </p:tgtEl>
                                      </p:cBhvr>
                                    </p:animEffect>
                                  </p:childTnLst>
                                </p:cTn>
                              </p:par>
                            </p:childTnLst>
                          </p:cTn>
                        </p:par>
                      </p:childTnLst>
                    </p:cTn>
                  </p:par>
                  <p:par>
                    <p:cTn id="479" fill="hold">
                      <p:stCondLst>
                        <p:cond delay="indefinite"/>
                      </p:stCondLst>
                      <p:childTnLst>
                        <p:par>
                          <p:cTn id="480" fill="hold">
                            <p:stCondLst>
                              <p:cond delay="0"/>
                            </p:stCondLst>
                            <p:childTnLst>
                              <p:par>
                                <p:cTn id="481" nodeType="clickEffect" fill="hold" presetClass="entr" presetID="10">
                                  <p:stCondLst>
                                    <p:cond delay="0"/>
                                  </p:stCondLst>
                                  <p:childTnLst>
                                    <p:set>
                                      <p:cBhvr>
                                        <p:cTn id="482" dur="1" fill="hold">
                                          <p:stCondLst>
                                            <p:cond delay="0"/>
                                          </p:stCondLst>
                                        </p:cTn>
                                        <p:tgtEl>
                                          <p:spTgt spid="514"/>
                                        </p:tgtEl>
                                        <p:attrNameLst>
                                          <p:attrName>style.visibility</p:attrName>
                                        </p:attrNameLst>
                                      </p:cBhvr>
                                      <p:to>
                                        <p:strVal val="visible"/>
                                      </p:to>
                                    </p:set>
                                    <p:animEffect filter="fade" transition="in">
                                      <p:cBhvr additive="repl">
                                        <p:cTn id="483" dur="500"/>
                                        <p:tgtEl>
                                          <p:spTgt spid="514"/>
                                        </p:tgtEl>
                                      </p:cBhvr>
                                    </p:animEffect>
                                  </p:childTnLst>
                                </p:cTn>
                              </p:par>
                            </p:childTnLst>
                          </p:cTn>
                        </p:par>
                      </p:childTnLst>
                    </p:cTn>
                  </p:par>
                  <p:par>
                    <p:cTn id="484" fill="hold">
                      <p:stCondLst>
                        <p:cond delay="indefinite"/>
                      </p:stCondLst>
                      <p:childTnLst>
                        <p:par>
                          <p:cTn id="485" fill="hold">
                            <p:stCondLst>
                              <p:cond delay="0"/>
                            </p:stCondLst>
                            <p:childTnLst>
                              <p:par>
                                <p:cTn id="486" nodeType="clickEffect" fill="hold" presetClass="entr" presetID="10">
                                  <p:stCondLst>
                                    <p:cond delay="0"/>
                                  </p:stCondLst>
                                  <p:childTnLst>
                                    <p:set>
                                      <p:cBhvr>
                                        <p:cTn id="487" dur="1" fill="hold">
                                          <p:stCondLst>
                                            <p:cond delay="0"/>
                                          </p:stCondLst>
                                        </p:cTn>
                                        <p:tgtEl>
                                          <p:spTgt spid="511"/>
                                        </p:tgtEl>
                                        <p:attrNameLst>
                                          <p:attrName>style.visibility</p:attrName>
                                        </p:attrNameLst>
                                      </p:cBhvr>
                                      <p:to>
                                        <p:strVal val="visible"/>
                                      </p:to>
                                    </p:set>
                                    <p:animEffect filter="fade" transition="in">
                                      <p:cBhvr additive="repl">
                                        <p:cTn id="488" dur="500"/>
                                        <p:tgtEl>
                                          <p:spTgt spid="511"/>
                                        </p:tgtEl>
                                      </p:cBhvr>
                                    </p:animEffect>
                                  </p:childTnLst>
                                </p:cTn>
                              </p:par>
                            </p:childTnLst>
                          </p:cTn>
                        </p:par>
                      </p:childTnLst>
                    </p:cTn>
                  </p:par>
                  <p:par>
                    <p:cTn id="489" fill="hold">
                      <p:stCondLst>
                        <p:cond delay="indefinite"/>
                      </p:stCondLst>
                      <p:childTnLst>
                        <p:par>
                          <p:cTn id="490" fill="hold">
                            <p:stCondLst>
                              <p:cond delay="0"/>
                            </p:stCondLst>
                            <p:childTnLst>
                              <p:par>
                                <p:cTn id="491" nodeType="clickEffect" fill="hold" presetClass="entr" presetID="10">
                                  <p:stCondLst>
                                    <p:cond delay="0"/>
                                  </p:stCondLst>
                                  <p:childTnLst>
                                    <p:set>
                                      <p:cBhvr>
                                        <p:cTn id="492" dur="1" fill="hold">
                                          <p:stCondLst>
                                            <p:cond delay="0"/>
                                          </p:stCondLst>
                                        </p:cTn>
                                        <p:tgtEl>
                                          <p:spTgt spid="519"/>
                                        </p:tgtEl>
                                        <p:attrNameLst>
                                          <p:attrName>style.visibility</p:attrName>
                                        </p:attrNameLst>
                                      </p:cBhvr>
                                      <p:to>
                                        <p:strVal val="visible"/>
                                      </p:to>
                                    </p:set>
                                    <p:animEffect filter="fade" transition="in">
                                      <p:cBhvr additive="repl">
                                        <p:cTn id="493" dur="500"/>
                                        <p:tgtEl>
                                          <p:spTgt spid="519"/>
                                        </p:tgtEl>
                                      </p:cBhvr>
                                    </p:animEffect>
                                  </p:childTnLst>
                                </p:cTn>
                              </p:par>
                              <p:par>
                                <p:cTn id="494" nodeType="withEffect" fill="hold" presetClass="entr" presetID="10">
                                  <p:stCondLst>
                                    <p:cond delay="0"/>
                                  </p:stCondLst>
                                  <p:childTnLst>
                                    <p:set>
                                      <p:cBhvr>
                                        <p:cTn id="495" dur="1" fill="hold">
                                          <p:stCondLst>
                                            <p:cond delay="0"/>
                                          </p:stCondLst>
                                        </p:cTn>
                                        <p:tgtEl>
                                          <p:spTgt spid="512"/>
                                        </p:tgtEl>
                                        <p:attrNameLst>
                                          <p:attrName>style.visibility</p:attrName>
                                        </p:attrNameLst>
                                      </p:cBhvr>
                                      <p:to>
                                        <p:strVal val="visible"/>
                                      </p:to>
                                    </p:set>
                                    <p:animEffect filter="fade" transition="in">
                                      <p:cBhvr additive="repl">
                                        <p:cTn id="496" dur="500"/>
                                        <p:tgtEl>
                                          <p:spTgt spid="5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Leveraging</a:t>
            </a:r>
            <a:r>
              <a:rPr b="1" lang="de-DE" sz="2100" spc="-1" strike="noStrike">
                <a:solidFill>
                  <a:srgbClr val="000000"/>
                </a:solidFill>
                <a:latin typeface="Calibri"/>
              </a:rPr>
              <a:t> Argumentation to Enhance XAI Explanations</a:t>
            </a:r>
            <a:endParaRPr b="0" lang="en-US" sz="2100" spc="-1" strike="noStrike">
              <a:solidFill>
                <a:srgbClr val="000000"/>
              </a:solidFill>
              <a:latin typeface="Calibri"/>
            </a:endParaRPr>
          </a:p>
        </p:txBody>
      </p:sp>
      <p:sp>
        <p:nvSpPr>
          <p:cNvPr id="530" name="PlaceHolder 2"/>
          <p:cNvSpPr>
            <a:spLocks noGrp="1"/>
          </p:cNvSpPr>
          <p:nvPr>
            <p:ph/>
          </p:nvPr>
        </p:nvSpPr>
        <p:spPr>
          <a:xfrm>
            <a:off x="403560" y="1131840"/>
            <a:ext cx="4232880" cy="367164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Explanations and reasoning of humans are argumentative </a:t>
            </a:r>
            <a:r>
              <a:rPr b="0" i="1" lang="de-DE" sz="1800" spc="-1" strike="noStrike">
                <a:solidFill>
                  <a:srgbClr val="000000"/>
                </a:solidFill>
                <a:latin typeface="Calibri"/>
              </a:rPr>
              <a:t>(Mercier et al., 2011; </a:t>
            </a:r>
            <a:r>
              <a:rPr b="0" i="1" lang="de-DE" sz="1800" spc="-1" strike="noStrike">
                <a:solidFill>
                  <a:srgbClr val="222222"/>
                </a:solidFill>
                <a:latin typeface="Calibri"/>
              </a:rPr>
              <a:t>Antaki et al., 1992</a:t>
            </a:r>
            <a:r>
              <a:rPr b="0" i="1" lang="de-DE" sz="1800" spc="-1" strike="noStrike">
                <a:solidFill>
                  <a:srgbClr val="000000"/>
                </a:solidFill>
                <a:latin typeface="Calibri"/>
              </a:rPr>
              <a:t>)</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Argumentation frameworks as basis </a:t>
            </a:r>
            <a:r>
              <a:rPr b="0" i="1" lang="de-DE" sz="1800" spc="-1" strike="noStrike">
                <a:solidFill>
                  <a:srgbClr val="000000"/>
                </a:solidFill>
                <a:latin typeface="Calibri"/>
              </a:rPr>
              <a:t>(Stab et. al, 2014)</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de-DE" sz="1800" spc="-1" strike="noStrike">
                <a:solidFill>
                  <a:srgbClr val="000000"/>
                </a:solidFill>
                <a:latin typeface="Calibri"/>
              </a:rPr>
              <a:t>Argument Components</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de-DE" sz="1800" spc="-1" strike="noStrike">
                <a:solidFill>
                  <a:srgbClr val="000000"/>
                </a:solidFill>
                <a:latin typeface="Calibri"/>
              </a:rPr>
              <a:t>Argumentative Relations</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Argumentation Trees offer dialogical access</a:t>
            </a:r>
            <a:endParaRPr b="0" lang="en-US" sz="1800" spc="-1" strike="noStrike">
              <a:solidFill>
                <a:srgbClr val="000000"/>
              </a:solidFill>
              <a:latin typeface="Calibri"/>
            </a:endParaRPr>
          </a:p>
        </p:txBody>
      </p:sp>
      <p:sp>
        <p:nvSpPr>
          <p:cNvPr id="531" name="PlaceHolder 3"/>
          <p:cNvSpPr>
            <a:spLocks noGrp="1"/>
          </p:cNvSpPr>
          <p:nvPr>
            <p:ph/>
          </p:nvPr>
        </p:nvSpPr>
        <p:spPr>
          <a:xfrm rot="10800000">
            <a:off x="8754840" y="2818800"/>
            <a:ext cx="146160" cy="198504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532" name="PlaceHolder 4"/>
          <p:cNvSpPr>
            <a:spLocks noGrp="1"/>
          </p:cNvSpPr>
          <p:nvPr>
            <p:ph type="dt" idx="55"/>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533" name="PlaceHolder 5"/>
          <p:cNvSpPr>
            <a:spLocks noGrp="1"/>
          </p:cNvSpPr>
          <p:nvPr>
            <p:ph type="ftr" idx="56"/>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534" name="PlaceHolder 6"/>
          <p:cNvSpPr>
            <a:spLocks noGrp="1"/>
          </p:cNvSpPr>
          <p:nvPr>
            <p:ph type="sldNum" idx="57"/>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Calibri"/>
              </a:defRPr>
            </a:lvl1pPr>
          </a:lstStyle>
          <a:p>
            <a:pPr algn="r">
              <a:lnSpc>
                <a:spcPct val="100000"/>
              </a:lnSpc>
              <a:buNone/>
            </a:pPr>
            <a:r>
              <a:rPr b="0" lang="de-DE" sz="900" spc="-1" strike="noStrike">
                <a:solidFill>
                  <a:srgbClr val="ffffff"/>
                </a:solidFill>
                <a:latin typeface="Calibri"/>
              </a:rPr>
              <a:t> </a:t>
            </a:r>
            <a:fld id="{749D792B-E0B8-4F6B-8928-C81090A075E0}" type="slidenum">
              <a:rPr b="0" lang="de-DE" sz="900" spc="-1" strike="noStrike">
                <a:solidFill>
                  <a:srgbClr val="ffffff"/>
                </a:solidFill>
                <a:latin typeface="Calibri"/>
              </a:rPr>
              <a:t>&lt;number&gt;</a:t>
            </a:fld>
            <a:endParaRPr b="0" lang="en-US" sz="900" spc="-1" strike="noStrike">
              <a:latin typeface="Times New Roman"/>
            </a:endParaRPr>
          </a:p>
        </p:txBody>
      </p:sp>
      <p:sp>
        <p:nvSpPr>
          <p:cNvPr id="535" name="Ellipse 8"/>
          <p:cNvSpPr/>
          <p:nvPr/>
        </p:nvSpPr>
        <p:spPr>
          <a:xfrm>
            <a:off x="5219280" y="2464200"/>
            <a:ext cx="1592640" cy="563760"/>
          </a:xfrm>
          <a:prstGeom prst="ellipse">
            <a:avLst/>
          </a:prstGeom>
          <a:solidFill>
            <a:srgbClr val="7d9aaa"/>
          </a:solidFill>
          <a:ln>
            <a:solidFill>
              <a:srgbClr val="5c717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800" spc="-1" strike="noStrike">
                <a:solidFill>
                  <a:srgbClr val="ffffff"/>
                </a:solidFill>
                <a:latin typeface="Calibri"/>
              </a:rPr>
              <a:t>Argument</a:t>
            </a:r>
            <a:endParaRPr b="0" lang="en-US" sz="1800" spc="-1" strike="noStrike">
              <a:latin typeface="Arial"/>
            </a:endParaRPr>
          </a:p>
        </p:txBody>
      </p:sp>
      <p:sp>
        <p:nvSpPr>
          <p:cNvPr id="536" name="Ellipse 10"/>
          <p:cNvSpPr/>
          <p:nvPr/>
        </p:nvSpPr>
        <p:spPr>
          <a:xfrm>
            <a:off x="6226200" y="1314000"/>
            <a:ext cx="1592640" cy="563760"/>
          </a:xfrm>
          <a:prstGeom prst="ellipse">
            <a:avLst/>
          </a:prstGeom>
          <a:solidFill>
            <a:srgbClr val="7d9aaa"/>
          </a:solidFill>
          <a:ln>
            <a:solidFill>
              <a:srgbClr val="5c717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800" spc="-1" strike="noStrike">
                <a:solidFill>
                  <a:srgbClr val="ffffff"/>
                </a:solidFill>
                <a:latin typeface="Calibri"/>
              </a:rPr>
              <a:t>Claim</a:t>
            </a:r>
            <a:endParaRPr b="0" lang="en-US" sz="1800" spc="-1" strike="noStrike">
              <a:latin typeface="Arial"/>
            </a:endParaRPr>
          </a:p>
        </p:txBody>
      </p:sp>
      <p:sp>
        <p:nvSpPr>
          <p:cNvPr id="537" name="Ellipse 11"/>
          <p:cNvSpPr/>
          <p:nvPr/>
        </p:nvSpPr>
        <p:spPr>
          <a:xfrm>
            <a:off x="5219280" y="3700440"/>
            <a:ext cx="1592640" cy="563760"/>
          </a:xfrm>
          <a:prstGeom prst="ellipse">
            <a:avLst/>
          </a:prstGeom>
          <a:solidFill>
            <a:srgbClr val="7d9aaa"/>
          </a:solidFill>
          <a:ln>
            <a:solidFill>
              <a:srgbClr val="5c717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800" spc="-1" strike="noStrike">
                <a:solidFill>
                  <a:srgbClr val="ffffff"/>
                </a:solidFill>
                <a:latin typeface="Calibri"/>
              </a:rPr>
              <a:t>Argument</a:t>
            </a:r>
            <a:endParaRPr b="0" lang="en-US" sz="1800" spc="-1" strike="noStrike">
              <a:latin typeface="Arial"/>
            </a:endParaRPr>
          </a:p>
        </p:txBody>
      </p:sp>
      <p:sp>
        <p:nvSpPr>
          <p:cNvPr id="538" name="Gerade Verbindung mit Pfeil 12"/>
          <p:cNvSpPr/>
          <p:nvPr/>
        </p:nvSpPr>
        <p:spPr>
          <a:xfrm flipV="1">
            <a:off x="6015960" y="1794960"/>
            <a:ext cx="443160" cy="668520"/>
          </a:xfrm>
          <a:custGeom>
            <a:avLst/>
            <a:gdLst/>
            <a:ahLst/>
            <a:rect l="l" t="t" r="r" b="b"/>
            <a:pathLst>
              <a:path w="21600" h="21600">
                <a:moveTo>
                  <a:pt x="0" y="0"/>
                </a:moveTo>
                <a:lnTo>
                  <a:pt x="21600" y="21600"/>
                </a:lnTo>
              </a:path>
            </a:pathLst>
          </a:custGeom>
          <a:noFill/>
          <a:ln>
            <a:solidFill>
              <a:srgbClr val="ed7d31"/>
            </a:solidFill>
            <a:tailEnd len="med" type="triangle" w="med"/>
          </a:ln>
        </p:spPr>
        <p:style>
          <a:lnRef idx="3">
            <a:schemeClr val="accent2"/>
          </a:lnRef>
          <a:fillRef idx="0">
            <a:schemeClr val="accent2"/>
          </a:fillRef>
          <a:effectRef idx="2">
            <a:schemeClr val="accent2"/>
          </a:effectRef>
          <a:fontRef idx="minor"/>
        </p:style>
      </p:sp>
      <p:sp>
        <p:nvSpPr>
          <p:cNvPr id="539" name="Gerade Verbindung mit Pfeil 14"/>
          <p:cNvSpPr/>
          <p:nvPr/>
        </p:nvSpPr>
        <p:spPr>
          <a:xfrm flipV="1">
            <a:off x="6015960" y="3028320"/>
            <a:ext cx="360" cy="671760"/>
          </a:xfrm>
          <a:custGeom>
            <a:avLst/>
            <a:gdLst/>
            <a:ahLst/>
            <a:rect l="l" t="t" r="r" b="b"/>
            <a:pathLst>
              <a:path w="21600" h="21600">
                <a:moveTo>
                  <a:pt x="0" y="0"/>
                </a:moveTo>
                <a:lnTo>
                  <a:pt x="21600" y="21600"/>
                </a:lnTo>
              </a:path>
            </a:pathLst>
          </a:custGeom>
          <a:noFill/>
          <a:ln>
            <a:solidFill>
              <a:srgbClr val="70ad47"/>
            </a:solidFill>
            <a:tailEnd len="med" type="triangle" w="med"/>
          </a:ln>
        </p:spPr>
        <p:style>
          <a:lnRef idx="3">
            <a:schemeClr val="accent6"/>
          </a:lnRef>
          <a:fillRef idx="0">
            <a:schemeClr val="accent6"/>
          </a:fillRef>
          <a:effectRef idx="2">
            <a:schemeClr val="accent6"/>
          </a:effectRef>
          <a:fontRef idx="minor"/>
        </p:style>
      </p:sp>
      <p:sp>
        <p:nvSpPr>
          <p:cNvPr id="540" name="Ellipse 19"/>
          <p:cNvSpPr/>
          <p:nvPr/>
        </p:nvSpPr>
        <p:spPr>
          <a:xfrm>
            <a:off x="7112880" y="2464200"/>
            <a:ext cx="1588680" cy="563760"/>
          </a:xfrm>
          <a:prstGeom prst="ellipse">
            <a:avLst/>
          </a:prstGeom>
          <a:solidFill>
            <a:srgbClr val="7d9aaa"/>
          </a:solidFill>
          <a:ln>
            <a:solidFill>
              <a:srgbClr val="5c717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800" spc="-1" strike="noStrike">
                <a:solidFill>
                  <a:srgbClr val="ffffff"/>
                </a:solidFill>
                <a:latin typeface="Calibri"/>
              </a:rPr>
              <a:t>Argument</a:t>
            </a:r>
            <a:endParaRPr b="0" lang="en-US" sz="1800" spc="-1" strike="noStrike">
              <a:latin typeface="Arial"/>
            </a:endParaRPr>
          </a:p>
        </p:txBody>
      </p:sp>
      <p:sp>
        <p:nvSpPr>
          <p:cNvPr id="541" name="Gerade Verbindung mit Pfeil 6"/>
          <p:cNvSpPr/>
          <p:nvPr/>
        </p:nvSpPr>
        <p:spPr>
          <a:xfrm flipH="1" flipV="1">
            <a:off x="7585200" y="1794960"/>
            <a:ext cx="321480" cy="668520"/>
          </a:xfrm>
          <a:custGeom>
            <a:avLst/>
            <a:gdLst/>
            <a:ahLst/>
            <a:rect l="l" t="t" r="r" b="b"/>
            <a:pathLst>
              <a:path w="21600" h="21600">
                <a:moveTo>
                  <a:pt x="0" y="0"/>
                </a:moveTo>
                <a:lnTo>
                  <a:pt x="21600" y="21600"/>
                </a:lnTo>
              </a:path>
            </a:pathLst>
          </a:custGeom>
          <a:noFill/>
          <a:ln>
            <a:solidFill>
              <a:srgbClr val="70ad47"/>
            </a:solidFill>
            <a:tailEnd len="med" type="triangle" w="med"/>
          </a:ln>
        </p:spPr>
        <p:style>
          <a:lnRef idx="3">
            <a:schemeClr val="accent6"/>
          </a:lnRef>
          <a:fillRef idx="0">
            <a:schemeClr val="accent6"/>
          </a:fillRef>
          <a:effectRef idx="2">
            <a:schemeClr val="accent6"/>
          </a:effectRef>
          <a:fontRef idx="minor"/>
        </p:style>
      </p:sp>
      <p:sp>
        <p:nvSpPr>
          <p:cNvPr id="542" name="Textfeld 9"/>
          <p:cNvSpPr/>
          <p:nvPr/>
        </p:nvSpPr>
        <p:spPr>
          <a:xfrm>
            <a:off x="7857360" y="134640"/>
            <a:ext cx="1113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Concept for DK</a:t>
            </a:r>
            <a:endParaRPr b="0" lang="en-US" sz="1200" spc="-1" strike="noStrike">
              <a:latin typeface="Arial"/>
            </a:endParaRPr>
          </a:p>
        </p:txBody>
      </p:sp>
      <p:sp>
        <p:nvSpPr>
          <p:cNvPr id="543" name="Rechteck 13"/>
          <p:cNvSpPr/>
          <p:nvPr/>
        </p:nvSpPr>
        <p:spPr>
          <a:xfrm>
            <a:off x="8804520" y="664200"/>
            <a:ext cx="277560" cy="277560"/>
          </a:xfrm>
          <a:prstGeom prst="rect">
            <a:avLst/>
          </a:prstGeom>
          <a:blipFill rotWithShape="0">
            <a:blip r:embed="rId1"/>
            <a:srcRect/>
            <a:stretch/>
          </a:blipFill>
          <a:ln>
            <a:noFill/>
          </a:ln>
        </p:spPr>
        <p:style>
          <a:lnRef idx="2"/>
          <a:fillRef idx="0"/>
          <a:effectRef idx="0">
            <a:schemeClr val="accent2">
              <a:hueOff val="0"/>
              <a:satOff val="0"/>
              <a:lumOff val="0"/>
              <a:alphaOff val="0"/>
            </a:schemeClr>
          </a:effectRef>
          <a:fontRef idx="minor"/>
        </p:style>
      </p:sp>
      <p:sp>
        <p:nvSpPr>
          <p:cNvPr id="544" name="Rechteck 16"/>
          <p:cNvSpPr/>
          <p:nvPr/>
        </p:nvSpPr>
        <p:spPr>
          <a:xfrm>
            <a:off x="8804520" y="1043640"/>
            <a:ext cx="277560" cy="277560"/>
          </a:xfrm>
          <a:prstGeom prst="rect">
            <a:avLst/>
          </a:prstGeom>
          <a:blipFill rotWithShape="0">
            <a:blip r:embed="rId2"/>
            <a:srcRect/>
            <a:stretch/>
          </a:blipFill>
          <a:ln>
            <a:noFill/>
          </a:ln>
        </p:spPr>
        <p:style>
          <a:lnRef idx="2"/>
          <a:fillRef idx="0"/>
          <a:effectRef idx="0">
            <a:schemeClr val="accent3">
              <a:hueOff val="0"/>
              <a:satOff val="0"/>
              <a:lumOff val="0"/>
              <a:alphaOff val="0"/>
            </a:schemeClr>
          </a:effectRef>
          <a:fontRef idx="minor"/>
        </p:style>
      </p:sp>
      <p:sp>
        <p:nvSpPr>
          <p:cNvPr id="545" name="Rechteck 17"/>
          <p:cNvSpPr/>
          <p:nvPr/>
        </p:nvSpPr>
        <p:spPr>
          <a:xfrm>
            <a:off x="8804520" y="1379160"/>
            <a:ext cx="277560" cy="277560"/>
          </a:xfrm>
          <a:prstGeom prst="rect">
            <a:avLst/>
          </a:prstGeom>
          <a:blipFill rotWithShape="0">
            <a:blip r:embed="rId3"/>
            <a:srcRect/>
            <a:stretch/>
          </a:blipFill>
          <a:ln>
            <a:noFill/>
          </a:ln>
        </p:spPr>
        <p:style>
          <a:lnRef idx="2"/>
          <a:fillRef idx="0"/>
          <a:effectRef idx="0">
            <a:schemeClr val="accent4">
              <a:hueOff val="0"/>
              <a:satOff val="0"/>
              <a:lumOff val="0"/>
              <a:alphaOff val="0"/>
            </a:schemeClr>
          </a:effectRef>
          <a:fontRef idx="minor"/>
        </p:style>
      </p:sp>
      <p:sp>
        <p:nvSpPr>
          <p:cNvPr id="546" name="Rechteck 18"/>
          <p:cNvSpPr/>
          <p:nvPr/>
        </p:nvSpPr>
        <p:spPr>
          <a:xfrm>
            <a:off x="8804520" y="1688760"/>
            <a:ext cx="277560" cy="277560"/>
          </a:xfrm>
          <a:prstGeom prst="rect">
            <a:avLst/>
          </a:prstGeom>
          <a:blipFill rotWithShape="0">
            <a:blip r:embed="rId4"/>
            <a:srcRect/>
            <a:stretch/>
          </a:blipFill>
          <a:ln>
            <a:noFill/>
          </a:ln>
        </p:spPr>
        <p:style>
          <a:lnRef idx="2"/>
          <a:fillRef idx="0"/>
          <a:effectRef idx="0">
            <a:schemeClr val="accent5">
              <a:hueOff val="0"/>
              <a:satOff val="0"/>
              <a:lumOff val="0"/>
              <a:alphaOff val="0"/>
            </a:schemeClr>
          </a:effectRef>
          <a:fontRef idx="minor"/>
        </p:style>
      </p:sp>
      <p:sp>
        <p:nvSpPr>
          <p:cNvPr id="547" name="Rechteck 20"/>
          <p:cNvSpPr/>
          <p:nvPr/>
        </p:nvSpPr>
        <p:spPr>
          <a:xfrm>
            <a:off x="8804520" y="2007000"/>
            <a:ext cx="277560" cy="277560"/>
          </a:xfrm>
          <a:prstGeom prst="rect">
            <a:avLst/>
          </a:prstGeom>
          <a:blipFill rotWithShape="0">
            <a:blip r:embed="rId5"/>
            <a:srcRect/>
            <a:stretch/>
          </a:blipFill>
          <a:ln>
            <a:noFill/>
          </a:ln>
        </p:spPr>
        <p:style>
          <a:lnRef idx="2"/>
          <a:fillRef idx="0"/>
          <a:effectRef idx="0">
            <a:schemeClr val="accent6">
              <a:hueOff val="0"/>
              <a:satOff val="0"/>
              <a:lumOff val="0"/>
              <a:alphaOff val="0"/>
            </a:schemeClr>
          </a:effectRef>
          <a:fontRef idx="minor"/>
        </p:style>
      </p:sp>
      <p:sp>
        <p:nvSpPr>
          <p:cNvPr id="548" name="Rechteck 21"/>
          <p:cNvSpPr/>
          <p:nvPr/>
        </p:nvSpPr>
        <p:spPr>
          <a:xfrm>
            <a:off x="8804520" y="2316600"/>
            <a:ext cx="277560" cy="277560"/>
          </a:xfrm>
          <a:prstGeom prst="rect">
            <a:avLst/>
          </a:prstGeom>
          <a:blipFill rotWithShape="0">
            <a:blip r:embed="rId6"/>
            <a:srcRect/>
            <a:stretch/>
          </a:blipFill>
          <a:ln>
            <a:noFill/>
          </a:ln>
        </p:spPr>
        <p:style>
          <a:lnRef idx="2"/>
          <a:fillRef idx="0"/>
          <a:effectRef idx="0">
            <a:schemeClr val="accent2">
              <a:hueOff val="0"/>
              <a:satOff val="0"/>
              <a:lumOff val="0"/>
              <a:alphaOff val="0"/>
            </a:schemeClr>
          </a:effectRef>
          <a:fontRef idx="minor"/>
        </p:style>
      </p:sp>
      <p:sp>
        <p:nvSpPr>
          <p:cNvPr id="549" name="Rechteck 22"/>
          <p:cNvSpPr/>
          <p:nvPr/>
        </p:nvSpPr>
        <p:spPr>
          <a:xfrm>
            <a:off x="7601400" y="127080"/>
            <a:ext cx="277560" cy="277560"/>
          </a:xfrm>
          <a:prstGeom prst="rect">
            <a:avLst/>
          </a:prstGeom>
          <a:blipFill rotWithShape="0">
            <a:blip r:embed="rId7"/>
            <a:srcRect/>
            <a:stretch/>
          </a:blipFill>
          <a:ln>
            <a:noFill/>
          </a:ln>
        </p:spPr>
        <p:style>
          <a:lnRef idx="2"/>
          <a:fillRef idx="0"/>
          <a:effectRef idx="0">
            <a:schemeClr val="accent4">
              <a:hueOff val="0"/>
              <a:satOff val="0"/>
              <a:lumOff val="0"/>
              <a:alphaOff val="0"/>
            </a:schemeClr>
          </a:effectRef>
          <a:fontRef idx="minor"/>
        </p:style>
      </p:sp>
    </p:spTree>
  </p:cSld>
  <p:transition spd="slow">
    <p:push dir="u"/>
  </p:transition>
  <p:timing>
    <p:tnLst>
      <p:par>
        <p:cTn id="497" dur="indefinite" restart="never" nodeType="tmRoot">
          <p:childTnLst>
            <p:seq>
              <p:cTn id="498" dur="indefinite" nodeType="mainSeq">
                <p:childTnLst>
                  <p:par>
                    <p:cTn id="499" fill="hold">
                      <p:stCondLst>
                        <p:cond delay="indefinite"/>
                      </p:stCondLst>
                      <p:childTnLst>
                        <p:par>
                          <p:cTn id="500" fill="hold">
                            <p:stCondLst>
                              <p:cond delay="0"/>
                            </p:stCondLst>
                            <p:childTnLst>
                              <p:par>
                                <p:cTn id="501" nodeType="clickEffect" fill="hold" presetClass="entr" presetID="10">
                                  <p:stCondLst>
                                    <p:cond delay="0"/>
                                  </p:stCondLst>
                                  <p:childTnLst>
                                    <p:set>
                                      <p:cBhvr>
                                        <p:cTn id="502" dur="1" fill="hold">
                                          <p:stCondLst>
                                            <p:cond delay="0"/>
                                          </p:stCondLst>
                                        </p:cTn>
                                        <p:tgtEl>
                                          <p:spTgt spid="530">
                                            <p:txEl>
                                              <p:pRg st="0" end="0"/>
                                            </p:txEl>
                                          </p:spTgt>
                                        </p:tgtEl>
                                        <p:attrNameLst>
                                          <p:attrName>style.visibility</p:attrName>
                                        </p:attrNameLst>
                                      </p:cBhvr>
                                      <p:to>
                                        <p:strVal val="visible"/>
                                      </p:to>
                                    </p:set>
                                    <p:animEffect filter="fade" transition="in">
                                      <p:cBhvr additive="repl">
                                        <p:cTn id="503" dur="500"/>
                                        <p:tgtEl>
                                          <p:spTgt spid="530">
                                            <p:txEl>
                                              <p:pRg st="0" end="0"/>
                                            </p:txEl>
                                          </p:spTgt>
                                        </p:tgtEl>
                                      </p:cBhvr>
                                    </p:animEffect>
                                  </p:childTnLst>
                                </p:cTn>
                              </p:par>
                            </p:childTnLst>
                          </p:cTn>
                        </p:par>
                      </p:childTnLst>
                    </p:cTn>
                  </p:par>
                  <p:par>
                    <p:cTn id="504" fill="hold">
                      <p:stCondLst>
                        <p:cond delay="indefinite"/>
                      </p:stCondLst>
                      <p:childTnLst>
                        <p:par>
                          <p:cTn id="505" fill="hold">
                            <p:stCondLst>
                              <p:cond delay="0"/>
                            </p:stCondLst>
                            <p:childTnLst>
                              <p:par>
                                <p:cTn id="506" nodeType="clickEffect" fill="hold" presetClass="entr" presetID="10">
                                  <p:stCondLst>
                                    <p:cond delay="0"/>
                                  </p:stCondLst>
                                  <p:childTnLst>
                                    <p:set>
                                      <p:cBhvr>
                                        <p:cTn id="507" dur="1" fill="hold">
                                          <p:stCondLst>
                                            <p:cond delay="0"/>
                                          </p:stCondLst>
                                        </p:cTn>
                                        <p:tgtEl>
                                          <p:spTgt spid="530">
                                            <p:txEl>
                                              <p:pRg st="1" end="1"/>
                                            </p:txEl>
                                          </p:spTgt>
                                        </p:tgtEl>
                                        <p:attrNameLst>
                                          <p:attrName>style.visibility</p:attrName>
                                        </p:attrNameLst>
                                      </p:cBhvr>
                                      <p:to>
                                        <p:strVal val="visible"/>
                                      </p:to>
                                    </p:set>
                                    <p:animEffect filter="fade" transition="in">
                                      <p:cBhvr additive="repl">
                                        <p:cTn id="508" dur="500"/>
                                        <p:tgtEl>
                                          <p:spTgt spid="530">
                                            <p:txEl>
                                              <p:pRg st="1" end="1"/>
                                            </p:txEl>
                                          </p:spTgt>
                                        </p:tgtEl>
                                      </p:cBhvr>
                                    </p:animEffect>
                                  </p:childTnLst>
                                </p:cTn>
                              </p:par>
                            </p:childTnLst>
                          </p:cTn>
                        </p:par>
                      </p:childTnLst>
                    </p:cTn>
                  </p:par>
                  <p:par>
                    <p:cTn id="509" fill="hold">
                      <p:stCondLst>
                        <p:cond delay="indefinite"/>
                      </p:stCondLst>
                      <p:childTnLst>
                        <p:par>
                          <p:cTn id="510" fill="hold">
                            <p:stCondLst>
                              <p:cond delay="0"/>
                            </p:stCondLst>
                            <p:childTnLst>
                              <p:par>
                                <p:cTn id="511" nodeType="clickEffect" fill="hold" presetClass="entr" presetID="10">
                                  <p:stCondLst>
                                    <p:cond delay="0"/>
                                  </p:stCondLst>
                                  <p:childTnLst>
                                    <p:set>
                                      <p:cBhvr>
                                        <p:cTn id="512" dur="1" fill="hold">
                                          <p:stCondLst>
                                            <p:cond delay="0"/>
                                          </p:stCondLst>
                                        </p:cTn>
                                        <p:tgtEl>
                                          <p:spTgt spid="530">
                                            <p:txEl>
                                              <p:pRg st="2" end="2"/>
                                            </p:txEl>
                                          </p:spTgt>
                                        </p:tgtEl>
                                        <p:attrNameLst>
                                          <p:attrName>style.visibility</p:attrName>
                                        </p:attrNameLst>
                                      </p:cBhvr>
                                      <p:to>
                                        <p:strVal val="visible"/>
                                      </p:to>
                                    </p:set>
                                    <p:animEffect filter="fade" transition="in">
                                      <p:cBhvr additive="repl">
                                        <p:cTn id="513" dur="500"/>
                                        <p:tgtEl>
                                          <p:spTgt spid="530">
                                            <p:txEl>
                                              <p:pRg st="2" end="2"/>
                                            </p:txEl>
                                          </p:spTgt>
                                        </p:tgtEl>
                                      </p:cBhvr>
                                    </p:animEffect>
                                  </p:childTnLst>
                                </p:cTn>
                              </p:par>
                              <p:par>
                                <p:cTn id="514" nodeType="withEffect" fill="hold" presetClass="entr" presetID="1">
                                  <p:stCondLst>
                                    <p:cond delay="0"/>
                                  </p:stCondLst>
                                  <p:childTnLst>
                                    <p:set>
                                      <p:cBhvr>
                                        <p:cTn id="515" dur="1" fill="hold">
                                          <p:stCondLst>
                                            <p:cond delay="0"/>
                                          </p:stCondLst>
                                        </p:cTn>
                                        <p:tgtEl>
                                          <p:spTgt spid="535"/>
                                        </p:tgtEl>
                                        <p:attrNameLst>
                                          <p:attrName>style.visibility</p:attrName>
                                        </p:attrNameLst>
                                      </p:cBhvr>
                                      <p:to>
                                        <p:strVal val="visible"/>
                                      </p:to>
                                    </p:set>
                                  </p:childTnLst>
                                </p:cTn>
                              </p:par>
                              <p:par>
                                <p:cTn id="516" nodeType="withEffect" fill="hold" presetClass="entr" presetID="1">
                                  <p:stCondLst>
                                    <p:cond delay="0"/>
                                  </p:stCondLst>
                                  <p:childTnLst>
                                    <p:set>
                                      <p:cBhvr>
                                        <p:cTn id="517" dur="1" fill="hold">
                                          <p:stCondLst>
                                            <p:cond delay="0"/>
                                          </p:stCondLst>
                                        </p:cTn>
                                        <p:tgtEl>
                                          <p:spTgt spid="536"/>
                                        </p:tgtEl>
                                        <p:attrNameLst>
                                          <p:attrName>style.visibility</p:attrName>
                                        </p:attrNameLst>
                                      </p:cBhvr>
                                      <p:to>
                                        <p:strVal val="visible"/>
                                      </p:to>
                                    </p:set>
                                  </p:childTnLst>
                                </p:cTn>
                              </p:par>
                              <p:par>
                                <p:cTn id="518" nodeType="withEffect" fill="hold" presetClass="entr" presetID="1">
                                  <p:stCondLst>
                                    <p:cond delay="0"/>
                                  </p:stCondLst>
                                  <p:childTnLst>
                                    <p:set>
                                      <p:cBhvr>
                                        <p:cTn id="519" dur="1" fill="hold">
                                          <p:stCondLst>
                                            <p:cond delay="0"/>
                                          </p:stCondLst>
                                        </p:cTn>
                                        <p:tgtEl>
                                          <p:spTgt spid="537"/>
                                        </p:tgtEl>
                                        <p:attrNameLst>
                                          <p:attrName>style.visibility</p:attrName>
                                        </p:attrNameLst>
                                      </p:cBhvr>
                                      <p:to>
                                        <p:strVal val="visible"/>
                                      </p:to>
                                    </p:set>
                                  </p:childTnLst>
                                </p:cTn>
                              </p:par>
                              <p:par>
                                <p:cTn id="520" nodeType="withEffect" fill="hold" presetClass="entr" presetID="1">
                                  <p:stCondLst>
                                    <p:cond delay="0"/>
                                  </p:stCondLst>
                                  <p:childTnLst>
                                    <p:set>
                                      <p:cBhvr>
                                        <p:cTn id="521" dur="1" fill="hold">
                                          <p:stCondLst>
                                            <p:cond delay="0"/>
                                          </p:stCondLst>
                                        </p:cTn>
                                        <p:tgtEl>
                                          <p:spTgt spid="540"/>
                                        </p:tgtEl>
                                        <p:attrNameLst>
                                          <p:attrName>style.visibility</p:attrName>
                                        </p:attrNameLst>
                                      </p:cBhvr>
                                      <p:to>
                                        <p:strVal val="visible"/>
                                      </p:to>
                                    </p:set>
                                  </p:childTnLst>
                                </p:cTn>
                              </p:par>
                            </p:childTnLst>
                          </p:cTn>
                        </p:par>
                      </p:childTnLst>
                    </p:cTn>
                  </p:par>
                  <p:par>
                    <p:cTn id="522" fill="hold">
                      <p:stCondLst>
                        <p:cond delay="indefinite"/>
                      </p:stCondLst>
                      <p:childTnLst>
                        <p:par>
                          <p:cTn id="523" fill="hold">
                            <p:stCondLst>
                              <p:cond delay="0"/>
                            </p:stCondLst>
                            <p:childTnLst>
                              <p:par>
                                <p:cTn id="524" nodeType="clickEffect" fill="hold" presetClass="entr" presetID="10">
                                  <p:stCondLst>
                                    <p:cond delay="0"/>
                                  </p:stCondLst>
                                  <p:childTnLst>
                                    <p:set>
                                      <p:cBhvr>
                                        <p:cTn id="525" dur="1" fill="hold">
                                          <p:stCondLst>
                                            <p:cond delay="0"/>
                                          </p:stCondLst>
                                        </p:cTn>
                                        <p:tgtEl>
                                          <p:spTgt spid="530">
                                            <p:txEl>
                                              <p:pRg st="3" end="3"/>
                                            </p:txEl>
                                          </p:spTgt>
                                        </p:tgtEl>
                                        <p:attrNameLst>
                                          <p:attrName>style.visibility</p:attrName>
                                        </p:attrNameLst>
                                      </p:cBhvr>
                                      <p:to>
                                        <p:strVal val="visible"/>
                                      </p:to>
                                    </p:set>
                                    <p:animEffect filter="fade" transition="in">
                                      <p:cBhvr additive="repl">
                                        <p:cTn id="526" dur="500"/>
                                        <p:tgtEl>
                                          <p:spTgt spid="530">
                                            <p:txEl>
                                              <p:pRg st="3" end="3"/>
                                            </p:txEl>
                                          </p:spTgt>
                                        </p:tgtEl>
                                      </p:cBhvr>
                                    </p:animEffect>
                                  </p:childTnLst>
                                </p:cTn>
                              </p:par>
                              <p:par>
                                <p:cTn id="527" nodeType="withEffect" fill="hold" presetClass="entr" presetID="10">
                                  <p:stCondLst>
                                    <p:cond delay="0"/>
                                  </p:stCondLst>
                                  <p:childTnLst>
                                    <p:set>
                                      <p:cBhvr>
                                        <p:cTn id="528" dur="1" fill="hold">
                                          <p:stCondLst>
                                            <p:cond delay="0"/>
                                          </p:stCondLst>
                                        </p:cTn>
                                        <p:tgtEl>
                                          <p:spTgt spid="539"/>
                                        </p:tgtEl>
                                        <p:attrNameLst>
                                          <p:attrName>style.visibility</p:attrName>
                                        </p:attrNameLst>
                                      </p:cBhvr>
                                      <p:to>
                                        <p:strVal val="visible"/>
                                      </p:to>
                                    </p:set>
                                    <p:animEffect filter="fade" transition="in">
                                      <p:cBhvr additive="repl">
                                        <p:cTn id="529" dur="500"/>
                                        <p:tgtEl>
                                          <p:spTgt spid="539"/>
                                        </p:tgtEl>
                                      </p:cBhvr>
                                    </p:animEffect>
                                  </p:childTnLst>
                                </p:cTn>
                              </p:par>
                              <p:par>
                                <p:cTn id="530" nodeType="withEffect" fill="hold" presetClass="entr" presetID="10">
                                  <p:stCondLst>
                                    <p:cond delay="0"/>
                                  </p:stCondLst>
                                  <p:childTnLst>
                                    <p:set>
                                      <p:cBhvr>
                                        <p:cTn id="531" dur="1" fill="hold">
                                          <p:stCondLst>
                                            <p:cond delay="0"/>
                                          </p:stCondLst>
                                        </p:cTn>
                                        <p:tgtEl>
                                          <p:spTgt spid="538"/>
                                        </p:tgtEl>
                                        <p:attrNameLst>
                                          <p:attrName>style.visibility</p:attrName>
                                        </p:attrNameLst>
                                      </p:cBhvr>
                                      <p:to>
                                        <p:strVal val="visible"/>
                                      </p:to>
                                    </p:set>
                                    <p:animEffect filter="fade" transition="in">
                                      <p:cBhvr additive="repl">
                                        <p:cTn id="532" dur="500"/>
                                        <p:tgtEl>
                                          <p:spTgt spid="538"/>
                                        </p:tgtEl>
                                      </p:cBhvr>
                                    </p:animEffect>
                                  </p:childTnLst>
                                </p:cTn>
                              </p:par>
                              <p:par>
                                <p:cTn id="533" nodeType="withEffect" fill="hold" presetClass="entr" presetID="10">
                                  <p:stCondLst>
                                    <p:cond delay="0"/>
                                  </p:stCondLst>
                                  <p:childTnLst>
                                    <p:set>
                                      <p:cBhvr>
                                        <p:cTn id="534" dur="1" fill="hold">
                                          <p:stCondLst>
                                            <p:cond delay="0"/>
                                          </p:stCondLst>
                                        </p:cTn>
                                        <p:tgtEl>
                                          <p:spTgt spid="541"/>
                                        </p:tgtEl>
                                        <p:attrNameLst>
                                          <p:attrName>style.visibility</p:attrName>
                                        </p:attrNameLst>
                                      </p:cBhvr>
                                      <p:to>
                                        <p:strVal val="visible"/>
                                      </p:to>
                                    </p:set>
                                    <p:animEffect filter="fade" transition="in">
                                      <p:cBhvr additive="repl">
                                        <p:cTn id="535" dur="500"/>
                                        <p:tgtEl>
                                          <p:spTgt spid="541"/>
                                        </p:tgtEl>
                                      </p:cBhvr>
                                    </p:animEffect>
                                  </p:childTnLst>
                                </p:cTn>
                              </p:par>
                            </p:childTnLst>
                          </p:cTn>
                        </p:par>
                      </p:childTnLst>
                    </p:cTn>
                  </p:par>
                  <p:par>
                    <p:cTn id="536" fill="hold">
                      <p:stCondLst>
                        <p:cond delay="indefinite"/>
                      </p:stCondLst>
                      <p:childTnLst>
                        <p:par>
                          <p:cTn id="537" fill="hold">
                            <p:stCondLst>
                              <p:cond delay="0"/>
                            </p:stCondLst>
                            <p:childTnLst>
                              <p:par>
                                <p:cTn id="538" nodeType="clickEffect" fill="hold" presetClass="entr" presetID="10">
                                  <p:stCondLst>
                                    <p:cond delay="0"/>
                                  </p:stCondLst>
                                  <p:childTnLst>
                                    <p:set>
                                      <p:cBhvr>
                                        <p:cTn id="539" dur="1" fill="hold">
                                          <p:stCondLst>
                                            <p:cond delay="0"/>
                                          </p:stCondLst>
                                        </p:cTn>
                                        <p:tgtEl>
                                          <p:spTgt spid="530">
                                            <p:txEl>
                                              <p:pRg st="4" end="4"/>
                                            </p:txEl>
                                          </p:spTgt>
                                        </p:tgtEl>
                                        <p:attrNameLst>
                                          <p:attrName>style.visibility</p:attrName>
                                        </p:attrNameLst>
                                      </p:cBhvr>
                                      <p:to>
                                        <p:strVal val="visible"/>
                                      </p:to>
                                    </p:set>
                                    <p:animEffect filter="fade" transition="in">
                                      <p:cBhvr additive="repl">
                                        <p:cTn id="540" dur="500"/>
                                        <p:tgtEl>
                                          <p:spTgt spid="530">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Rechteck 91"/>
          <p:cNvSpPr/>
          <p:nvPr/>
        </p:nvSpPr>
        <p:spPr>
          <a:xfrm>
            <a:off x="4736880" y="1066320"/>
            <a:ext cx="4209840" cy="3764520"/>
          </a:xfrm>
          <a:prstGeom prst="rect">
            <a:avLst/>
          </a:prstGeom>
          <a:gradFill rotWithShape="0">
            <a:gsLst>
              <a:gs pos="0">
                <a:srgbClr val="e6edf0">
                  <a:alpha val="50196"/>
                </a:srgbClr>
              </a:gs>
              <a:gs pos="100000">
                <a:srgbClr val="ededed">
                  <a:alpha val="50196"/>
                </a:srgbClr>
              </a:gs>
            </a:gsLst>
            <a:lin ang="2700000"/>
          </a:gra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t">
            <a:noAutofit/>
          </a:bodyPr>
          <a:p>
            <a:pPr algn="ctr">
              <a:lnSpc>
                <a:spcPct val="100000"/>
              </a:lnSpc>
              <a:buNone/>
            </a:pPr>
            <a:r>
              <a:rPr b="0" lang="de-DE" sz="1800" spc="-1" strike="noStrike">
                <a:solidFill>
                  <a:srgbClr val="000000"/>
                </a:solidFill>
                <a:latin typeface="Arial"/>
              </a:rPr>
              <a:t>Argumentation Tree</a:t>
            </a:r>
            <a:endParaRPr b="0" lang="en-US" sz="1800" spc="-1" strike="noStrike">
              <a:latin typeface="Arial"/>
            </a:endParaRPr>
          </a:p>
        </p:txBody>
      </p:sp>
      <p:sp>
        <p:nvSpPr>
          <p:cNvPr id="551"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The Bridge – Linking XAI and Argumentation</a:t>
            </a:r>
            <a:endParaRPr b="0" lang="en-US" sz="2000" spc="-1" strike="noStrike">
              <a:solidFill>
                <a:srgbClr val="000000"/>
              </a:solidFill>
              <a:latin typeface="Calibri"/>
            </a:endParaRPr>
          </a:p>
        </p:txBody>
      </p:sp>
      <p:sp>
        <p:nvSpPr>
          <p:cNvPr id="552" name="PlaceHolder 2"/>
          <p:cNvSpPr>
            <a:spLocks noGrp="1"/>
          </p:cNvSpPr>
          <p:nvPr>
            <p:ph type="dt" idx="58"/>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553" name="PlaceHolder 3"/>
          <p:cNvSpPr>
            <a:spLocks noGrp="1"/>
          </p:cNvSpPr>
          <p:nvPr>
            <p:ph type="ftr" idx="59"/>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554" name="PlaceHolder 4"/>
          <p:cNvSpPr>
            <a:spLocks noGrp="1"/>
          </p:cNvSpPr>
          <p:nvPr>
            <p:ph type="sldNum" idx="60"/>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62D4A6F3-8756-412D-A7E4-A8E29A75B9CC}" type="slidenum">
              <a:rPr b="0" lang="de-DE" sz="900" spc="-1" strike="noStrike">
                <a:solidFill>
                  <a:srgbClr val="ffffff"/>
                </a:solidFill>
                <a:latin typeface="Arial"/>
              </a:rPr>
              <a:t>&lt;number&gt;</a:t>
            </a:fld>
            <a:endParaRPr b="0" lang="en-US" sz="900" spc="-1" strike="noStrike">
              <a:latin typeface="Times New Roman"/>
            </a:endParaRPr>
          </a:p>
        </p:txBody>
      </p:sp>
      <p:sp>
        <p:nvSpPr>
          <p:cNvPr id="555" name="Rechteck 8"/>
          <p:cNvSpPr/>
          <p:nvPr/>
        </p:nvSpPr>
        <p:spPr>
          <a:xfrm>
            <a:off x="298440" y="1064520"/>
            <a:ext cx="2023920" cy="3766680"/>
          </a:xfrm>
          <a:prstGeom prst="rect">
            <a:avLst/>
          </a:prstGeom>
          <a:gradFill rotWithShape="0">
            <a:gsLst>
              <a:gs pos="0">
                <a:srgbClr val="e6edf0">
                  <a:alpha val="50196"/>
                </a:srgbClr>
              </a:gs>
              <a:gs pos="100000">
                <a:srgbClr val="ededed"/>
              </a:gs>
            </a:gsLst>
            <a:lin ang="2700000"/>
          </a:gra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t">
            <a:noAutofit/>
          </a:bodyPr>
          <a:p>
            <a:pPr algn="ctr">
              <a:lnSpc>
                <a:spcPct val="100000"/>
              </a:lnSpc>
              <a:buNone/>
            </a:pPr>
            <a:r>
              <a:rPr b="0" lang="de-DE" sz="1800" spc="-1" strike="noStrike">
                <a:solidFill>
                  <a:srgbClr val="000000"/>
                </a:solidFill>
                <a:latin typeface="Arial"/>
              </a:rPr>
              <a:t>XAI</a:t>
            </a:r>
            <a:endParaRPr b="0" lang="en-US" sz="1800" spc="-1" strike="noStrike">
              <a:latin typeface="Arial"/>
            </a:endParaRPr>
          </a:p>
        </p:txBody>
      </p:sp>
      <p:grpSp>
        <p:nvGrpSpPr>
          <p:cNvPr id="556" name="Gruppieren 19"/>
          <p:cNvGrpSpPr/>
          <p:nvPr/>
        </p:nvGrpSpPr>
        <p:grpSpPr>
          <a:xfrm>
            <a:off x="382680" y="1629000"/>
            <a:ext cx="1789560" cy="918360"/>
            <a:chOff x="382680" y="1629000"/>
            <a:chExt cx="1789560" cy="918360"/>
          </a:xfrm>
        </p:grpSpPr>
        <p:sp>
          <p:nvSpPr>
            <p:cNvPr id="557" name="Rechteck 14"/>
            <p:cNvSpPr/>
            <p:nvPr/>
          </p:nvSpPr>
          <p:spPr>
            <a:xfrm>
              <a:off x="382680" y="1629000"/>
              <a:ext cx="349560" cy="914040"/>
            </a:xfrm>
            <a:prstGeom prst="rect">
              <a:avLst/>
            </a:prstGeom>
            <a:solidFill>
              <a:schemeClr val="accent6">
                <a:lumMod val="75000"/>
              </a:schemeClr>
            </a:soli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vert="vert270" rot="16200000">
              <a:noAutofit/>
            </a:bodyPr>
            <a:p>
              <a:pPr algn="ctr">
                <a:lnSpc>
                  <a:spcPct val="100000"/>
                </a:lnSpc>
                <a:buNone/>
              </a:pPr>
              <a:r>
                <a:rPr b="0" lang="de-DE" sz="1200" spc="-1" strike="noStrike">
                  <a:solidFill>
                    <a:srgbClr val="ffffff"/>
                  </a:solidFill>
                  <a:latin typeface="Arial"/>
                </a:rPr>
                <a:t>Shapley Values</a:t>
              </a:r>
              <a:endParaRPr b="0" lang="en-US" sz="1200" spc="-1" strike="noStrike">
                <a:latin typeface="Arial"/>
              </a:endParaRPr>
            </a:p>
          </p:txBody>
        </p:sp>
        <p:sp>
          <p:nvSpPr>
            <p:cNvPr id="558" name="Rechteck 18"/>
            <p:cNvSpPr/>
            <p:nvPr/>
          </p:nvSpPr>
          <p:spPr>
            <a:xfrm>
              <a:off x="732600" y="1633320"/>
              <a:ext cx="1439640" cy="914040"/>
            </a:xfrm>
            <a:prstGeom prst="rect">
              <a:avLst/>
            </a:prstGeom>
            <a:solidFill>
              <a:srgbClr val="92d050">
                <a:alpha val="80000"/>
              </a:srgbClr>
            </a:soli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100" spc="-1" strike="noStrike">
                  <a:solidFill>
                    <a:srgbClr val="000000"/>
                  </a:solidFill>
                  <a:latin typeface="Arial"/>
                </a:rPr>
                <a:t>For the given case, purpose is the most influential feature.</a:t>
              </a:r>
              <a:endParaRPr b="0" lang="en-US" sz="1100" spc="-1" strike="noStrike">
                <a:latin typeface="Arial"/>
              </a:endParaRPr>
            </a:p>
          </p:txBody>
        </p:sp>
      </p:grpSp>
      <p:grpSp>
        <p:nvGrpSpPr>
          <p:cNvPr id="559" name="Gruppieren 20"/>
          <p:cNvGrpSpPr/>
          <p:nvPr/>
        </p:nvGrpSpPr>
        <p:grpSpPr>
          <a:xfrm>
            <a:off x="376920" y="2648520"/>
            <a:ext cx="1795320" cy="915840"/>
            <a:chOff x="376920" y="2648520"/>
            <a:chExt cx="1795320" cy="915840"/>
          </a:xfrm>
        </p:grpSpPr>
        <p:sp>
          <p:nvSpPr>
            <p:cNvPr id="560" name="Rechteck 21"/>
            <p:cNvSpPr/>
            <p:nvPr/>
          </p:nvSpPr>
          <p:spPr>
            <a:xfrm>
              <a:off x="376920" y="2650320"/>
              <a:ext cx="349560" cy="914040"/>
            </a:xfrm>
            <a:prstGeom prst="rect">
              <a:avLst/>
            </a:prstGeom>
            <a:solidFill>
              <a:schemeClr val="accent6">
                <a:lumMod val="75000"/>
              </a:schemeClr>
            </a:soli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vert="vert270" rot="16200000">
              <a:noAutofit/>
            </a:bodyPr>
            <a:p>
              <a:pPr algn="ctr">
                <a:lnSpc>
                  <a:spcPct val="100000"/>
                </a:lnSpc>
                <a:buNone/>
              </a:pPr>
              <a:r>
                <a:rPr b="0" lang="de-DE" sz="1200" spc="-1" strike="noStrike">
                  <a:solidFill>
                    <a:srgbClr val="ffffff"/>
                  </a:solidFill>
                  <a:latin typeface="Arial"/>
                </a:rPr>
                <a:t>Counter-</a:t>
              </a:r>
              <a:endParaRPr b="0" lang="en-US" sz="1200" spc="-1" strike="noStrike">
                <a:latin typeface="Arial"/>
              </a:endParaRPr>
            </a:p>
            <a:p>
              <a:pPr algn="ctr">
                <a:lnSpc>
                  <a:spcPct val="100000"/>
                </a:lnSpc>
                <a:buNone/>
              </a:pPr>
              <a:r>
                <a:rPr b="0" lang="de-DE" sz="1200" spc="-1" strike="noStrike">
                  <a:solidFill>
                    <a:srgbClr val="ffffff"/>
                  </a:solidFill>
                  <a:latin typeface="Arial"/>
                </a:rPr>
                <a:t>factuals</a:t>
              </a:r>
              <a:endParaRPr b="0" lang="en-US" sz="1200" spc="-1" strike="noStrike">
                <a:latin typeface="Arial"/>
              </a:endParaRPr>
            </a:p>
          </p:txBody>
        </p:sp>
        <p:sp>
          <p:nvSpPr>
            <p:cNvPr id="561" name="Rechteck 22"/>
            <p:cNvSpPr/>
            <p:nvPr/>
          </p:nvSpPr>
          <p:spPr>
            <a:xfrm>
              <a:off x="732600" y="2648520"/>
              <a:ext cx="1439640" cy="914040"/>
            </a:xfrm>
            <a:prstGeom prst="rect">
              <a:avLst/>
            </a:prstGeom>
            <a:solidFill>
              <a:srgbClr val="92d050">
                <a:alpha val="80000"/>
              </a:srgbClr>
            </a:soli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100" spc="-1" strike="noStrike">
                  <a:solidFill>
                    <a:srgbClr val="000000"/>
                  </a:solidFill>
                  <a:latin typeface="Arial"/>
                </a:rPr>
                <a:t>If you change purpose to used car, you will be accepted.</a:t>
              </a:r>
              <a:endParaRPr b="0" lang="en-US" sz="1100" spc="-1" strike="noStrike">
                <a:latin typeface="Arial"/>
              </a:endParaRPr>
            </a:p>
          </p:txBody>
        </p:sp>
      </p:grpSp>
      <p:grpSp>
        <p:nvGrpSpPr>
          <p:cNvPr id="562" name="Gruppieren 23"/>
          <p:cNvGrpSpPr/>
          <p:nvPr/>
        </p:nvGrpSpPr>
        <p:grpSpPr>
          <a:xfrm>
            <a:off x="376920" y="3675960"/>
            <a:ext cx="1795320" cy="929160"/>
            <a:chOff x="376920" y="3675960"/>
            <a:chExt cx="1795320" cy="929160"/>
          </a:xfrm>
        </p:grpSpPr>
        <p:sp>
          <p:nvSpPr>
            <p:cNvPr id="563" name="Rechteck 24"/>
            <p:cNvSpPr/>
            <p:nvPr/>
          </p:nvSpPr>
          <p:spPr>
            <a:xfrm>
              <a:off x="376920" y="3675960"/>
              <a:ext cx="349560" cy="926640"/>
            </a:xfrm>
            <a:prstGeom prst="rect">
              <a:avLst/>
            </a:prstGeom>
            <a:solidFill>
              <a:schemeClr val="accent5">
                <a:lumMod val="50000"/>
              </a:schemeClr>
            </a:soli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vert="vert270" rot="16200000">
              <a:noAutofit/>
            </a:bodyPr>
            <a:p>
              <a:pPr algn="ctr">
                <a:lnSpc>
                  <a:spcPct val="100000"/>
                </a:lnSpc>
                <a:buNone/>
              </a:pPr>
              <a:r>
                <a:rPr b="0" lang="de-DE" sz="1200" spc="-1" strike="noStrike">
                  <a:solidFill>
                    <a:srgbClr val="ffffff"/>
                  </a:solidFill>
                  <a:latin typeface="Arial"/>
                </a:rPr>
                <a:t>Data</a:t>
              </a:r>
              <a:endParaRPr b="0" lang="en-US" sz="1200" spc="-1" strike="noStrike">
                <a:latin typeface="Arial"/>
              </a:endParaRPr>
            </a:p>
          </p:txBody>
        </p:sp>
        <p:sp>
          <p:nvSpPr>
            <p:cNvPr id="564" name="Rechteck 25"/>
            <p:cNvSpPr/>
            <p:nvPr/>
          </p:nvSpPr>
          <p:spPr>
            <a:xfrm>
              <a:off x="732600" y="3678480"/>
              <a:ext cx="1439640" cy="926640"/>
            </a:xfrm>
            <a:prstGeom prst="rect">
              <a:avLst/>
            </a:prstGeom>
            <a:solidFill>
              <a:srgbClr val="3484cc">
                <a:alpha val="80000"/>
              </a:srgbClr>
            </a:soli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100" spc="-1" strike="noStrike">
                  <a:solidFill>
                    <a:srgbClr val="000000"/>
                  </a:solidFill>
                  <a:latin typeface="Arial"/>
                </a:rPr>
                <a:t>The acceptance rate for used cars is 83%, in comparison to 62% for new cars.</a:t>
              </a:r>
              <a:endParaRPr b="0" lang="en-US" sz="1100" spc="-1" strike="noStrike">
                <a:latin typeface="Arial"/>
              </a:endParaRPr>
            </a:p>
          </p:txBody>
        </p:sp>
      </p:grpSp>
      <p:sp>
        <p:nvSpPr>
          <p:cNvPr id="565" name="Rechteck 26"/>
          <p:cNvSpPr/>
          <p:nvPr/>
        </p:nvSpPr>
        <p:spPr>
          <a:xfrm>
            <a:off x="2459880" y="1067040"/>
            <a:ext cx="2135160" cy="2686320"/>
          </a:xfrm>
          <a:prstGeom prst="rect">
            <a:avLst/>
          </a:prstGeom>
          <a:gradFill rotWithShape="0">
            <a:gsLst>
              <a:gs pos="0">
                <a:srgbClr val="e6edf0">
                  <a:alpha val="50196"/>
                </a:srgbClr>
              </a:gs>
              <a:gs pos="100000">
                <a:srgbClr val="b1c5d2">
                  <a:alpha val="50196"/>
                </a:srgbClr>
              </a:gs>
            </a:gsLst>
            <a:lin ang="2700000"/>
          </a:gra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t">
            <a:noAutofit/>
          </a:bodyPr>
          <a:p>
            <a:pPr algn="ctr">
              <a:lnSpc>
                <a:spcPct val="100000"/>
              </a:lnSpc>
              <a:buNone/>
            </a:pPr>
            <a:r>
              <a:rPr b="0" lang="de-DE" sz="1800" spc="-1" strike="noStrike">
                <a:solidFill>
                  <a:srgbClr val="000000"/>
                </a:solidFill>
                <a:latin typeface="Arial"/>
              </a:rPr>
              <a:t>Features</a:t>
            </a:r>
            <a:endParaRPr b="0" lang="en-US" sz="1800" spc="-1" strike="noStrike">
              <a:latin typeface="Arial"/>
            </a:endParaRPr>
          </a:p>
        </p:txBody>
      </p:sp>
      <p:grpSp>
        <p:nvGrpSpPr>
          <p:cNvPr id="566" name="Gruppieren 34"/>
          <p:cNvGrpSpPr/>
          <p:nvPr/>
        </p:nvGrpSpPr>
        <p:grpSpPr>
          <a:xfrm>
            <a:off x="2476440" y="1394640"/>
            <a:ext cx="707040" cy="713160"/>
            <a:chOff x="2476440" y="1394640"/>
            <a:chExt cx="707040" cy="713160"/>
          </a:xfrm>
        </p:grpSpPr>
        <p:sp>
          <p:nvSpPr>
            <p:cNvPr id="567" name="Textfeld 32"/>
            <p:cNvSpPr/>
            <p:nvPr/>
          </p:nvSpPr>
          <p:spPr>
            <a:xfrm>
              <a:off x="2476440" y="1849320"/>
              <a:ext cx="707040" cy="258480"/>
            </a:xfrm>
            <a:prstGeom prst="rect">
              <a:avLst/>
            </a:prstGeom>
            <a:noFill/>
            <a:ln w="0">
              <a:noFill/>
            </a:ln>
          </p:spPr>
          <p:style>
            <a:lnRef idx="0"/>
            <a:fillRef idx="0"/>
            <a:effectRef idx="0"/>
            <a:fontRef idx="minor"/>
          </p:style>
          <p:txBody>
            <a:bodyPr anchor="t">
              <a:spAutoFit/>
            </a:bodyPr>
            <a:p>
              <a:pPr algn="ctr">
                <a:lnSpc>
                  <a:spcPct val="100000"/>
                </a:lnSpc>
                <a:buNone/>
              </a:pPr>
              <a:r>
                <a:rPr b="0" lang="de-DE" sz="1100" spc="-1" strike="noStrike">
                  <a:solidFill>
                    <a:srgbClr val="000000"/>
                  </a:solidFill>
                  <a:latin typeface="Arial"/>
                </a:rPr>
                <a:t>savings</a:t>
              </a:r>
              <a:endParaRPr b="0" lang="en-US" sz="1100" spc="-1" strike="noStrike">
                <a:latin typeface="Arial"/>
              </a:endParaRPr>
            </a:p>
          </p:txBody>
        </p:sp>
        <p:pic>
          <p:nvPicPr>
            <p:cNvPr id="568" name="Grafik 33" descr="Ein Bild, das Grafiken, Clipart, Symbol, Cartoon enthält.&#10;&#10;KI-generierte Inhalte können fehlerhaft sein."/>
            <p:cNvPicPr/>
            <p:nvPr/>
          </p:nvPicPr>
          <p:blipFill>
            <a:blip r:embed="rId1"/>
            <a:stretch/>
          </p:blipFill>
          <p:spPr>
            <a:xfrm>
              <a:off x="2589840" y="1394640"/>
              <a:ext cx="489960" cy="489960"/>
            </a:xfrm>
            <a:prstGeom prst="rect">
              <a:avLst/>
            </a:prstGeom>
            <a:ln w="0">
              <a:noFill/>
            </a:ln>
          </p:spPr>
        </p:pic>
      </p:grpSp>
      <p:grpSp>
        <p:nvGrpSpPr>
          <p:cNvPr id="569" name="Gruppieren 37"/>
          <p:cNvGrpSpPr/>
          <p:nvPr/>
        </p:nvGrpSpPr>
        <p:grpSpPr>
          <a:xfrm>
            <a:off x="3859200" y="3002760"/>
            <a:ext cx="707400" cy="721800"/>
            <a:chOff x="3859200" y="3002760"/>
            <a:chExt cx="707400" cy="721800"/>
          </a:xfrm>
        </p:grpSpPr>
        <p:sp>
          <p:nvSpPr>
            <p:cNvPr id="570" name="Textfeld 35"/>
            <p:cNvSpPr/>
            <p:nvPr/>
          </p:nvSpPr>
          <p:spPr>
            <a:xfrm>
              <a:off x="3859200" y="3466080"/>
              <a:ext cx="707400" cy="258480"/>
            </a:xfrm>
            <a:prstGeom prst="rect">
              <a:avLst/>
            </a:prstGeom>
            <a:noFill/>
            <a:ln w="0">
              <a:noFill/>
            </a:ln>
          </p:spPr>
          <p:style>
            <a:lnRef idx="0"/>
            <a:fillRef idx="0"/>
            <a:effectRef idx="0"/>
            <a:fontRef idx="minor"/>
          </p:style>
          <p:txBody>
            <a:bodyPr anchor="t">
              <a:spAutoFit/>
            </a:bodyPr>
            <a:p>
              <a:pPr algn="ctr">
                <a:lnSpc>
                  <a:spcPct val="100000"/>
                </a:lnSpc>
                <a:buNone/>
              </a:pPr>
              <a:r>
                <a:rPr b="0" lang="de-DE" sz="1100" spc="-1" strike="noStrike">
                  <a:solidFill>
                    <a:srgbClr val="000000"/>
                  </a:solidFill>
                  <a:latin typeface="Arial"/>
                </a:rPr>
                <a:t>amount</a:t>
              </a:r>
              <a:endParaRPr b="0" lang="en-US" sz="1100" spc="-1" strike="noStrike">
                <a:latin typeface="Arial"/>
              </a:endParaRPr>
            </a:p>
          </p:txBody>
        </p:sp>
        <p:pic>
          <p:nvPicPr>
            <p:cNvPr id="571" name="Grafik 36" descr="Ein Bild, das Clipart, Cartoon, Darstellung enthält.&#10;&#10;KI-generierte Inhalte können fehlerhaft sein."/>
            <p:cNvPicPr/>
            <p:nvPr/>
          </p:nvPicPr>
          <p:blipFill>
            <a:blip r:embed="rId2"/>
            <a:stretch/>
          </p:blipFill>
          <p:spPr>
            <a:xfrm>
              <a:off x="3956760" y="3002760"/>
              <a:ext cx="489960" cy="484560"/>
            </a:xfrm>
            <a:prstGeom prst="rect">
              <a:avLst/>
            </a:prstGeom>
            <a:ln w="0">
              <a:noFill/>
            </a:ln>
          </p:spPr>
        </p:pic>
      </p:grpSp>
      <p:grpSp>
        <p:nvGrpSpPr>
          <p:cNvPr id="572" name="Gruppieren 42"/>
          <p:cNvGrpSpPr/>
          <p:nvPr/>
        </p:nvGrpSpPr>
        <p:grpSpPr>
          <a:xfrm>
            <a:off x="3842280" y="1390320"/>
            <a:ext cx="776160" cy="899280"/>
            <a:chOff x="3842280" y="1390320"/>
            <a:chExt cx="776160" cy="899280"/>
          </a:xfrm>
        </p:grpSpPr>
        <p:sp>
          <p:nvSpPr>
            <p:cNvPr id="573" name="Textfeld 38"/>
            <p:cNvSpPr/>
            <p:nvPr/>
          </p:nvSpPr>
          <p:spPr>
            <a:xfrm>
              <a:off x="3842280" y="1863720"/>
              <a:ext cx="776160" cy="425880"/>
            </a:xfrm>
            <a:prstGeom prst="rect">
              <a:avLst/>
            </a:prstGeom>
            <a:noFill/>
            <a:ln w="0">
              <a:noFill/>
            </a:ln>
          </p:spPr>
          <p:style>
            <a:lnRef idx="0"/>
            <a:fillRef idx="0"/>
            <a:effectRef idx="0"/>
            <a:fontRef idx="minor"/>
          </p:style>
          <p:txBody>
            <a:bodyPr anchor="t">
              <a:spAutoFit/>
            </a:bodyPr>
            <a:p>
              <a:pPr algn="ctr">
                <a:lnSpc>
                  <a:spcPct val="100000"/>
                </a:lnSpc>
                <a:buNone/>
              </a:pPr>
              <a:r>
                <a:rPr b="0" lang="de-DE" sz="1100" spc="-1" strike="noStrike">
                  <a:solidFill>
                    <a:srgbClr val="000000"/>
                  </a:solidFill>
                  <a:latin typeface="Arial"/>
                  <a:ea typeface="Calibri"/>
                </a:rPr>
                <a:t>checking account</a:t>
              </a:r>
              <a:endParaRPr b="0" lang="en-US" sz="1100" spc="-1" strike="noStrike">
                <a:latin typeface="Arial"/>
              </a:endParaRPr>
            </a:p>
          </p:txBody>
        </p:sp>
        <p:pic>
          <p:nvPicPr>
            <p:cNvPr id="574" name="Bildplatzhalter 12" descr="Ein Bild, das Clipart, Symbol, Grafiken, Logo enthält.&#10;&#10;KI-generierte Inhalte können fehlerhaft sein."/>
            <p:cNvPicPr/>
            <p:nvPr/>
          </p:nvPicPr>
          <p:blipFill>
            <a:blip r:embed="rId3"/>
            <a:srcRect l="0" t="5263" r="0" b="5263"/>
            <a:stretch/>
          </p:blipFill>
          <p:spPr>
            <a:xfrm>
              <a:off x="3984120" y="1390320"/>
              <a:ext cx="502920" cy="502920"/>
            </a:xfrm>
            <a:prstGeom prst="rect">
              <a:avLst/>
            </a:prstGeom>
            <a:ln w="0">
              <a:noFill/>
            </a:ln>
          </p:spPr>
        </p:pic>
      </p:grpSp>
      <p:grpSp>
        <p:nvGrpSpPr>
          <p:cNvPr id="575" name="Gruppieren 43"/>
          <p:cNvGrpSpPr/>
          <p:nvPr/>
        </p:nvGrpSpPr>
        <p:grpSpPr>
          <a:xfrm>
            <a:off x="2485800" y="3002760"/>
            <a:ext cx="732240" cy="731160"/>
            <a:chOff x="2485800" y="3002760"/>
            <a:chExt cx="732240" cy="731160"/>
          </a:xfrm>
        </p:grpSpPr>
        <p:pic>
          <p:nvPicPr>
            <p:cNvPr id="576" name="Grafik 40" descr="Ein Bild, das Symbol, Screenshot, Kreis, Logo enthält.&#10;&#10;KI-generierte Inhalte können fehlerhaft sein."/>
            <p:cNvPicPr/>
            <p:nvPr/>
          </p:nvPicPr>
          <p:blipFill>
            <a:blip r:embed="rId4"/>
            <a:stretch/>
          </p:blipFill>
          <p:spPr>
            <a:xfrm>
              <a:off x="2619720" y="3002760"/>
              <a:ext cx="510480" cy="550080"/>
            </a:xfrm>
            <a:prstGeom prst="rect">
              <a:avLst/>
            </a:prstGeom>
            <a:ln w="0">
              <a:noFill/>
            </a:ln>
          </p:spPr>
        </p:pic>
        <p:sp>
          <p:nvSpPr>
            <p:cNvPr id="577" name="Textfeld 41"/>
            <p:cNvSpPr/>
            <p:nvPr/>
          </p:nvSpPr>
          <p:spPr>
            <a:xfrm>
              <a:off x="2485800" y="3475440"/>
              <a:ext cx="732240" cy="258480"/>
            </a:xfrm>
            <a:prstGeom prst="rect">
              <a:avLst/>
            </a:prstGeom>
            <a:noFill/>
            <a:ln w="0">
              <a:noFill/>
            </a:ln>
          </p:spPr>
          <p:style>
            <a:lnRef idx="0"/>
            <a:fillRef idx="0"/>
            <a:effectRef idx="0"/>
            <a:fontRef idx="minor"/>
          </p:style>
          <p:txBody>
            <a:bodyPr anchor="t">
              <a:spAutoFit/>
            </a:bodyPr>
            <a:p>
              <a:pPr algn="ctr">
                <a:lnSpc>
                  <a:spcPct val="100000"/>
                </a:lnSpc>
                <a:buNone/>
              </a:pPr>
              <a:r>
                <a:rPr b="0" lang="de-DE" sz="1100" spc="-1" strike="noStrike">
                  <a:solidFill>
                    <a:srgbClr val="000000"/>
                  </a:solidFill>
                  <a:latin typeface="Arial"/>
                  <a:ea typeface="Calibri"/>
                </a:rPr>
                <a:t>duration</a:t>
              </a:r>
              <a:endParaRPr b="0" lang="en-US" sz="1100" spc="-1" strike="noStrike">
                <a:latin typeface="Arial"/>
              </a:endParaRPr>
            </a:p>
          </p:txBody>
        </p:sp>
      </p:grpSp>
      <p:sp>
        <p:nvSpPr>
          <p:cNvPr id="578" name="Rechteck 56"/>
          <p:cNvSpPr/>
          <p:nvPr/>
        </p:nvSpPr>
        <p:spPr>
          <a:xfrm>
            <a:off x="7283880" y="3354120"/>
            <a:ext cx="1563480" cy="1424160"/>
          </a:xfrm>
          <a:prstGeom prst="rect">
            <a:avLst/>
          </a:prstGeom>
          <a:solidFill>
            <a:schemeClr val="accent4">
              <a:alpha val="70000"/>
            </a:schemeClr>
          </a:solidFill>
          <a:ln>
            <a:solidFill>
              <a:srgbClr val="ffc000">
                <a:lumMod val="75000"/>
              </a:srgb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900" spc="-1" strike="noStrike">
                <a:solidFill>
                  <a:srgbClr val="000000"/>
                </a:solidFill>
                <a:latin typeface="Arial"/>
              </a:rPr>
              <a:t>The purpose for which a credit is sought influences its acceptance as certain types of loans, such as mortgages or business loans, may be viewed more favorably by lenders due to their potential for generating income or investment returns.</a:t>
            </a:r>
            <a:endParaRPr b="0" lang="en-US" sz="900" spc="-1" strike="noStrike">
              <a:latin typeface="Arial"/>
            </a:endParaRPr>
          </a:p>
        </p:txBody>
      </p:sp>
      <p:sp>
        <p:nvSpPr>
          <p:cNvPr id="579" name="Rechteck 57"/>
          <p:cNvSpPr/>
          <p:nvPr/>
        </p:nvSpPr>
        <p:spPr>
          <a:xfrm>
            <a:off x="7281720" y="2301120"/>
            <a:ext cx="1563480" cy="1008360"/>
          </a:xfrm>
          <a:prstGeom prst="rect">
            <a:avLst/>
          </a:prstGeom>
          <a:solidFill>
            <a:schemeClr val="accent4">
              <a:alpha val="70000"/>
            </a:schemeClr>
          </a:solidFill>
          <a:ln>
            <a:solidFill>
              <a:srgbClr val="ffc000">
                <a:lumMod val="75000"/>
              </a:srgb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900" spc="-1" strike="noStrike">
                <a:solidFill>
                  <a:srgbClr val="000000"/>
                </a:solidFill>
                <a:latin typeface="Arial"/>
              </a:rPr>
              <a:t>Essential purchases, such as a home or education, are typically considered investments in the borrower's future financial stability.</a:t>
            </a:r>
            <a:endParaRPr b="0" lang="en-US" sz="900" spc="-1" strike="noStrike">
              <a:latin typeface="Arial"/>
            </a:endParaRPr>
          </a:p>
        </p:txBody>
      </p:sp>
      <p:sp>
        <p:nvSpPr>
          <p:cNvPr id="580" name="Rechteck 58"/>
          <p:cNvSpPr/>
          <p:nvPr/>
        </p:nvSpPr>
        <p:spPr>
          <a:xfrm>
            <a:off x="7283880" y="1516680"/>
            <a:ext cx="1570320" cy="732960"/>
          </a:xfrm>
          <a:prstGeom prst="rect">
            <a:avLst/>
          </a:prstGeom>
          <a:solidFill>
            <a:schemeClr val="accent4">
              <a:alpha val="70000"/>
            </a:schemeClr>
          </a:solidFill>
          <a:ln>
            <a:solidFill>
              <a:srgbClr val="ffc000">
                <a:lumMod val="75000"/>
              </a:srgb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900" spc="-1" strike="noStrike">
                <a:solidFill>
                  <a:srgbClr val="000000"/>
                </a:solidFill>
                <a:latin typeface="Arial"/>
              </a:rPr>
              <a:t>Used cars typically cost less than new cars. This leads to smaller loan amounts, reducing the lender's risk.</a:t>
            </a:r>
            <a:endParaRPr b="0" lang="en-US" sz="900" spc="-1" strike="noStrike">
              <a:latin typeface="Arial"/>
            </a:endParaRPr>
          </a:p>
        </p:txBody>
      </p:sp>
      <p:sp>
        <p:nvSpPr>
          <p:cNvPr id="581" name="Rechteck 59"/>
          <p:cNvSpPr/>
          <p:nvPr/>
        </p:nvSpPr>
        <p:spPr>
          <a:xfrm>
            <a:off x="5797440" y="1509480"/>
            <a:ext cx="1235160" cy="747360"/>
          </a:xfrm>
          <a:prstGeom prst="rect">
            <a:avLst/>
          </a:prstGeom>
          <a:solidFill>
            <a:schemeClr val="accent4">
              <a:alpha val="70000"/>
            </a:schemeClr>
          </a:solidFill>
          <a:ln>
            <a:solidFill>
              <a:srgbClr val="ffc000">
                <a:lumMod val="75000"/>
              </a:srgb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900" spc="-1" strike="noStrike">
                <a:solidFill>
                  <a:srgbClr val="000000"/>
                </a:solidFill>
                <a:latin typeface="Arial"/>
              </a:rPr>
              <a:t>Loans for specific purposes (car, house) have unique considerations.</a:t>
            </a:r>
            <a:endParaRPr b="0" lang="en-US" sz="900" spc="-1" strike="noStrike">
              <a:latin typeface="Arial"/>
            </a:endParaRPr>
          </a:p>
        </p:txBody>
      </p:sp>
      <p:sp>
        <p:nvSpPr>
          <p:cNvPr id="582" name="Rechteck 60"/>
          <p:cNvSpPr/>
          <p:nvPr/>
        </p:nvSpPr>
        <p:spPr>
          <a:xfrm>
            <a:off x="5797440" y="3682440"/>
            <a:ext cx="1233360" cy="665280"/>
          </a:xfrm>
          <a:prstGeom prst="rect">
            <a:avLst/>
          </a:prstGeom>
          <a:solidFill>
            <a:schemeClr val="accent4">
              <a:alpha val="70000"/>
            </a:schemeClr>
          </a:solidFill>
          <a:ln>
            <a:solidFill>
              <a:srgbClr val="ffc000">
                <a:lumMod val="75000"/>
              </a:srgb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900" spc="-1" strike="noStrike">
                <a:solidFill>
                  <a:srgbClr val="000000"/>
                </a:solidFill>
                <a:latin typeface="Arial"/>
              </a:rPr>
              <a:t>Loans for necessary expenses are generally viewed more favorably.</a:t>
            </a:r>
            <a:endParaRPr b="0" lang="en-US" sz="900" spc="-1" strike="noStrike">
              <a:latin typeface="Arial"/>
            </a:endParaRPr>
          </a:p>
        </p:txBody>
      </p:sp>
      <p:sp>
        <p:nvSpPr>
          <p:cNvPr id="583" name="Rechteck 63"/>
          <p:cNvSpPr/>
          <p:nvPr/>
        </p:nvSpPr>
        <p:spPr>
          <a:xfrm>
            <a:off x="4836960" y="2374920"/>
            <a:ext cx="1244520" cy="1090800"/>
          </a:xfrm>
          <a:prstGeom prst="rect">
            <a:avLst/>
          </a:prstGeom>
          <a:solidFill>
            <a:schemeClr val="accent4">
              <a:alpha val="80000"/>
            </a:schemeClr>
          </a:solidFill>
          <a:ln w="0">
            <a:solidFill>
              <a:srgbClr val="ffc000">
                <a:lumMod val="75000"/>
              </a:srgbClr>
            </a:solidFill>
          </a:ln>
        </p:spPr>
        <p:style>
          <a:lnRef idx="0"/>
          <a:fillRef idx="0"/>
          <a:effectRef idx="0"/>
          <a:fontRef idx="minor"/>
        </p:style>
        <p:txBody>
          <a:bodyPr lIns="90000" rIns="90000" tIns="45000" bIns="45000" anchor="ctr">
            <a:noAutofit/>
          </a:bodyPr>
          <a:p>
            <a:pPr algn="ctr">
              <a:lnSpc>
                <a:spcPct val="100000"/>
              </a:lnSpc>
              <a:buNone/>
            </a:pPr>
            <a:r>
              <a:rPr b="0" lang="de-DE" sz="1000" spc="-1" strike="noStrike">
                <a:solidFill>
                  <a:srgbClr val="000000"/>
                </a:solidFill>
                <a:latin typeface="Arial"/>
              </a:rPr>
              <a:t>The purpose of a loan impacts the likelihood of credit approval.</a:t>
            </a:r>
            <a:endParaRPr b="0" lang="en-US" sz="1000" spc="-1" strike="noStrike">
              <a:latin typeface="Arial"/>
            </a:endParaRPr>
          </a:p>
        </p:txBody>
      </p:sp>
      <p:sp>
        <p:nvSpPr>
          <p:cNvPr id="584" name="Verbinder: gewinkelt 67"/>
          <p:cNvSpPr/>
          <p:nvPr/>
        </p:nvSpPr>
        <p:spPr>
          <a:xfrm rot="10800000">
            <a:off x="5459760" y="3466080"/>
            <a:ext cx="337680" cy="549000"/>
          </a:xfrm>
          <a:prstGeom prst="bentConnector2">
            <a:avLst/>
          </a:prstGeom>
          <a:noFill/>
          <a:ln w="19050">
            <a:solidFill>
              <a:srgbClr val="70ad47"/>
            </a:solidFill>
            <a:round/>
            <a:tailEnd len="med" type="arrow" w="med"/>
          </a:ln>
        </p:spPr>
        <p:style>
          <a:lnRef idx="0"/>
          <a:fillRef idx="0"/>
          <a:effectRef idx="0"/>
          <a:fontRef idx="minor"/>
        </p:style>
      </p:sp>
      <p:sp>
        <p:nvSpPr>
          <p:cNvPr id="585" name="Verbinder: gewinkelt 68"/>
          <p:cNvSpPr/>
          <p:nvPr/>
        </p:nvSpPr>
        <p:spPr>
          <a:xfrm flipV="1" rot="10800000">
            <a:off x="5459760" y="1882800"/>
            <a:ext cx="337680" cy="491400"/>
          </a:xfrm>
          <a:prstGeom prst="bentConnector2">
            <a:avLst/>
          </a:prstGeom>
          <a:noFill/>
          <a:ln w="19050">
            <a:solidFill>
              <a:srgbClr val="70ad47"/>
            </a:solidFill>
            <a:round/>
            <a:tailEnd len="med" type="arrow" w="med"/>
          </a:ln>
        </p:spPr>
        <p:style>
          <a:lnRef idx="0"/>
          <a:fillRef idx="0"/>
          <a:effectRef idx="0"/>
          <a:fontRef idx="minor"/>
        </p:style>
      </p:sp>
      <p:sp>
        <p:nvSpPr>
          <p:cNvPr id="586" name="Verbinder: gewinkelt 71"/>
          <p:cNvSpPr/>
          <p:nvPr/>
        </p:nvSpPr>
        <p:spPr>
          <a:xfrm flipV="1" rot="10800000">
            <a:off x="6414840" y="2805120"/>
            <a:ext cx="866880" cy="876600"/>
          </a:xfrm>
          <a:prstGeom prst="bentConnector2">
            <a:avLst/>
          </a:prstGeom>
          <a:noFill/>
          <a:ln w="19050">
            <a:solidFill>
              <a:srgbClr val="70ad47"/>
            </a:solidFill>
            <a:round/>
            <a:tailEnd len="med" type="arrow" w="med"/>
          </a:ln>
        </p:spPr>
        <p:style>
          <a:lnRef idx="0"/>
          <a:fillRef idx="0"/>
          <a:effectRef idx="0"/>
          <a:fontRef idx="minor"/>
        </p:style>
      </p:sp>
      <p:sp>
        <p:nvSpPr>
          <p:cNvPr id="587" name="Verbinder: gewinkelt 74"/>
          <p:cNvSpPr/>
          <p:nvPr/>
        </p:nvSpPr>
        <p:spPr>
          <a:xfrm rot="10800000">
            <a:off x="7031520" y="4014720"/>
            <a:ext cx="250200" cy="360"/>
          </a:xfrm>
          <a:prstGeom prst="bentConnector3">
            <a:avLst>
              <a:gd name="adj1" fmla="val 50000"/>
            </a:avLst>
          </a:prstGeom>
          <a:noFill/>
          <a:ln w="19050">
            <a:solidFill>
              <a:srgbClr val="70ad47"/>
            </a:solidFill>
            <a:round/>
            <a:tailEnd len="med" type="arrow" w="med"/>
          </a:ln>
        </p:spPr>
        <p:style>
          <a:lnRef idx="0"/>
          <a:fillRef idx="0"/>
          <a:effectRef idx="0"/>
          <a:fontRef idx="minor"/>
        </p:style>
      </p:sp>
      <p:sp>
        <p:nvSpPr>
          <p:cNvPr id="588" name="Verbinder: gewinkelt 79"/>
          <p:cNvSpPr/>
          <p:nvPr/>
        </p:nvSpPr>
        <p:spPr>
          <a:xfrm rot="10800000">
            <a:off x="7033680" y="1882800"/>
            <a:ext cx="250200" cy="360"/>
          </a:xfrm>
          <a:prstGeom prst="bentConnector3">
            <a:avLst>
              <a:gd name="adj1" fmla="val 50000"/>
            </a:avLst>
          </a:prstGeom>
          <a:noFill/>
          <a:ln w="19050">
            <a:solidFill>
              <a:srgbClr val="70ad47"/>
            </a:solidFill>
            <a:round/>
            <a:tailEnd len="med" type="arrow" w="med"/>
          </a:ln>
        </p:spPr>
        <p:style>
          <a:lnRef idx="0"/>
          <a:fillRef idx="0"/>
          <a:effectRef idx="0"/>
          <a:fontRef idx="minor"/>
        </p:style>
      </p:sp>
      <p:sp>
        <p:nvSpPr>
          <p:cNvPr id="589" name="Rechteck 116"/>
          <p:cNvSpPr/>
          <p:nvPr/>
        </p:nvSpPr>
        <p:spPr>
          <a:xfrm>
            <a:off x="2503080" y="1377720"/>
            <a:ext cx="2038320" cy="2300400"/>
          </a:xfrm>
          <a:prstGeom prst="rect">
            <a:avLst/>
          </a:prstGeom>
          <a:solidFill>
            <a:srgbClr val="b2b2b2">
              <a:alpha val="50000"/>
            </a:srgbClr>
          </a:solidFill>
          <a:ln>
            <a:solidFill>
              <a:srgbClr val="cbd7dc"/>
            </a:solidFill>
          </a:ln>
          <a:effectLst>
            <a:softEdge rad="31680"/>
          </a:effectLst>
        </p:spPr>
        <p:style>
          <a:lnRef idx="2">
            <a:schemeClr val="accent1">
              <a:shade val="15000"/>
            </a:schemeClr>
          </a:lnRef>
          <a:fillRef idx="1">
            <a:schemeClr val="accent1"/>
          </a:fillRef>
          <a:effectRef idx="0">
            <a:schemeClr val="accent1"/>
          </a:effectRef>
          <a:fontRef idx="minor"/>
        </p:style>
      </p:sp>
      <p:sp>
        <p:nvSpPr>
          <p:cNvPr id="590" name="Ellipse 102"/>
          <p:cNvSpPr/>
          <p:nvPr/>
        </p:nvSpPr>
        <p:spPr>
          <a:xfrm>
            <a:off x="3054240" y="2049480"/>
            <a:ext cx="895320" cy="937800"/>
          </a:xfrm>
          <a:prstGeom prst="ellipse">
            <a:avLst/>
          </a:prstGeom>
          <a:solidFill>
            <a:schemeClr val="accent1">
              <a:lumMod val="20000"/>
              <a:lumOff val="80000"/>
              <a:alpha val="50000"/>
            </a:schemeClr>
          </a:solidFill>
          <a:ln>
            <a:solidFill>
              <a:srgbClr val="313e45">
                <a:alpha val="30000"/>
              </a:srgbClr>
            </a:solidFill>
          </a:ln>
          <a:effectLst>
            <a:softEdge rad="31680"/>
          </a:effectLst>
        </p:spPr>
        <p:style>
          <a:lnRef idx="2">
            <a:schemeClr val="accent1">
              <a:shade val="15000"/>
            </a:schemeClr>
          </a:lnRef>
          <a:fillRef idx="1">
            <a:schemeClr val="accent1"/>
          </a:fillRef>
          <a:effectRef idx="0">
            <a:schemeClr val="accent1"/>
          </a:effectRef>
          <a:fontRef idx="minor"/>
        </p:style>
      </p:sp>
      <p:sp>
        <p:nvSpPr>
          <p:cNvPr id="591" name="Verbinder: gewinkelt 103"/>
          <p:cNvSpPr/>
          <p:nvPr/>
        </p:nvSpPr>
        <p:spPr>
          <a:xfrm>
            <a:off x="2178720" y="2028960"/>
            <a:ext cx="875160" cy="489600"/>
          </a:xfrm>
          <a:prstGeom prst="bentConnector3">
            <a:avLst>
              <a:gd name="adj1" fmla="val 40935"/>
            </a:avLst>
          </a:prstGeom>
          <a:noFill/>
          <a:ln w="19050">
            <a:solidFill>
              <a:srgbClr val="000000"/>
            </a:solidFill>
            <a:round/>
            <a:tailEnd len="med" type="arrow" w="med"/>
          </a:ln>
        </p:spPr>
        <p:style>
          <a:lnRef idx="0"/>
          <a:fillRef idx="0"/>
          <a:effectRef idx="0"/>
          <a:fontRef idx="minor"/>
        </p:style>
      </p:sp>
      <p:sp>
        <p:nvSpPr>
          <p:cNvPr id="592" name="Verbinder: gewinkelt 107"/>
          <p:cNvSpPr/>
          <p:nvPr/>
        </p:nvSpPr>
        <p:spPr>
          <a:xfrm flipV="1">
            <a:off x="2157840" y="2517840"/>
            <a:ext cx="896040" cy="450360"/>
          </a:xfrm>
          <a:prstGeom prst="bentConnector3">
            <a:avLst>
              <a:gd name="adj1" fmla="val 42032"/>
            </a:avLst>
          </a:prstGeom>
          <a:noFill/>
          <a:ln w="19050">
            <a:solidFill>
              <a:srgbClr val="000000"/>
            </a:solidFill>
            <a:round/>
            <a:tailEnd len="med" type="arrow" w="med"/>
          </a:ln>
        </p:spPr>
        <p:style>
          <a:lnRef idx="0"/>
          <a:fillRef idx="0"/>
          <a:effectRef idx="0"/>
          <a:fontRef idx="minor"/>
        </p:style>
      </p:sp>
      <p:sp>
        <p:nvSpPr>
          <p:cNvPr id="593" name="Verbinder: gewinkelt 117"/>
          <p:cNvSpPr/>
          <p:nvPr/>
        </p:nvSpPr>
        <p:spPr>
          <a:xfrm>
            <a:off x="3950280" y="2518560"/>
            <a:ext cx="886320" cy="401400"/>
          </a:xfrm>
          <a:prstGeom prst="bentConnector3">
            <a:avLst>
              <a:gd name="adj1" fmla="val 50000"/>
            </a:avLst>
          </a:prstGeom>
          <a:noFill/>
          <a:ln w="19050">
            <a:solidFill>
              <a:srgbClr val="000000"/>
            </a:solidFill>
            <a:round/>
            <a:tailEnd len="med" type="arrow" w="med"/>
          </a:ln>
        </p:spPr>
        <p:style>
          <a:lnRef idx="0"/>
          <a:fillRef idx="0"/>
          <a:effectRef idx="0"/>
          <a:fontRef idx="minor"/>
        </p:style>
      </p:sp>
      <p:sp>
        <p:nvSpPr>
          <p:cNvPr id="594" name="Verbinder: gewinkelt 136"/>
          <p:cNvSpPr/>
          <p:nvPr/>
        </p:nvSpPr>
        <p:spPr>
          <a:xfrm>
            <a:off x="2172240" y="3105720"/>
            <a:ext cx="596160" cy="1541880"/>
          </a:xfrm>
          <a:prstGeom prst="bentConnector3">
            <a:avLst>
              <a:gd name="adj1" fmla="val 39223"/>
            </a:avLst>
          </a:prstGeom>
          <a:noFill/>
          <a:ln w="19050">
            <a:solidFill>
              <a:srgbClr val="c00000"/>
            </a:solidFill>
            <a:round/>
            <a:tailEnd len="med" type="arrow" w="med"/>
          </a:ln>
        </p:spPr>
        <p:style>
          <a:lnRef idx="0"/>
          <a:fillRef idx="0"/>
          <a:effectRef idx="0"/>
          <a:fontRef idx="minor"/>
        </p:style>
      </p:sp>
      <p:sp>
        <p:nvSpPr>
          <p:cNvPr id="595" name="Textfeld 158"/>
          <p:cNvSpPr/>
          <p:nvPr/>
        </p:nvSpPr>
        <p:spPr>
          <a:xfrm>
            <a:off x="5111640" y="3204360"/>
            <a:ext cx="63216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100" spc="-1" strike="noStrike">
                <a:solidFill>
                  <a:srgbClr val="000000"/>
                </a:solidFill>
                <a:latin typeface="Arial"/>
              </a:rPr>
              <a:t>(Claim)</a:t>
            </a:r>
            <a:endParaRPr b="0" lang="en-US" sz="1100" spc="-1" strike="noStrike">
              <a:latin typeface="Arial"/>
            </a:endParaRPr>
          </a:p>
        </p:txBody>
      </p:sp>
      <p:grpSp>
        <p:nvGrpSpPr>
          <p:cNvPr id="596" name="Gruppieren 44"/>
          <p:cNvGrpSpPr/>
          <p:nvPr/>
        </p:nvGrpSpPr>
        <p:grpSpPr>
          <a:xfrm>
            <a:off x="3112200" y="2107080"/>
            <a:ext cx="735120" cy="792360"/>
            <a:chOff x="3112200" y="2107080"/>
            <a:chExt cx="735120" cy="792360"/>
          </a:xfrm>
        </p:grpSpPr>
        <p:sp>
          <p:nvSpPr>
            <p:cNvPr id="597" name="Textfeld 30"/>
            <p:cNvSpPr/>
            <p:nvPr/>
          </p:nvSpPr>
          <p:spPr>
            <a:xfrm>
              <a:off x="3112200" y="2640960"/>
              <a:ext cx="735120" cy="258480"/>
            </a:xfrm>
            <a:prstGeom prst="rect">
              <a:avLst/>
            </a:prstGeom>
            <a:noFill/>
            <a:ln w="0">
              <a:noFill/>
            </a:ln>
          </p:spPr>
          <p:style>
            <a:lnRef idx="0"/>
            <a:fillRef idx="0"/>
            <a:effectRef idx="0"/>
            <a:fontRef idx="minor"/>
          </p:style>
          <p:txBody>
            <a:bodyPr anchor="t">
              <a:spAutoFit/>
            </a:bodyPr>
            <a:p>
              <a:pPr algn="ctr">
                <a:lnSpc>
                  <a:spcPct val="100000"/>
                </a:lnSpc>
                <a:buNone/>
              </a:pPr>
              <a:r>
                <a:rPr b="0" lang="de-DE" sz="1100" spc="-1" strike="noStrike">
                  <a:solidFill>
                    <a:srgbClr val="000000"/>
                  </a:solidFill>
                  <a:latin typeface="Arial"/>
                </a:rPr>
                <a:t>purpose</a:t>
              </a:r>
              <a:endParaRPr b="0" lang="en-US" sz="1100" spc="-1" strike="noStrike">
                <a:latin typeface="Arial"/>
              </a:endParaRPr>
            </a:p>
          </p:txBody>
        </p:sp>
        <p:pic>
          <p:nvPicPr>
            <p:cNvPr id="598" name="Grafik 31" descr="Ein Bild, das Logo, Grafiken, Screenshot, Grafikdesign enthält.&#10;&#10;KI-generierte Inhalte können fehlerhaft sein."/>
            <p:cNvPicPr/>
            <p:nvPr/>
          </p:nvPicPr>
          <p:blipFill>
            <a:blip r:embed="rId5"/>
            <a:stretch/>
          </p:blipFill>
          <p:spPr>
            <a:xfrm>
              <a:off x="3229560" y="2107080"/>
              <a:ext cx="587160" cy="587160"/>
            </a:xfrm>
            <a:prstGeom prst="rect">
              <a:avLst/>
            </a:prstGeom>
            <a:ln w="0">
              <a:noFill/>
            </a:ln>
          </p:spPr>
        </p:pic>
      </p:grpSp>
      <p:sp>
        <p:nvSpPr>
          <p:cNvPr id="599" name="Rechteck 29"/>
          <p:cNvSpPr/>
          <p:nvPr/>
        </p:nvSpPr>
        <p:spPr>
          <a:xfrm>
            <a:off x="2442600" y="3807360"/>
            <a:ext cx="2124360" cy="1020240"/>
          </a:xfrm>
          <a:prstGeom prst="rect">
            <a:avLst/>
          </a:prstGeom>
          <a:gradFill rotWithShape="0">
            <a:gsLst>
              <a:gs pos="0">
                <a:srgbClr val="e6edf0">
                  <a:alpha val="50196"/>
                </a:srgbClr>
              </a:gs>
              <a:gs pos="100000">
                <a:srgbClr val="b1c5d2">
                  <a:alpha val="50196"/>
                </a:srgbClr>
              </a:gs>
            </a:gsLst>
            <a:lin ang="2700000"/>
          </a:gradFill>
          <a:ln>
            <a:solidFill>
              <a:srgbClr val="36434a"/>
            </a:solidFill>
          </a:ln>
        </p:spPr>
        <p:style>
          <a:lnRef idx="2">
            <a:schemeClr val="accent1">
              <a:shade val="15000"/>
            </a:schemeClr>
          </a:lnRef>
          <a:fillRef idx="1">
            <a:schemeClr val="accent1"/>
          </a:fillRef>
          <a:effectRef idx="0">
            <a:schemeClr val="accent1"/>
          </a:effectRef>
          <a:fontRef idx="minor"/>
        </p:style>
        <p:txBody>
          <a:bodyPr lIns="90000" rIns="90000" tIns="45000" bIns="45000" anchor="t">
            <a:noAutofit/>
          </a:bodyPr>
          <a:p>
            <a:pPr algn="ctr">
              <a:lnSpc>
                <a:spcPct val="100000"/>
              </a:lnSpc>
              <a:buNone/>
            </a:pPr>
            <a:r>
              <a:rPr b="0" lang="de-DE" sz="1800" spc="-1" strike="noStrike">
                <a:solidFill>
                  <a:srgbClr val="000000"/>
                </a:solidFill>
                <a:latin typeface="Arial"/>
              </a:rPr>
              <a:t>Outcomes</a:t>
            </a:r>
            <a:endParaRPr b="0" lang="en-US" sz="1800" spc="-1" strike="noStrike">
              <a:latin typeface="Arial"/>
            </a:endParaRPr>
          </a:p>
        </p:txBody>
      </p:sp>
      <p:grpSp>
        <p:nvGrpSpPr>
          <p:cNvPr id="600" name="Gruppieren 62"/>
          <p:cNvGrpSpPr/>
          <p:nvPr/>
        </p:nvGrpSpPr>
        <p:grpSpPr>
          <a:xfrm>
            <a:off x="2771640" y="4150080"/>
            <a:ext cx="594000" cy="623880"/>
            <a:chOff x="2771640" y="4150080"/>
            <a:chExt cx="594000" cy="623880"/>
          </a:xfrm>
        </p:grpSpPr>
        <p:pic>
          <p:nvPicPr>
            <p:cNvPr id="601" name="Grafik 48" descr=""/>
            <p:cNvPicPr/>
            <p:nvPr/>
          </p:nvPicPr>
          <p:blipFill>
            <a:blip r:embed="rId6"/>
            <a:stretch/>
          </p:blipFill>
          <p:spPr>
            <a:xfrm>
              <a:off x="2830680" y="4150080"/>
              <a:ext cx="437760" cy="437760"/>
            </a:xfrm>
            <a:prstGeom prst="rect">
              <a:avLst/>
            </a:prstGeom>
            <a:ln w="0">
              <a:noFill/>
            </a:ln>
          </p:spPr>
        </p:pic>
        <p:sp>
          <p:nvSpPr>
            <p:cNvPr id="602" name="Textfeld 49"/>
            <p:cNvSpPr/>
            <p:nvPr/>
          </p:nvSpPr>
          <p:spPr>
            <a:xfrm>
              <a:off x="2771640" y="4516920"/>
              <a:ext cx="59400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100" spc="-1" strike="noStrike">
                  <a:solidFill>
                    <a:srgbClr val="000000"/>
                  </a:solidFill>
                  <a:latin typeface="Arial"/>
                </a:rPr>
                <a:t>accept</a:t>
              </a:r>
              <a:endParaRPr b="0" lang="en-US" sz="1100" spc="-1" strike="noStrike">
                <a:latin typeface="Arial"/>
              </a:endParaRPr>
            </a:p>
          </p:txBody>
        </p:sp>
      </p:grpSp>
      <p:grpSp>
        <p:nvGrpSpPr>
          <p:cNvPr id="603" name="Gruppieren 61"/>
          <p:cNvGrpSpPr/>
          <p:nvPr/>
        </p:nvGrpSpPr>
        <p:grpSpPr>
          <a:xfrm>
            <a:off x="3739680" y="4090320"/>
            <a:ext cx="532080" cy="680400"/>
            <a:chOff x="3739680" y="4090320"/>
            <a:chExt cx="532080" cy="680400"/>
          </a:xfrm>
        </p:grpSpPr>
        <p:pic>
          <p:nvPicPr>
            <p:cNvPr id="604" name="Grafik 46" descr=""/>
            <p:cNvPicPr/>
            <p:nvPr/>
          </p:nvPicPr>
          <p:blipFill>
            <a:blip r:embed="rId7"/>
            <a:stretch/>
          </p:blipFill>
          <p:spPr>
            <a:xfrm>
              <a:off x="3739680" y="4090320"/>
              <a:ext cx="527760" cy="527760"/>
            </a:xfrm>
            <a:prstGeom prst="rect">
              <a:avLst/>
            </a:prstGeom>
            <a:ln w="0">
              <a:noFill/>
            </a:ln>
          </p:spPr>
        </p:pic>
        <p:sp>
          <p:nvSpPr>
            <p:cNvPr id="605" name="Textfeld 52"/>
            <p:cNvSpPr/>
            <p:nvPr/>
          </p:nvSpPr>
          <p:spPr>
            <a:xfrm>
              <a:off x="3747600" y="4513680"/>
              <a:ext cx="524160" cy="257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100" spc="-1" strike="noStrike">
                  <a:solidFill>
                    <a:srgbClr val="000000"/>
                  </a:solidFill>
                  <a:latin typeface="Arial"/>
                </a:rPr>
                <a:t>reject</a:t>
              </a:r>
              <a:endParaRPr b="0" lang="en-US" sz="1100" spc="-1" strike="noStrike">
                <a:latin typeface="Arial"/>
              </a:endParaRPr>
            </a:p>
          </p:txBody>
        </p:sp>
      </p:grpSp>
      <p:sp>
        <p:nvSpPr>
          <p:cNvPr id="606" name="Verbinder: gewinkelt 132"/>
          <p:cNvSpPr/>
          <p:nvPr/>
        </p:nvSpPr>
        <p:spPr>
          <a:xfrm>
            <a:off x="2172240" y="4368960"/>
            <a:ext cx="596160" cy="278280"/>
          </a:xfrm>
          <a:prstGeom prst="bentConnector3">
            <a:avLst>
              <a:gd name="adj1" fmla="val 38824"/>
            </a:avLst>
          </a:prstGeom>
          <a:noFill/>
          <a:ln w="19050">
            <a:solidFill>
              <a:srgbClr val="c00000"/>
            </a:solidFill>
            <a:round/>
            <a:tailEnd len="med" type="arrow" w="med"/>
          </a:ln>
        </p:spPr>
        <p:style>
          <a:lnRef idx="0"/>
          <a:fillRef idx="0"/>
          <a:effectRef idx="0"/>
          <a:fontRef idx="minor"/>
        </p:style>
      </p:sp>
      <p:sp>
        <p:nvSpPr>
          <p:cNvPr id="607" name="Verbinder: gewinkelt 112"/>
          <p:cNvSpPr/>
          <p:nvPr/>
        </p:nvSpPr>
        <p:spPr>
          <a:xfrm flipV="1">
            <a:off x="2172240" y="2518560"/>
            <a:ext cx="881640" cy="1622880"/>
          </a:xfrm>
          <a:prstGeom prst="bentConnector3">
            <a:avLst>
              <a:gd name="adj1" fmla="val 41360"/>
            </a:avLst>
          </a:prstGeom>
          <a:noFill/>
          <a:ln w="19050">
            <a:solidFill>
              <a:srgbClr val="000000"/>
            </a:solidFill>
            <a:round/>
            <a:tailEnd len="med" type="arrow" w="med"/>
          </a:ln>
        </p:spPr>
        <p:style>
          <a:lnRef idx="0"/>
          <a:fillRef idx="0"/>
          <a:effectRef idx="0"/>
          <a:fontRef idx="minor"/>
        </p:style>
      </p:sp>
      <p:sp>
        <p:nvSpPr>
          <p:cNvPr id="608" name="Verbinder: gewinkelt 145"/>
          <p:cNvSpPr/>
          <p:nvPr/>
        </p:nvSpPr>
        <p:spPr>
          <a:xfrm flipH="1" flipV="1" rot="5400000">
            <a:off x="3024360" y="2965320"/>
            <a:ext cx="1857600" cy="1767600"/>
          </a:xfrm>
          <a:prstGeom prst="bentConnector4">
            <a:avLst>
              <a:gd name="adj1" fmla="val -7177"/>
              <a:gd name="adj2" fmla="val 81109"/>
            </a:avLst>
          </a:prstGeom>
          <a:noFill/>
          <a:ln w="19050">
            <a:solidFill>
              <a:srgbClr val="000000"/>
            </a:solidFill>
            <a:round/>
            <a:tailEnd len="med" type="arrow" w="med"/>
          </a:ln>
        </p:spPr>
        <p:style>
          <a:lnRef idx="0"/>
          <a:fillRef idx="0"/>
          <a:effectRef idx="0"/>
          <a:fontRef idx="minor"/>
        </p:style>
      </p:sp>
      <p:sp>
        <p:nvSpPr>
          <p:cNvPr id="609" name="Verbinder: gewinkelt 2"/>
          <p:cNvSpPr/>
          <p:nvPr/>
        </p:nvSpPr>
        <p:spPr>
          <a:xfrm>
            <a:off x="2172240" y="2090520"/>
            <a:ext cx="596160" cy="2557080"/>
          </a:xfrm>
          <a:prstGeom prst="bentConnector3">
            <a:avLst>
              <a:gd name="adj1" fmla="val 39223"/>
            </a:avLst>
          </a:prstGeom>
          <a:noFill/>
          <a:ln w="19050">
            <a:solidFill>
              <a:srgbClr val="c00000"/>
            </a:solidFill>
            <a:round/>
            <a:tailEnd len="med" type="arrow" w="med"/>
          </a:ln>
        </p:spPr>
        <p:style>
          <a:lnRef idx="0"/>
          <a:fillRef idx="0"/>
          <a:effectRef idx="0"/>
          <a:fontRef idx="minor"/>
        </p:style>
      </p:sp>
      <p:sp>
        <p:nvSpPr>
          <p:cNvPr id="610" name="Textfeld 7"/>
          <p:cNvSpPr/>
          <p:nvPr/>
        </p:nvSpPr>
        <p:spPr>
          <a:xfrm>
            <a:off x="7857360" y="134640"/>
            <a:ext cx="1113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Concept for DK</a:t>
            </a:r>
            <a:endParaRPr b="0" lang="en-US" sz="1200" spc="-1" strike="noStrike">
              <a:latin typeface="Arial"/>
            </a:endParaRPr>
          </a:p>
        </p:txBody>
      </p:sp>
      <p:sp>
        <p:nvSpPr>
          <p:cNvPr id="611" name="Rechteck 16"/>
          <p:cNvSpPr/>
          <p:nvPr/>
        </p:nvSpPr>
        <p:spPr>
          <a:xfrm>
            <a:off x="7601400" y="127080"/>
            <a:ext cx="277560" cy="277560"/>
          </a:xfrm>
          <a:prstGeom prst="rect">
            <a:avLst/>
          </a:prstGeom>
          <a:blipFill rotWithShape="0">
            <a:blip r:embed="rId8"/>
            <a:srcRect/>
            <a:stretch/>
          </a:blipFill>
          <a:ln>
            <a:noFill/>
          </a:ln>
        </p:spPr>
        <p:style>
          <a:lnRef idx="2"/>
          <a:fillRef idx="0"/>
          <a:effectRef idx="0">
            <a:schemeClr val="accent4">
              <a:hueOff val="0"/>
              <a:satOff val="0"/>
              <a:lumOff val="0"/>
              <a:alphaOff val="0"/>
            </a:schemeClr>
          </a:effectRef>
          <a:fontRef idx="minor"/>
        </p:style>
      </p:sp>
    </p:spTree>
  </p:cSld>
  <p:transition spd="slow" advTm="1000">
    <p:push dir="u"/>
  </p:transition>
  <p:timing>
    <p:tnLst>
      <p:par>
        <p:cTn id="541" dur="indefinite" restart="never" nodeType="tmRoot">
          <p:childTnLst>
            <p:seq>
              <p:cTn id="542" dur="indefinite" nodeType="mainSeq">
                <p:childTnLst>
                  <p:par>
                    <p:cTn id="543" fill="hold">
                      <p:stCondLst>
                        <p:cond delay="indefinite"/>
                      </p:stCondLst>
                      <p:childTnLst>
                        <p:par>
                          <p:cTn id="544" fill="hold">
                            <p:stCondLst>
                              <p:cond delay="0"/>
                            </p:stCondLst>
                            <p:childTnLst>
                              <p:par>
                                <p:cTn id="545" nodeType="clickEffect" fill="hold" presetClass="entr" presetID="10">
                                  <p:stCondLst>
                                    <p:cond delay="500"/>
                                  </p:stCondLst>
                                  <p:childTnLst>
                                    <p:set>
                                      <p:cBhvr>
                                        <p:cTn id="546" dur="1" fill="hold">
                                          <p:stCondLst>
                                            <p:cond delay="0"/>
                                          </p:stCondLst>
                                        </p:cTn>
                                        <p:tgtEl>
                                          <p:spTgt spid="555"/>
                                        </p:tgtEl>
                                        <p:attrNameLst>
                                          <p:attrName>style.visibility</p:attrName>
                                        </p:attrNameLst>
                                      </p:cBhvr>
                                      <p:to>
                                        <p:strVal val="visible"/>
                                      </p:to>
                                    </p:set>
                                    <p:animEffect filter="fade" transition="in">
                                      <p:cBhvr additive="repl">
                                        <p:cTn id="547" dur="500"/>
                                        <p:tgtEl>
                                          <p:spTgt spid="555"/>
                                        </p:tgtEl>
                                      </p:cBhvr>
                                    </p:animEffect>
                                  </p:childTnLst>
                                </p:cTn>
                              </p:par>
                              <p:par>
                                <p:cTn id="548" nodeType="withEffect" fill="hold" presetClass="entr" presetID="10">
                                  <p:stCondLst>
                                    <p:cond delay="0"/>
                                  </p:stCondLst>
                                  <p:childTnLst>
                                    <p:set>
                                      <p:cBhvr>
                                        <p:cTn id="549" dur="1" fill="hold">
                                          <p:stCondLst>
                                            <p:cond delay="0"/>
                                          </p:stCondLst>
                                        </p:cTn>
                                        <p:tgtEl>
                                          <p:spTgt spid="556"/>
                                        </p:tgtEl>
                                        <p:attrNameLst>
                                          <p:attrName>style.visibility</p:attrName>
                                        </p:attrNameLst>
                                      </p:cBhvr>
                                      <p:to>
                                        <p:strVal val="visible"/>
                                      </p:to>
                                    </p:set>
                                    <p:animEffect filter="fade" transition="in">
                                      <p:cBhvr additive="repl">
                                        <p:cTn id="550" dur="500"/>
                                        <p:tgtEl>
                                          <p:spTgt spid="556"/>
                                        </p:tgtEl>
                                      </p:cBhvr>
                                    </p:animEffect>
                                  </p:childTnLst>
                                </p:cTn>
                              </p:par>
                              <p:par>
                                <p:cTn id="551" nodeType="withEffect" fill="hold" presetClass="entr" presetID="10">
                                  <p:stCondLst>
                                    <p:cond delay="0"/>
                                  </p:stCondLst>
                                  <p:childTnLst>
                                    <p:set>
                                      <p:cBhvr>
                                        <p:cTn id="552" dur="1" fill="hold">
                                          <p:stCondLst>
                                            <p:cond delay="0"/>
                                          </p:stCondLst>
                                        </p:cTn>
                                        <p:tgtEl>
                                          <p:spTgt spid="559"/>
                                        </p:tgtEl>
                                        <p:attrNameLst>
                                          <p:attrName>style.visibility</p:attrName>
                                        </p:attrNameLst>
                                      </p:cBhvr>
                                      <p:to>
                                        <p:strVal val="visible"/>
                                      </p:to>
                                    </p:set>
                                    <p:animEffect filter="fade" transition="in">
                                      <p:cBhvr additive="repl">
                                        <p:cTn id="553" dur="500"/>
                                        <p:tgtEl>
                                          <p:spTgt spid="559"/>
                                        </p:tgtEl>
                                      </p:cBhvr>
                                    </p:animEffect>
                                  </p:childTnLst>
                                </p:cTn>
                              </p:par>
                              <p:par>
                                <p:cTn id="554" nodeType="withEffect" fill="hold" presetClass="entr" presetID="10">
                                  <p:stCondLst>
                                    <p:cond delay="0"/>
                                  </p:stCondLst>
                                  <p:childTnLst>
                                    <p:set>
                                      <p:cBhvr>
                                        <p:cTn id="555" dur="1" fill="hold">
                                          <p:stCondLst>
                                            <p:cond delay="0"/>
                                          </p:stCondLst>
                                        </p:cTn>
                                        <p:tgtEl>
                                          <p:spTgt spid="562"/>
                                        </p:tgtEl>
                                        <p:attrNameLst>
                                          <p:attrName>style.visibility</p:attrName>
                                        </p:attrNameLst>
                                      </p:cBhvr>
                                      <p:to>
                                        <p:strVal val="visible"/>
                                      </p:to>
                                    </p:set>
                                    <p:animEffect filter="fade" transition="in">
                                      <p:cBhvr additive="repl">
                                        <p:cTn id="556" dur="500"/>
                                        <p:tgtEl>
                                          <p:spTgt spid="562"/>
                                        </p:tgtEl>
                                      </p:cBhvr>
                                    </p:animEffect>
                                  </p:childTnLst>
                                </p:cTn>
                              </p:par>
                            </p:childTnLst>
                          </p:cTn>
                        </p:par>
                      </p:childTnLst>
                    </p:cTn>
                  </p:par>
                  <p:par>
                    <p:cTn id="557" fill="hold">
                      <p:stCondLst>
                        <p:cond delay="indefinite"/>
                      </p:stCondLst>
                      <p:childTnLst>
                        <p:par>
                          <p:cTn id="558" fill="hold">
                            <p:stCondLst>
                              <p:cond delay="0"/>
                            </p:stCondLst>
                            <p:childTnLst>
                              <p:par>
                                <p:cTn id="559" nodeType="clickEffect" fill="hold" presetClass="entr" presetID="10">
                                  <p:stCondLst>
                                    <p:cond delay="0"/>
                                  </p:stCondLst>
                                  <p:childTnLst>
                                    <p:set>
                                      <p:cBhvr>
                                        <p:cTn id="560" dur="1" fill="hold">
                                          <p:stCondLst>
                                            <p:cond delay="0"/>
                                          </p:stCondLst>
                                        </p:cTn>
                                        <p:tgtEl>
                                          <p:spTgt spid="566"/>
                                        </p:tgtEl>
                                        <p:attrNameLst>
                                          <p:attrName>style.visibility</p:attrName>
                                        </p:attrNameLst>
                                      </p:cBhvr>
                                      <p:to>
                                        <p:strVal val="visible"/>
                                      </p:to>
                                    </p:set>
                                    <p:animEffect filter="fade" transition="in">
                                      <p:cBhvr additive="repl">
                                        <p:cTn id="561" dur="500"/>
                                        <p:tgtEl>
                                          <p:spTgt spid="566"/>
                                        </p:tgtEl>
                                      </p:cBhvr>
                                    </p:animEffect>
                                    <p:animClr clrSpc="rgb">
                                      <p:cBhvr>
                                        <p:cTn id="562" dur="1" fill="hold"/>
                                        <p:tgtEl>
                                          <p:spTgt spid="566"/>
                                        </p:tgtEl>
                                        <p:attrNameLst>
                                          <p:attrName>ppt_c</p:attrName>
                                        </p:attrNameLst>
                                      </p:cBhvr>
                                      <p:to>
                                        <a:srgbClr val="ffffff"/>
                                      </p:to>
                                    </p:animClr>
                                  </p:childTnLst>
                                </p:cTn>
                              </p:par>
                              <p:par>
                                <p:cTn id="563" nodeType="withEffect" fill="hold" presetClass="entr" presetID="10">
                                  <p:stCondLst>
                                    <p:cond delay="0"/>
                                  </p:stCondLst>
                                  <p:childTnLst>
                                    <p:set>
                                      <p:cBhvr>
                                        <p:cTn id="564" dur="1" fill="hold">
                                          <p:stCondLst>
                                            <p:cond delay="0"/>
                                          </p:stCondLst>
                                        </p:cTn>
                                        <p:tgtEl>
                                          <p:spTgt spid="575"/>
                                        </p:tgtEl>
                                        <p:attrNameLst>
                                          <p:attrName>style.visibility</p:attrName>
                                        </p:attrNameLst>
                                      </p:cBhvr>
                                      <p:to>
                                        <p:strVal val="visible"/>
                                      </p:to>
                                    </p:set>
                                    <p:animEffect filter="fade" transition="in">
                                      <p:cBhvr additive="repl">
                                        <p:cTn id="565" dur="500"/>
                                        <p:tgtEl>
                                          <p:spTgt spid="575"/>
                                        </p:tgtEl>
                                      </p:cBhvr>
                                    </p:animEffect>
                                  </p:childTnLst>
                                </p:cTn>
                              </p:par>
                              <p:par>
                                <p:cTn id="566" nodeType="withEffect" fill="hold" presetClass="entr" presetID="10">
                                  <p:stCondLst>
                                    <p:cond delay="0"/>
                                  </p:stCondLst>
                                  <p:childTnLst>
                                    <p:set>
                                      <p:cBhvr>
                                        <p:cTn id="567" dur="1" fill="hold">
                                          <p:stCondLst>
                                            <p:cond delay="0"/>
                                          </p:stCondLst>
                                        </p:cTn>
                                        <p:tgtEl>
                                          <p:spTgt spid="569"/>
                                        </p:tgtEl>
                                        <p:attrNameLst>
                                          <p:attrName>style.visibility</p:attrName>
                                        </p:attrNameLst>
                                      </p:cBhvr>
                                      <p:to>
                                        <p:strVal val="visible"/>
                                      </p:to>
                                    </p:set>
                                    <p:animEffect filter="fade" transition="in">
                                      <p:cBhvr additive="repl">
                                        <p:cTn id="568" dur="500"/>
                                        <p:tgtEl>
                                          <p:spTgt spid="569"/>
                                        </p:tgtEl>
                                      </p:cBhvr>
                                    </p:animEffect>
                                  </p:childTnLst>
                                </p:cTn>
                              </p:par>
                              <p:par>
                                <p:cTn id="569" nodeType="withEffect" fill="hold" presetClass="entr" presetID="10">
                                  <p:stCondLst>
                                    <p:cond delay="0"/>
                                  </p:stCondLst>
                                  <p:childTnLst>
                                    <p:set>
                                      <p:cBhvr>
                                        <p:cTn id="570" dur="1" fill="hold">
                                          <p:stCondLst>
                                            <p:cond delay="0"/>
                                          </p:stCondLst>
                                        </p:cTn>
                                        <p:tgtEl>
                                          <p:spTgt spid="572"/>
                                        </p:tgtEl>
                                        <p:attrNameLst>
                                          <p:attrName>style.visibility</p:attrName>
                                        </p:attrNameLst>
                                      </p:cBhvr>
                                      <p:to>
                                        <p:strVal val="visible"/>
                                      </p:to>
                                    </p:set>
                                    <p:animEffect filter="fade" transition="in">
                                      <p:cBhvr additive="repl">
                                        <p:cTn id="571" dur="500"/>
                                        <p:tgtEl>
                                          <p:spTgt spid="572"/>
                                        </p:tgtEl>
                                      </p:cBhvr>
                                    </p:animEffect>
                                  </p:childTnLst>
                                </p:cTn>
                              </p:par>
                              <p:par>
                                <p:cTn id="572" nodeType="withEffect" fill="hold" presetClass="entr" presetID="10">
                                  <p:stCondLst>
                                    <p:cond delay="0"/>
                                  </p:stCondLst>
                                  <p:childTnLst>
                                    <p:set>
                                      <p:cBhvr>
                                        <p:cTn id="573" dur="1" fill="hold">
                                          <p:stCondLst>
                                            <p:cond delay="0"/>
                                          </p:stCondLst>
                                        </p:cTn>
                                        <p:tgtEl>
                                          <p:spTgt spid="565"/>
                                        </p:tgtEl>
                                        <p:attrNameLst>
                                          <p:attrName>style.visibility</p:attrName>
                                        </p:attrNameLst>
                                      </p:cBhvr>
                                      <p:to>
                                        <p:strVal val="visible"/>
                                      </p:to>
                                    </p:set>
                                    <p:animEffect filter="fade" transition="in">
                                      <p:cBhvr additive="repl">
                                        <p:cTn id="574" dur="500"/>
                                        <p:tgtEl>
                                          <p:spTgt spid="565"/>
                                        </p:tgtEl>
                                      </p:cBhvr>
                                    </p:animEffect>
                                  </p:childTnLst>
                                </p:cTn>
                              </p:par>
                              <p:par>
                                <p:cTn id="575" nodeType="withEffect" fill="hold" presetClass="entr" presetID="10">
                                  <p:stCondLst>
                                    <p:cond delay="0"/>
                                  </p:stCondLst>
                                  <p:childTnLst>
                                    <p:set>
                                      <p:cBhvr>
                                        <p:cTn id="576" dur="1" fill="hold">
                                          <p:stCondLst>
                                            <p:cond delay="0"/>
                                          </p:stCondLst>
                                        </p:cTn>
                                        <p:tgtEl>
                                          <p:spTgt spid="596"/>
                                        </p:tgtEl>
                                        <p:attrNameLst>
                                          <p:attrName>style.visibility</p:attrName>
                                        </p:attrNameLst>
                                      </p:cBhvr>
                                      <p:to>
                                        <p:strVal val="visible"/>
                                      </p:to>
                                    </p:set>
                                    <p:animEffect filter="fade" transition="in">
                                      <p:cBhvr additive="repl">
                                        <p:cTn id="577" dur="500"/>
                                        <p:tgtEl>
                                          <p:spTgt spid="596"/>
                                        </p:tgtEl>
                                      </p:cBhvr>
                                    </p:animEffect>
                                  </p:childTnLst>
                                </p:cTn>
                              </p:par>
                            </p:childTnLst>
                          </p:cTn>
                        </p:par>
                      </p:childTnLst>
                    </p:cTn>
                  </p:par>
                  <p:par>
                    <p:cTn id="578" fill="hold">
                      <p:stCondLst>
                        <p:cond delay="indefinite"/>
                      </p:stCondLst>
                      <p:childTnLst>
                        <p:par>
                          <p:cTn id="579" fill="hold">
                            <p:stCondLst>
                              <p:cond delay="0"/>
                            </p:stCondLst>
                            <p:childTnLst>
                              <p:par>
                                <p:cTn id="580" nodeType="clickEffect" fill="hold" presetClass="entr" presetID="10">
                                  <p:stCondLst>
                                    <p:cond delay="0"/>
                                  </p:stCondLst>
                                  <p:childTnLst>
                                    <p:set>
                                      <p:cBhvr>
                                        <p:cTn id="581" dur="1" fill="hold">
                                          <p:stCondLst>
                                            <p:cond delay="0"/>
                                          </p:stCondLst>
                                        </p:cTn>
                                        <p:tgtEl>
                                          <p:spTgt spid="603"/>
                                        </p:tgtEl>
                                        <p:attrNameLst>
                                          <p:attrName>style.visibility</p:attrName>
                                        </p:attrNameLst>
                                      </p:cBhvr>
                                      <p:to>
                                        <p:strVal val="visible"/>
                                      </p:to>
                                    </p:set>
                                    <p:animEffect filter="fade" transition="in">
                                      <p:cBhvr additive="repl">
                                        <p:cTn id="582" dur="500"/>
                                        <p:tgtEl>
                                          <p:spTgt spid="603"/>
                                        </p:tgtEl>
                                      </p:cBhvr>
                                    </p:animEffect>
                                  </p:childTnLst>
                                </p:cTn>
                              </p:par>
                              <p:par>
                                <p:cTn id="583" nodeType="withEffect" fill="hold" presetClass="entr" presetID="10">
                                  <p:stCondLst>
                                    <p:cond delay="0"/>
                                  </p:stCondLst>
                                  <p:childTnLst>
                                    <p:set>
                                      <p:cBhvr>
                                        <p:cTn id="584" dur="1" fill="hold">
                                          <p:stCondLst>
                                            <p:cond delay="0"/>
                                          </p:stCondLst>
                                        </p:cTn>
                                        <p:tgtEl>
                                          <p:spTgt spid="599"/>
                                        </p:tgtEl>
                                        <p:attrNameLst>
                                          <p:attrName>style.visibility</p:attrName>
                                        </p:attrNameLst>
                                      </p:cBhvr>
                                      <p:to>
                                        <p:strVal val="visible"/>
                                      </p:to>
                                    </p:set>
                                    <p:animEffect filter="fade" transition="in">
                                      <p:cBhvr additive="repl">
                                        <p:cTn id="585" dur="500"/>
                                        <p:tgtEl>
                                          <p:spTgt spid="599"/>
                                        </p:tgtEl>
                                      </p:cBhvr>
                                    </p:animEffect>
                                  </p:childTnLst>
                                </p:cTn>
                              </p:par>
                              <p:par>
                                <p:cTn id="586" nodeType="withEffect" fill="hold" presetClass="entr" presetID="10">
                                  <p:stCondLst>
                                    <p:cond delay="0"/>
                                  </p:stCondLst>
                                  <p:childTnLst>
                                    <p:set>
                                      <p:cBhvr>
                                        <p:cTn id="587" dur="1" fill="hold">
                                          <p:stCondLst>
                                            <p:cond delay="0"/>
                                          </p:stCondLst>
                                        </p:cTn>
                                        <p:tgtEl>
                                          <p:spTgt spid="600"/>
                                        </p:tgtEl>
                                        <p:attrNameLst>
                                          <p:attrName>style.visibility</p:attrName>
                                        </p:attrNameLst>
                                      </p:cBhvr>
                                      <p:to>
                                        <p:strVal val="visible"/>
                                      </p:to>
                                    </p:set>
                                    <p:animEffect filter="fade" transition="in">
                                      <p:cBhvr additive="repl">
                                        <p:cTn id="588" dur="500"/>
                                        <p:tgtEl>
                                          <p:spTgt spid="600"/>
                                        </p:tgtEl>
                                      </p:cBhvr>
                                    </p:animEffect>
                                  </p:childTnLst>
                                </p:cTn>
                              </p:par>
                            </p:childTnLst>
                          </p:cTn>
                        </p:par>
                      </p:childTnLst>
                    </p:cTn>
                  </p:par>
                  <p:par>
                    <p:cTn id="589" fill="hold">
                      <p:stCondLst>
                        <p:cond delay="indefinite"/>
                      </p:stCondLst>
                      <p:childTnLst>
                        <p:par>
                          <p:cTn id="590" fill="hold">
                            <p:stCondLst>
                              <p:cond delay="0"/>
                            </p:stCondLst>
                            <p:childTnLst>
                              <p:par>
                                <p:cTn id="591" nodeType="clickEffect" fill="hold" presetClass="entr" presetID="10">
                                  <p:stCondLst>
                                    <p:cond delay="0"/>
                                  </p:stCondLst>
                                  <p:childTnLst>
                                    <p:set>
                                      <p:cBhvr>
                                        <p:cTn id="592" dur="1" fill="hold">
                                          <p:stCondLst>
                                            <p:cond delay="0"/>
                                          </p:stCondLst>
                                        </p:cTn>
                                        <p:tgtEl>
                                          <p:spTgt spid="591"/>
                                        </p:tgtEl>
                                        <p:attrNameLst>
                                          <p:attrName>style.visibility</p:attrName>
                                        </p:attrNameLst>
                                      </p:cBhvr>
                                      <p:to>
                                        <p:strVal val="visible"/>
                                      </p:to>
                                    </p:set>
                                    <p:animEffect filter="fade" transition="in">
                                      <p:cBhvr additive="repl">
                                        <p:cTn id="593" dur="500"/>
                                        <p:tgtEl>
                                          <p:spTgt spid="591"/>
                                        </p:tgtEl>
                                      </p:cBhvr>
                                    </p:animEffect>
                                  </p:childTnLst>
                                </p:cTn>
                              </p:par>
                              <p:par>
                                <p:cTn id="594" nodeType="withEffect" fill="hold" presetClass="entr" presetID="10">
                                  <p:stCondLst>
                                    <p:cond delay="0"/>
                                  </p:stCondLst>
                                  <p:childTnLst>
                                    <p:set>
                                      <p:cBhvr>
                                        <p:cTn id="595" dur="1" fill="hold">
                                          <p:stCondLst>
                                            <p:cond delay="0"/>
                                          </p:stCondLst>
                                        </p:cTn>
                                        <p:tgtEl>
                                          <p:spTgt spid="592"/>
                                        </p:tgtEl>
                                        <p:attrNameLst>
                                          <p:attrName>style.visibility</p:attrName>
                                        </p:attrNameLst>
                                      </p:cBhvr>
                                      <p:to>
                                        <p:strVal val="visible"/>
                                      </p:to>
                                    </p:set>
                                    <p:animEffect filter="fade" transition="in">
                                      <p:cBhvr additive="repl">
                                        <p:cTn id="596" dur="500"/>
                                        <p:tgtEl>
                                          <p:spTgt spid="592"/>
                                        </p:tgtEl>
                                      </p:cBhvr>
                                    </p:animEffect>
                                  </p:childTnLst>
                                </p:cTn>
                              </p:par>
                              <p:par>
                                <p:cTn id="597" nodeType="withEffect" fill="hold" presetClass="entr" presetID="10">
                                  <p:stCondLst>
                                    <p:cond delay="0"/>
                                  </p:stCondLst>
                                  <p:childTnLst>
                                    <p:set>
                                      <p:cBhvr>
                                        <p:cTn id="598" dur="1" fill="hold">
                                          <p:stCondLst>
                                            <p:cond delay="0"/>
                                          </p:stCondLst>
                                        </p:cTn>
                                        <p:tgtEl>
                                          <p:spTgt spid="607"/>
                                        </p:tgtEl>
                                        <p:attrNameLst>
                                          <p:attrName>style.visibility</p:attrName>
                                        </p:attrNameLst>
                                      </p:cBhvr>
                                      <p:to>
                                        <p:strVal val="visible"/>
                                      </p:to>
                                    </p:set>
                                    <p:animEffect filter="fade" transition="in">
                                      <p:cBhvr additive="repl">
                                        <p:cTn id="599" dur="500"/>
                                        <p:tgtEl>
                                          <p:spTgt spid="607"/>
                                        </p:tgtEl>
                                      </p:cBhvr>
                                    </p:animEffect>
                                  </p:childTnLst>
                                </p:cTn>
                              </p:par>
                              <p:par>
                                <p:cTn id="600" nodeType="withEffect" fill="hold" presetClass="entr" presetID="10">
                                  <p:stCondLst>
                                    <p:cond delay="0"/>
                                  </p:stCondLst>
                                  <p:childTnLst>
                                    <p:set>
                                      <p:cBhvr>
                                        <p:cTn id="601" dur="1" fill="hold">
                                          <p:stCondLst>
                                            <p:cond delay="0"/>
                                          </p:stCondLst>
                                        </p:cTn>
                                        <p:tgtEl>
                                          <p:spTgt spid="590"/>
                                        </p:tgtEl>
                                        <p:attrNameLst>
                                          <p:attrName>style.visibility</p:attrName>
                                        </p:attrNameLst>
                                      </p:cBhvr>
                                      <p:to>
                                        <p:strVal val="visible"/>
                                      </p:to>
                                    </p:set>
                                    <p:animEffect filter="fade" transition="in">
                                      <p:cBhvr additive="repl">
                                        <p:cTn id="602" dur="500"/>
                                        <p:tgtEl>
                                          <p:spTgt spid="590"/>
                                        </p:tgtEl>
                                      </p:cBhvr>
                                    </p:animEffect>
                                  </p:childTnLst>
                                </p:cTn>
                              </p:par>
                              <p:par>
                                <p:cTn id="603" nodeType="withEffect" fill="hold" presetClass="entr" presetID="10">
                                  <p:stCondLst>
                                    <p:cond delay="0"/>
                                  </p:stCondLst>
                                  <p:childTnLst>
                                    <p:set>
                                      <p:cBhvr>
                                        <p:cTn id="604" dur="1" fill="hold">
                                          <p:stCondLst>
                                            <p:cond delay="0"/>
                                          </p:stCondLst>
                                        </p:cTn>
                                        <p:tgtEl>
                                          <p:spTgt spid="589"/>
                                        </p:tgtEl>
                                        <p:attrNameLst>
                                          <p:attrName>style.visibility</p:attrName>
                                        </p:attrNameLst>
                                      </p:cBhvr>
                                      <p:to>
                                        <p:strVal val="visible"/>
                                      </p:to>
                                    </p:set>
                                    <p:animEffect filter="fade" transition="in">
                                      <p:cBhvr additive="repl">
                                        <p:cTn id="605" dur="500"/>
                                        <p:tgtEl>
                                          <p:spTgt spid="589"/>
                                        </p:tgtEl>
                                      </p:cBhvr>
                                    </p:animEffect>
                                  </p:childTnLst>
                                </p:cTn>
                              </p:par>
                            </p:childTnLst>
                          </p:cTn>
                        </p:par>
                      </p:childTnLst>
                    </p:cTn>
                  </p:par>
                  <p:par>
                    <p:cTn id="606" fill="hold">
                      <p:stCondLst>
                        <p:cond delay="indefinite"/>
                      </p:stCondLst>
                      <p:childTnLst>
                        <p:par>
                          <p:cTn id="607" fill="hold">
                            <p:stCondLst>
                              <p:cond delay="0"/>
                            </p:stCondLst>
                            <p:childTnLst>
                              <p:par>
                                <p:cTn id="608" nodeType="clickEffect" fill="hold" presetClass="entr" presetID="10">
                                  <p:stCondLst>
                                    <p:cond delay="0"/>
                                  </p:stCondLst>
                                  <p:childTnLst>
                                    <p:set>
                                      <p:cBhvr>
                                        <p:cTn id="609" dur="1" fill="hold">
                                          <p:stCondLst>
                                            <p:cond delay="0"/>
                                          </p:stCondLst>
                                        </p:cTn>
                                        <p:tgtEl>
                                          <p:spTgt spid="606"/>
                                        </p:tgtEl>
                                        <p:attrNameLst>
                                          <p:attrName>style.visibility</p:attrName>
                                        </p:attrNameLst>
                                      </p:cBhvr>
                                      <p:to>
                                        <p:strVal val="visible"/>
                                      </p:to>
                                    </p:set>
                                    <p:animEffect filter="fade" transition="in">
                                      <p:cBhvr additive="repl">
                                        <p:cTn id="610" dur="500"/>
                                        <p:tgtEl>
                                          <p:spTgt spid="606"/>
                                        </p:tgtEl>
                                      </p:cBhvr>
                                    </p:animEffect>
                                  </p:childTnLst>
                                </p:cTn>
                              </p:par>
                              <p:par>
                                <p:cTn id="611" nodeType="withEffect" fill="hold" presetClass="entr" presetID="10">
                                  <p:stCondLst>
                                    <p:cond delay="0"/>
                                  </p:stCondLst>
                                  <p:childTnLst>
                                    <p:set>
                                      <p:cBhvr>
                                        <p:cTn id="612" dur="1" fill="hold">
                                          <p:stCondLst>
                                            <p:cond delay="0"/>
                                          </p:stCondLst>
                                        </p:cTn>
                                        <p:tgtEl>
                                          <p:spTgt spid="594"/>
                                        </p:tgtEl>
                                        <p:attrNameLst>
                                          <p:attrName>style.visibility</p:attrName>
                                        </p:attrNameLst>
                                      </p:cBhvr>
                                      <p:to>
                                        <p:strVal val="visible"/>
                                      </p:to>
                                    </p:set>
                                    <p:animEffect filter="fade" transition="in">
                                      <p:cBhvr additive="repl">
                                        <p:cTn id="613" dur="500"/>
                                        <p:tgtEl>
                                          <p:spTgt spid="594"/>
                                        </p:tgtEl>
                                      </p:cBhvr>
                                    </p:animEffect>
                                  </p:childTnLst>
                                </p:cTn>
                              </p:par>
                              <p:par>
                                <p:cTn id="614" nodeType="withEffect" fill="hold" presetClass="entr" presetID="10">
                                  <p:stCondLst>
                                    <p:cond delay="0"/>
                                  </p:stCondLst>
                                  <p:childTnLst>
                                    <p:set>
                                      <p:cBhvr>
                                        <p:cTn id="615" dur="1" fill="hold">
                                          <p:stCondLst>
                                            <p:cond delay="0"/>
                                          </p:stCondLst>
                                        </p:cTn>
                                        <p:tgtEl>
                                          <p:spTgt spid="609"/>
                                        </p:tgtEl>
                                        <p:attrNameLst>
                                          <p:attrName>style.visibility</p:attrName>
                                        </p:attrNameLst>
                                      </p:cBhvr>
                                      <p:to>
                                        <p:strVal val="visible"/>
                                      </p:to>
                                    </p:set>
                                    <p:animEffect filter="fade" transition="in">
                                      <p:cBhvr additive="repl">
                                        <p:cTn id="616" dur="500"/>
                                        <p:tgtEl>
                                          <p:spTgt spid="609"/>
                                        </p:tgtEl>
                                      </p:cBhvr>
                                    </p:animEffect>
                                  </p:childTnLst>
                                </p:cTn>
                              </p:par>
                            </p:childTnLst>
                          </p:cTn>
                        </p:par>
                      </p:childTnLst>
                    </p:cTn>
                  </p:par>
                  <p:par>
                    <p:cTn id="617" fill="hold">
                      <p:stCondLst>
                        <p:cond delay="indefinite"/>
                      </p:stCondLst>
                      <p:childTnLst>
                        <p:par>
                          <p:cTn id="618" fill="hold">
                            <p:stCondLst>
                              <p:cond delay="0"/>
                            </p:stCondLst>
                            <p:childTnLst>
                              <p:par>
                                <p:cTn id="619" nodeType="clickEffect" fill="hold" presetClass="entr" presetID="10">
                                  <p:stCondLst>
                                    <p:cond delay="0"/>
                                  </p:stCondLst>
                                  <p:childTnLst>
                                    <p:set>
                                      <p:cBhvr>
                                        <p:cTn id="620" dur="1" fill="hold">
                                          <p:stCondLst>
                                            <p:cond delay="0"/>
                                          </p:stCondLst>
                                        </p:cTn>
                                        <p:tgtEl>
                                          <p:spTgt spid="583"/>
                                        </p:tgtEl>
                                        <p:attrNameLst>
                                          <p:attrName>style.visibility</p:attrName>
                                        </p:attrNameLst>
                                      </p:cBhvr>
                                      <p:to>
                                        <p:strVal val="visible"/>
                                      </p:to>
                                    </p:set>
                                    <p:animEffect filter="fade" transition="in">
                                      <p:cBhvr additive="repl">
                                        <p:cTn id="621" dur="500"/>
                                        <p:tgtEl>
                                          <p:spTgt spid="583"/>
                                        </p:tgtEl>
                                      </p:cBhvr>
                                    </p:animEffect>
                                  </p:childTnLst>
                                </p:cTn>
                              </p:par>
                              <p:par>
                                <p:cTn id="622" nodeType="withEffect" fill="hold" presetClass="entr" presetID="10">
                                  <p:stCondLst>
                                    <p:cond delay="0"/>
                                  </p:stCondLst>
                                  <p:childTnLst>
                                    <p:set>
                                      <p:cBhvr>
                                        <p:cTn id="623" dur="1" fill="hold">
                                          <p:stCondLst>
                                            <p:cond delay="0"/>
                                          </p:stCondLst>
                                        </p:cTn>
                                        <p:tgtEl>
                                          <p:spTgt spid="595"/>
                                        </p:tgtEl>
                                        <p:attrNameLst>
                                          <p:attrName>style.visibility</p:attrName>
                                        </p:attrNameLst>
                                      </p:cBhvr>
                                      <p:to>
                                        <p:strVal val="visible"/>
                                      </p:to>
                                    </p:set>
                                    <p:animEffect filter="fade" transition="in">
                                      <p:cBhvr additive="repl">
                                        <p:cTn id="624" dur="500"/>
                                        <p:tgtEl>
                                          <p:spTgt spid="595"/>
                                        </p:tgtEl>
                                      </p:cBhvr>
                                    </p:animEffect>
                                    <p:set>
                                      <p:cBhvr>
                                        <p:cTn id="625" dur="1" fill="hold"/>
                                        <p:tgtEl>
                                          <p:spTgt spid="595"/>
                                        </p:tgtEl>
                                        <p:attrNameLst>
                                          <p:attrName>style.visibility</p:attrName>
                                        </p:attrNameLst>
                                      </p:cBhvr>
                                      <p:to>
                                        <p:strVal val="hidden"/>
                                      </p:to>
                                    </p:set>
                                  </p:childTnLst>
                                </p:cTn>
                              </p:par>
                              <p:par>
                                <p:cTn id="626" nodeType="withEffect" fill="hold" presetClass="entr" presetID="10">
                                  <p:stCondLst>
                                    <p:cond delay="0"/>
                                  </p:stCondLst>
                                  <p:childTnLst>
                                    <p:set>
                                      <p:cBhvr>
                                        <p:cTn id="627" dur="1" fill="hold">
                                          <p:stCondLst>
                                            <p:cond delay="0"/>
                                          </p:stCondLst>
                                        </p:cTn>
                                        <p:tgtEl>
                                          <p:spTgt spid="608"/>
                                        </p:tgtEl>
                                        <p:attrNameLst>
                                          <p:attrName>style.visibility</p:attrName>
                                        </p:attrNameLst>
                                      </p:cBhvr>
                                      <p:to>
                                        <p:strVal val="visible"/>
                                      </p:to>
                                    </p:set>
                                    <p:animEffect filter="fade" transition="in">
                                      <p:cBhvr additive="repl">
                                        <p:cTn id="628" dur="500"/>
                                        <p:tgtEl>
                                          <p:spTgt spid="608"/>
                                        </p:tgtEl>
                                      </p:cBhvr>
                                    </p:animEffect>
                                  </p:childTnLst>
                                </p:cTn>
                              </p:par>
                              <p:par>
                                <p:cTn id="629" nodeType="withEffect" fill="hold" presetClass="entr" presetID="10">
                                  <p:stCondLst>
                                    <p:cond delay="0"/>
                                  </p:stCondLst>
                                  <p:childTnLst>
                                    <p:set>
                                      <p:cBhvr>
                                        <p:cTn id="630" dur="1" fill="hold">
                                          <p:stCondLst>
                                            <p:cond delay="0"/>
                                          </p:stCondLst>
                                        </p:cTn>
                                        <p:tgtEl>
                                          <p:spTgt spid="593"/>
                                        </p:tgtEl>
                                        <p:attrNameLst>
                                          <p:attrName>style.visibility</p:attrName>
                                        </p:attrNameLst>
                                      </p:cBhvr>
                                      <p:to>
                                        <p:strVal val="visible"/>
                                      </p:to>
                                    </p:set>
                                    <p:animEffect filter="fade" transition="in">
                                      <p:cBhvr additive="repl">
                                        <p:cTn id="631" dur="500"/>
                                        <p:tgtEl>
                                          <p:spTgt spid="593"/>
                                        </p:tgtEl>
                                      </p:cBhvr>
                                    </p:animEffect>
                                  </p:childTnLst>
                                </p:cTn>
                              </p:par>
                            </p:childTnLst>
                          </p:cTn>
                        </p:par>
                      </p:childTnLst>
                    </p:cTn>
                  </p:par>
                  <p:par>
                    <p:cTn id="632" fill="hold">
                      <p:stCondLst>
                        <p:cond delay="indefinite"/>
                      </p:stCondLst>
                      <p:childTnLst>
                        <p:par>
                          <p:cTn id="633" fill="hold">
                            <p:stCondLst>
                              <p:cond delay="0"/>
                            </p:stCondLst>
                            <p:childTnLst>
                              <p:par>
                                <p:cTn id="634" nodeType="clickEffect" fill="hold" presetClass="entr" presetID="10">
                                  <p:stCondLst>
                                    <p:cond delay="0"/>
                                  </p:stCondLst>
                                  <p:childTnLst>
                                    <p:set>
                                      <p:cBhvr>
                                        <p:cTn id="635" dur="1" fill="hold">
                                          <p:stCondLst>
                                            <p:cond delay="0"/>
                                          </p:stCondLst>
                                        </p:cTn>
                                        <p:tgtEl>
                                          <p:spTgt spid="581"/>
                                        </p:tgtEl>
                                        <p:attrNameLst>
                                          <p:attrName>style.visibility</p:attrName>
                                        </p:attrNameLst>
                                      </p:cBhvr>
                                      <p:to>
                                        <p:strVal val="visible"/>
                                      </p:to>
                                    </p:set>
                                    <p:animEffect filter="fade" transition="in">
                                      <p:cBhvr additive="repl">
                                        <p:cTn id="636" dur="500"/>
                                        <p:tgtEl>
                                          <p:spTgt spid="581"/>
                                        </p:tgtEl>
                                      </p:cBhvr>
                                    </p:animEffect>
                                  </p:childTnLst>
                                </p:cTn>
                              </p:par>
                              <p:par>
                                <p:cTn id="637" nodeType="withEffect" fill="hold" presetClass="entr" presetID="10">
                                  <p:stCondLst>
                                    <p:cond delay="0"/>
                                  </p:stCondLst>
                                  <p:childTnLst>
                                    <p:set>
                                      <p:cBhvr>
                                        <p:cTn id="638" dur="1" fill="hold">
                                          <p:stCondLst>
                                            <p:cond delay="0"/>
                                          </p:stCondLst>
                                        </p:cTn>
                                        <p:tgtEl>
                                          <p:spTgt spid="582"/>
                                        </p:tgtEl>
                                        <p:attrNameLst>
                                          <p:attrName>style.visibility</p:attrName>
                                        </p:attrNameLst>
                                      </p:cBhvr>
                                      <p:to>
                                        <p:strVal val="visible"/>
                                      </p:to>
                                    </p:set>
                                    <p:animEffect filter="fade" transition="in">
                                      <p:cBhvr additive="repl">
                                        <p:cTn id="639" dur="500"/>
                                        <p:tgtEl>
                                          <p:spTgt spid="582"/>
                                        </p:tgtEl>
                                      </p:cBhvr>
                                    </p:animEffect>
                                  </p:childTnLst>
                                </p:cTn>
                              </p:par>
                              <p:par>
                                <p:cTn id="640" nodeType="withEffect" fill="hold" presetClass="entr" presetID="10">
                                  <p:stCondLst>
                                    <p:cond delay="0"/>
                                  </p:stCondLst>
                                  <p:childTnLst>
                                    <p:set>
                                      <p:cBhvr>
                                        <p:cTn id="641" dur="1" fill="hold">
                                          <p:stCondLst>
                                            <p:cond delay="0"/>
                                          </p:stCondLst>
                                        </p:cTn>
                                        <p:tgtEl>
                                          <p:spTgt spid="579"/>
                                        </p:tgtEl>
                                        <p:attrNameLst>
                                          <p:attrName>style.visibility</p:attrName>
                                        </p:attrNameLst>
                                      </p:cBhvr>
                                      <p:to>
                                        <p:strVal val="visible"/>
                                      </p:to>
                                    </p:set>
                                    <p:animEffect filter="fade" transition="in">
                                      <p:cBhvr additive="repl">
                                        <p:cTn id="642" dur="500"/>
                                        <p:tgtEl>
                                          <p:spTgt spid="579"/>
                                        </p:tgtEl>
                                      </p:cBhvr>
                                    </p:animEffect>
                                  </p:childTnLst>
                                </p:cTn>
                              </p:par>
                              <p:par>
                                <p:cTn id="643" nodeType="withEffect" fill="hold" presetClass="entr" presetID="10">
                                  <p:stCondLst>
                                    <p:cond delay="0"/>
                                  </p:stCondLst>
                                  <p:childTnLst>
                                    <p:set>
                                      <p:cBhvr>
                                        <p:cTn id="644" dur="1" fill="hold">
                                          <p:stCondLst>
                                            <p:cond delay="0"/>
                                          </p:stCondLst>
                                        </p:cTn>
                                        <p:tgtEl>
                                          <p:spTgt spid="580"/>
                                        </p:tgtEl>
                                        <p:attrNameLst>
                                          <p:attrName>style.visibility</p:attrName>
                                        </p:attrNameLst>
                                      </p:cBhvr>
                                      <p:to>
                                        <p:strVal val="visible"/>
                                      </p:to>
                                    </p:set>
                                    <p:animEffect filter="fade" transition="in">
                                      <p:cBhvr additive="repl">
                                        <p:cTn id="645" dur="500"/>
                                        <p:tgtEl>
                                          <p:spTgt spid="580"/>
                                        </p:tgtEl>
                                      </p:cBhvr>
                                    </p:animEffect>
                                  </p:childTnLst>
                                </p:cTn>
                              </p:par>
                              <p:par>
                                <p:cTn id="646" nodeType="withEffect" fill="hold" presetClass="entr" presetID="10">
                                  <p:stCondLst>
                                    <p:cond delay="0"/>
                                  </p:stCondLst>
                                  <p:childTnLst>
                                    <p:set>
                                      <p:cBhvr>
                                        <p:cTn id="647" dur="1" fill="hold">
                                          <p:stCondLst>
                                            <p:cond delay="0"/>
                                          </p:stCondLst>
                                        </p:cTn>
                                        <p:tgtEl>
                                          <p:spTgt spid="578"/>
                                        </p:tgtEl>
                                        <p:attrNameLst>
                                          <p:attrName>style.visibility</p:attrName>
                                        </p:attrNameLst>
                                      </p:cBhvr>
                                      <p:to>
                                        <p:strVal val="visible"/>
                                      </p:to>
                                    </p:set>
                                    <p:animEffect filter="fade" transition="in">
                                      <p:cBhvr additive="repl">
                                        <p:cTn id="648" dur="500"/>
                                        <p:tgtEl>
                                          <p:spTgt spid="578"/>
                                        </p:tgtEl>
                                      </p:cBhvr>
                                    </p:animEffect>
                                  </p:childTnLst>
                                </p:cTn>
                              </p:par>
                              <p:par>
                                <p:cTn id="649" nodeType="withEffect" fill="hold" presetClass="entr" presetID="10">
                                  <p:stCondLst>
                                    <p:cond delay="0"/>
                                  </p:stCondLst>
                                  <p:childTnLst>
                                    <p:set>
                                      <p:cBhvr>
                                        <p:cTn id="650" dur="1" fill="hold">
                                          <p:stCondLst>
                                            <p:cond delay="0"/>
                                          </p:stCondLst>
                                        </p:cTn>
                                        <p:tgtEl>
                                          <p:spTgt spid="586"/>
                                        </p:tgtEl>
                                        <p:attrNameLst>
                                          <p:attrName>style.visibility</p:attrName>
                                        </p:attrNameLst>
                                      </p:cBhvr>
                                      <p:to>
                                        <p:strVal val="visible"/>
                                      </p:to>
                                    </p:set>
                                    <p:animEffect filter="fade" transition="in">
                                      <p:cBhvr additive="repl">
                                        <p:cTn id="651" dur="500"/>
                                        <p:tgtEl>
                                          <p:spTgt spid="586"/>
                                        </p:tgtEl>
                                      </p:cBhvr>
                                    </p:animEffect>
                                  </p:childTnLst>
                                </p:cTn>
                              </p:par>
                              <p:par>
                                <p:cTn id="652" nodeType="withEffect" fill="hold" presetClass="entr" presetID="10">
                                  <p:stCondLst>
                                    <p:cond delay="0"/>
                                  </p:stCondLst>
                                  <p:childTnLst>
                                    <p:set>
                                      <p:cBhvr>
                                        <p:cTn id="653" dur="1" fill="hold">
                                          <p:stCondLst>
                                            <p:cond delay="0"/>
                                          </p:stCondLst>
                                        </p:cTn>
                                        <p:tgtEl>
                                          <p:spTgt spid="585"/>
                                        </p:tgtEl>
                                        <p:attrNameLst>
                                          <p:attrName>style.visibility</p:attrName>
                                        </p:attrNameLst>
                                      </p:cBhvr>
                                      <p:to>
                                        <p:strVal val="visible"/>
                                      </p:to>
                                    </p:set>
                                    <p:animEffect filter="fade" transition="in">
                                      <p:cBhvr additive="repl">
                                        <p:cTn id="654" dur="500"/>
                                        <p:tgtEl>
                                          <p:spTgt spid="585"/>
                                        </p:tgtEl>
                                      </p:cBhvr>
                                    </p:animEffect>
                                  </p:childTnLst>
                                </p:cTn>
                              </p:par>
                              <p:par>
                                <p:cTn id="655" nodeType="withEffect" fill="hold" presetClass="entr" presetID="10">
                                  <p:stCondLst>
                                    <p:cond delay="0"/>
                                  </p:stCondLst>
                                  <p:childTnLst>
                                    <p:set>
                                      <p:cBhvr>
                                        <p:cTn id="656" dur="1" fill="hold">
                                          <p:stCondLst>
                                            <p:cond delay="0"/>
                                          </p:stCondLst>
                                        </p:cTn>
                                        <p:tgtEl>
                                          <p:spTgt spid="584"/>
                                        </p:tgtEl>
                                        <p:attrNameLst>
                                          <p:attrName>style.visibility</p:attrName>
                                        </p:attrNameLst>
                                      </p:cBhvr>
                                      <p:to>
                                        <p:strVal val="visible"/>
                                      </p:to>
                                    </p:set>
                                    <p:animEffect filter="fade" transition="in">
                                      <p:cBhvr additive="repl">
                                        <p:cTn id="657" dur="500"/>
                                        <p:tgtEl>
                                          <p:spTgt spid="584"/>
                                        </p:tgtEl>
                                      </p:cBhvr>
                                    </p:animEffect>
                                  </p:childTnLst>
                                </p:cTn>
                              </p:par>
                              <p:par>
                                <p:cTn id="658" nodeType="withEffect" fill="hold" presetClass="entr" presetID="10">
                                  <p:stCondLst>
                                    <p:cond delay="0"/>
                                  </p:stCondLst>
                                  <p:childTnLst>
                                    <p:set>
                                      <p:cBhvr>
                                        <p:cTn id="659" dur="1" fill="hold">
                                          <p:stCondLst>
                                            <p:cond delay="0"/>
                                          </p:stCondLst>
                                        </p:cTn>
                                        <p:tgtEl>
                                          <p:spTgt spid="587"/>
                                        </p:tgtEl>
                                        <p:attrNameLst>
                                          <p:attrName>style.visibility</p:attrName>
                                        </p:attrNameLst>
                                      </p:cBhvr>
                                      <p:to>
                                        <p:strVal val="visible"/>
                                      </p:to>
                                    </p:set>
                                    <p:animEffect filter="fade" transition="in">
                                      <p:cBhvr additive="repl">
                                        <p:cTn id="660" dur="500"/>
                                        <p:tgtEl>
                                          <p:spTgt spid="587"/>
                                        </p:tgtEl>
                                      </p:cBhvr>
                                    </p:animEffect>
                                  </p:childTnLst>
                                </p:cTn>
                              </p:par>
                              <p:par>
                                <p:cTn id="661" nodeType="withEffect" fill="hold" presetClass="entr" presetID="10">
                                  <p:stCondLst>
                                    <p:cond delay="0"/>
                                  </p:stCondLst>
                                  <p:childTnLst>
                                    <p:set>
                                      <p:cBhvr>
                                        <p:cTn id="662" dur="1" fill="hold">
                                          <p:stCondLst>
                                            <p:cond delay="0"/>
                                          </p:stCondLst>
                                        </p:cTn>
                                        <p:tgtEl>
                                          <p:spTgt spid="588"/>
                                        </p:tgtEl>
                                        <p:attrNameLst>
                                          <p:attrName>style.visibility</p:attrName>
                                        </p:attrNameLst>
                                      </p:cBhvr>
                                      <p:to>
                                        <p:strVal val="visible"/>
                                      </p:to>
                                    </p:set>
                                    <p:animEffect filter="fade" transition="in">
                                      <p:cBhvr additive="repl">
                                        <p:cTn id="663" dur="500"/>
                                        <p:tgtEl>
                                          <p:spTgt spid="588"/>
                                        </p:tgtEl>
                                      </p:cBhvr>
                                    </p:animEffect>
                                  </p:childTnLst>
                                </p:cTn>
                              </p:par>
                              <p:par>
                                <p:cTn id="664" nodeType="withEffect" fill="hold" presetClass="entr" presetID="10">
                                  <p:stCondLst>
                                    <p:cond delay="0"/>
                                  </p:stCondLst>
                                  <p:childTnLst>
                                    <p:set>
                                      <p:cBhvr>
                                        <p:cTn id="665" dur="1" fill="hold">
                                          <p:stCondLst>
                                            <p:cond delay="0"/>
                                          </p:stCondLst>
                                        </p:cTn>
                                        <p:tgtEl>
                                          <p:spTgt spid="550"/>
                                        </p:tgtEl>
                                        <p:attrNameLst>
                                          <p:attrName>style.visibility</p:attrName>
                                        </p:attrNameLst>
                                      </p:cBhvr>
                                      <p:to>
                                        <p:strVal val="visible"/>
                                      </p:to>
                                    </p:set>
                                    <p:animEffect filter="fade" transition="in">
                                      <p:cBhvr additive="repl">
                                        <p:cTn id="666" dur="500"/>
                                        <p:tgtEl>
                                          <p:spTgt spid="550"/>
                                        </p:tgtEl>
                                      </p:cBhvr>
                                    </p:animEffect>
                                  </p:childTnLst>
                                </p:cTn>
                              </p:par>
                              <p:par>
                                <p:cTn id="667" nodeType="withEffect" fill="hold" presetClass="exit" presetID="10">
                                  <p:stCondLst>
                                    <p:cond delay="0"/>
                                  </p:stCondLst>
                                  <p:childTnLst>
                                    <p:animEffect filter="fade" transition="out">
                                      <p:cBhvr additive="repl">
                                        <p:cTn id="668" dur="500"/>
                                        <p:tgtEl>
                                          <p:spTgt spid="595"/>
                                        </p:tgtEl>
                                      </p:cBhvr>
                                    </p:animEffect>
                                    <p:set>
                                      <p:cBhvr>
                                        <p:cTn id="669" dur="1" fill="hold">
                                          <p:stCondLst>
                                            <p:cond delay="499"/>
                                          </p:stCondLst>
                                        </p:cTn>
                                        <p:tgtEl>
                                          <p:spTgt spid="59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Building</a:t>
            </a:r>
            <a:r>
              <a:rPr b="1" lang="de-DE" sz="2100" spc="-1" strike="noStrike">
                <a:solidFill>
                  <a:srgbClr val="000000"/>
                </a:solidFill>
                <a:latin typeface="Calibri"/>
              </a:rPr>
              <a:t> the Knowledge Base: Constructing Argument Trees</a:t>
            </a:r>
            <a:endParaRPr b="0" lang="en-US" sz="2100" spc="-1" strike="noStrike">
              <a:solidFill>
                <a:srgbClr val="000000"/>
              </a:solidFill>
              <a:latin typeface="Calibri"/>
            </a:endParaRPr>
          </a:p>
        </p:txBody>
      </p:sp>
      <p:sp>
        <p:nvSpPr>
          <p:cNvPr id="613" name="PlaceHolder 2"/>
          <p:cNvSpPr>
            <a:spLocks noGrp="1"/>
          </p:cNvSpPr>
          <p:nvPr>
            <p:ph/>
          </p:nvPr>
        </p:nvSpPr>
        <p:spPr>
          <a:xfrm>
            <a:off x="395280" y="1131840"/>
            <a:ext cx="5249520" cy="3675960"/>
          </a:xfrm>
          <a:prstGeom prst="rect">
            <a:avLst/>
          </a:prstGeom>
          <a:noFill/>
          <a:ln w="0">
            <a:noFill/>
          </a:ln>
        </p:spPr>
        <p:txBody>
          <a:bodyPr lIns="0" rIns="0" tIns="0" bIns="0" anchor="t">
            <a:norm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Argumentation Tree with support and attacking arguments </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3 Types of domain knowledge acquisition</a:t>
            </a:r>
            <a:endParaRPr b="0" lang="en-US" sz="1800" spc="-1" strike="noStrike">
              <a:solidFill>
                <a:srgbClr val="000000"/>
              </a:solidFill>
              <a:latin typeface="Calibri"/>
            </a:endParaRPr>
          </a:p>
          <a:p>
            <a:pPr lvl="1" marL="514440" indent="-171360">
              <a:lnSpc>
                <a:spcPct val="100000"/>
              </a:lnSpc>
              <a:spcBef>
                <a:spcPts val="374"/>
              </a:spcBef>
              <a:buClr>
                <a:srgbClr val="a32638"/>
              </a:buClr>
              <a:buFont typeface="Arial"/>
              <a:buChar char="•"/>
            </a:pPr>
            <a:r>
              <a:rPr b="0" lang="de-DE" sz="1800" spc="-1" strike="noStrike">
                <a:solidFill>
                  <a:srgbClr val="000000"/>
                </a:solidFill>
                <a:latin typeface="Calibri"/>
              </a:rPr>
              <a:t>Handcrafted</a:t>
            </a:r>
            <a:endParaRPr b="0" lang="en-US" sz="1800" spc="-1" strike="noStrike">
              <a:solidFill>
                <a:srgbClr val="000000"/>
              </a:solidFill>
              <a:latin typeface="Calibri"/>
            </a:endParaRPr>
          </a:p>
          <a:p>
            <a:pPr lvl="1" marL="514440" indent="-171360">
              <a:lnSpc>
                <a:spcPct val="100000"/>
              </a:lnSpc>
              <a:spcBef>
                <a:spcPts val="374"/>
              </a:spcBef>
              <a:buClr>
                <a:srgbClr val="a32638"/>
              </a:buClr>
              <a:buFont typeface="Arial"/>
              <a:buChar char="•"/>
            </a:pPr>
            <a:r>
              <a:rPr b="0" lang="de-DE" sz="1800" spc="-1" strike="noStrike">
                <a:solidFill>
                  <a:srgbClr val="000000"/>
                </a:solidFill>
                <a:latin typeface="Calibri"/>
              </a:rPr>
              <a:t>LLM generated</a:t>
            </a:r>
            <a:endParaRPr b="0" lang="en-US" sz="1800" spc="-1" strike="noStrike">
              <a:solidFill>
                <a:srgbClr val="000000"/>
              </a:solidFill>
              <a:latin typeface="Calibri"/>
            </a:endParaRPr>
          </a:p>
          <a:p>
            <a:pPr lvl="1" marL="514440" indent="-171360">
              <a:lnSpc>
                <a:spcPct val="100000"/>
              </a:lnSpc>
              <a:spcBef>
                <a:spcPts val="374"/>
              </a:spcBef>
              <a:buClr>
                <a:srgbClr val="a32638"/>
              </a:buClr>
              <a:buFont typeface="Arial"/>
              <a:buChar char="•"/>
            </a:pPr>
            <a:r>
              <a:rPr b="0" lang="de-DE" sz="1800" spc="-1" strike="noStrike">
                <a:solidFill>
                  <a:srgbClr val="000000"/>
                </a:solidFill>
                <a:latin typeface="Calibri"/>
              </a:rPr>
              <a:t>Pipeline for generation</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All 3 types included manual annotation</a:t>
            </a:r>
            <a:br>
              <a:rPr sz="1800"/>
            </a:br>
            <a:r>
              <a:rPr b="0" lang="de-DE" sz="1800" spc="-1" strike="noStrike">
                <a:solidFill>
                  <a:srgbClr val="000000"/>
                </a:solidFill>
                <a:latin typeface="Calibri"/>
              </a:rPr>
              <a:t>processes</a:t>
            </a: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p:txBody>
      </p:sp>
      <p:sp>
        <p:nvSpPr>
          <p:cNvPr id="614" name="PlaceHolder 3"/>
          <p:cNvSpPr>
            <a:spLocks noGrp="1"/>
          </p:cNvSpPr>
          <p:nvPr>
            <p:ph type="dt" idx="61"/>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615" name="PlaceHolder 4"/>
          <p:cNvSpPr>
            <a:spLocks noGrp="1"/>
          </p:cNvSpPr>
          <p:nvPr>
            <p:ph type="ftr" idx="62"/>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616" name="PlaceHolder 5"/>
          <p:cNvSpPr>
            <a:spLocks noGrp="1"/>
          </p:cNvSpPr>
          <p:nvPr>
            <p:ph type="sldNum" idx="63"/>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EC9DE1CA-FC43-4392-8A53-DD7E7399CB95}" type="slidenum">
              <a:rPr b="0" lang="de-DE" sz="900" spc="-1" strike="noStrike">
                <a:solidFill>
                  <a:srgbClr val="ffffff"/>
                </a:solidFill>
                <a:latin typeface="Arial"/>
              </a:rPr>
              <a:t>17</a:t>
            </a:fld>
            <a:endParaRPr b="0" lang="en-US" sz="900" spc="-1" strike="noStrike">
              <a:latin typeface="Times New Roman"/>
            </a:endParaRPr>
          </a:p>
        </p:txBody>
      </p:sp>
      <p:sp>
        <p:nvSpPr>
          <p:cNvPr id="617" name="Ellipse 25"/>
          <p:cNvSpPr/>
          <p:nvPr/>
        </p:nvSpPr>
        <p:spPr>
          <a:xfrm>
            <a:off x="4757400" y="2323440"/>
            <a:ext cx="1861560" cy="563760"/>
          </a:xfrm>
          <a:prstGeom prst="ellipse">
            <a:avLst/>
          </a:prstGeom>
          <a:solidFill>
            <a:srgbClr val="7d9aaa"/>
          </a:solidFill>
          <a:ln>
            <a:solidFill>
              <a:srgbClr val="5c717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800" spc="-1" strike="noStrike">
                <a:solidFill>
                  <a:srgbClr val="ffffff"/>
                </a:solidFill>
                <a:latin typeface="Calibri"/>
              </a:rPr>
              <a:t>Attacking Argument</a:t>
            </a:r>
            <a:endParaRPr b="0" lang="en-US" sz="1800" spc="-1" strike="noStrike">
              <a:latin typeface="Arial"/>
            </a:endParaRPr>
          </a:p>
        </p:txBody>
      </p:sp>
      <p:sp>
        <p:nvSpPr>
          <p:cNvPr id="618" name="Ellipse 26"/>
          <p:cNvSpPr/>
          <p:nvPr/>
        </p:nvSpPr>
        <p:spPr>
          <a:xfrm>
            <a:off x="5777280" y="1014120"/>
            <a:ext cx="2504520" cy="960120"/>
          </a:xfrm>
          <a:prstGeom prst="ellipse">
            <a:avLst/>
          </a:prstGeom>
          <a:solidFill>
            <a:srgbClr val="7d9aaa"/>
          </a:solidFill>
          <a:ln>
            <a:solidFill>
              <a:srgbClr val="5c717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800" spc="-1" strike="noStrike">
                <a:solidFill>
                  <a:srgbClr val="ffffff"/>
                </a:solidFill>
                <a:latin typeface="Calibri"/>
              </a:rPr>
              <a:t>Claim about feature outcome relation</a:t>
            </a:r>
            <a:endParaRPr b="0" lang="en-US" sz="1800" spc="-1" strike="noStrike">
              <a:latin typeface="Arial"/>
            </a:endParaRPr>
          </a:p>
        </p:txBody>
      </p:sp>
      <p:sp>
        <p:nvSpPr>
          <p:cNvPr id="619" name="Ellipse 37"/>
          <p:cNvSpPr/>
          <p:nvPr/>
        </p:nvSpPr>
        <p:spPr>
          <a:xfrm>
            <a:off x="3589200" y="3777480"/>
            <a:ext cx="1861560" cy="563760"/>
          </a:xfrm>
          <a:prstGeom prst="ellipse">
            <a:avLst/>
          </a:prstGeom>
          <a:solidFill>
            <a:srgbClr val="7d9aaa"/>
          </a:solidFill>
          <a:ln>
            <a:solidFill>
              <a:srgbClr val="5c717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800" spc="-1" strike="noStrike">
                <a:solidFill>
                  <a:srgbClr val="ffffff"/>
                </a:solidFill>
                <a:latin typeface="Calibri"/>
              </a:rPr>
              <a:t>Supporting Argument </a:t>
            </a:r>
            <a:endParaRPr b="0" lang="en-US" sz="1800" spc="-1" strike="noStrike">
              <a:latin typeface="Arial"/>
            </a:endParaRPr>
          </a:p>
        </p:txBody>
      </p:sp>
      <p:sp>
        <p:nvSpPr>
          <p:cNvPr id="620" name="Gerade Verbindung mit Pfeil 38"/>
          <p:cNvSpPr/>
          <p:nvPr/>
        </p:nvSpPr>
        <p:spPr>
          <a:xfrm flipV="1">
            <a:off x="5688360" y="1974600"/>
            <a:ext cx="1341360" cy="348480"/>
          </a:xfrm>
          <a:custGeom>
            <a:avLst/>
            <a:gdLst/>
            <a:ahLst/>
            <a:rect l="l" t="t" r="r" b="b"/>
            <a:pathLst>
              <a:path w="21600" h="21600">
                <a:moveTo>
                  <a:pt x="0" y="0"/>
                </a:moveTo>
                <a:lnTo>
                  <a:pt x="21600" y="21600"/>
                </a:lnTo>
              </a:path>
            </a:pathLst>
          </a:custGeom>
          <a:noFill/>
          <a:ln>
            <a:solidFill>
              <a:srgbClr val="ed7d31"/>
            </a:solidFill>
            <a:tailEnd len="med" type="triangle" w="med"/>
          </a:ln>
        </p:spPr>
        <p:style>
          <a:lnRef idx="3">
            <a:schemeClr val="accent2"/>
          </a:lnRef>
          <a:fillRef idx="0">
            <a:schemeClr val="accent2"/>
          </a:fillRef>
          <a:effectRef idx="2">
            <a:schemeClr val="accent2"/>
          </a:effectRef>
          <a:fontRef idx="minor"/>
        </p:style>
      </p:sp>
      <p:sp>
        <p:nvSpPr>
          <p:cNvPr id="621" name="Gerade Verbindung mit Pfeil 39"/>
          <p:cNvSpPr/>
          <p:nvPr/>
        </p:nvSpPr>
        <p:spPr>
          <a:xfrm flipV="1">
            <a:off x="4520160" y="2886480"/>
            <a:ext cx="1167480" cy="889560"/>
          </a:xfrm>
          <a:custGeom>
            <a:avLst/>
            <a:gdLst/>
            <a:ahLst/>
            <a:rect l="l" t="t" r="r" b="b"/>
            <a:pathLst>
              <a:path w="21600" h="21600">
                <a:moveTo>
                  <a:pt x="0" y="0"/>
                </a:moveTo>
                <a:lnTo>
                  <a:pt x="21600" y="21600"/>
                </a:lnTo>
              </a:path>
            </a:pathLst>
          </a:custGeom>
          <a:noFill/>
          <a:ln>
            <a:solidFill>
              <a:srgbClr val="70ad47"/>
            </a:solidFill>
            <a:tailEnd len="med" type="triangle" w="med"/>
          </a:ln>
        </p:spPr>
        <p:style>
          <a:lnRef idx="3">
            <a:schemeClr val="accent6"/>
          </a:lnRef>
          <a:fillRef idx="0">
            <a:schemeClr val="accent6"/>
          </a:fillRef>
          <a:effectRef idx="2">
            <a:schemeClr val="accent6"/>
          </a:effectRef>
          <a:fontRef idx="minor"/>
        </p:style>
      </p:sp>
      <p:sp>
        <p:nvSpPr>
          <p:cNvPr id="622" name="Ellipse 40"/>
          <p:cNvSpPr/>
          <p:nvPr/>
        </p:nvSpPr>
        <p:spPr>
          <a:xfrm>
            <a:off x="6787080" y="2349720"/>
            <a:ext cx="1861560" cy="563760"/>
          </a:xfrm>
          <a:prstGeom prst="ellipse">
            <a:avLst/>
          </a:prstGeom>
          <a:solidFill>
            <a:srgbClr val="7d9aaa"/>
          </a:solidFill>
          <a:ln>
            <a:solidFill>
              <a:srgbClr val="5c717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800" spc="-1" strike="noStrike">
                <a:solidFill>
                  <a:srgbClr val="ffffff"/>
                </a:solidFill>
                <a:latin typeface="Calibri"/>
              </a:rPr>
              <a:t>Supporting Argument </a:t>
            </a:r>
            <a:endParaRPr b="0" lang="en-US" sz="1800" spc="-1" strike="noStrike">
              <a:latin typeface="Arial"/>
            </a:endParaRPr>
          </a:p>
        </p:txBody>
      </p:sp>
      <p:sp>
        <p:nvSpPr>
          <p:cNvPr id="623" name="Ellipse 41"/>
          <p:cNvSpPr/>
          <p:nvPr/>
        </p:nvSpPr>
        <p:spPr>
          <a:xfrm>
            <a:off x="5780520" y="3777480"/>
            <a:ext cx="1861560" cy="563760"/>
          </a:xfrm>
          <a:prstGeom prst="ellipse">
            <a:avLst/>
          </a:prstGeom>
          <a:solidFill>
            <a:srgbClr val="7d9aaa"/>
          </a:solidFill>
          <a:ln>
            <a:solidFill>
              <a:srgbClr val="5c717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buNone/>
            </a:pPr>
            <a:r>
              <a:rPr b="0" lang="de-DE" sz="1800" spc="-1" strike="noStrike">
                <a:solidFill>
                  <a:srgbClr val="ffffff"/>
                </a:solidFill>
                <a:latin typeface="Calibri"/>
              </a:rPr>
              <a:t>Attacking Argument</a:t>
            </a:r>
            <a:endParaRPr b="0" lang="en-US" sz="1800" spc="-1" strike="noStrike">
              <a:latin typeface="Arial"/>
            </a:endParaRPr>
          </a:p>
        </p:txBody>
      </p:sp>
      <p:sp>
        <p:nvSpPr>
          <p:cNvPr id="624" name="Gerade Verbindung mit Pfeil 24"/>
          <p:cNvSpPr/>
          <p:nvPr/>
        </p:nvSpPr>
        <p:spPr>
          <a:xfrm flipH="1" flipV="1">
            <a:off x="7029000" y="1973880"/>
            <a:ext cx="687960" cy="374760"/>
          </a:xfrm>
          <a:custGeom>
            <a:avLst/>
            <a:gdLst/>
            <a:ahLst/>
            <a:rect l="l" t="t" r="r" b="b"/>
            <a:pathLst>
              <a:path w="21600" h="21600">
                <a:moveTo>
                  <a:pt x="0" y="0"/>
                </a:moveTo>
                <a:lnTo>
                  <a:pt x="21600" y="21600"/>
                </a:lnTo>
              </a:path>
            </a:pathLst>
          </a:custGeom>
          <a:noFill/>
          <a:ln>
            <a:solidFill>
              <a:srgbClr val="70ad47"/>
            </a:solidFill>
            <a:tailEnd len="med" type="triangle" w="med"/>
          </a:ln>
        </p:spPr>
        <p:style>
          <a:lnRef idx="3">
            <a:schemeClr val="accent6"/>
          </a:lnRef>
          <a:fillRef idx="0">
            <a:schemeClr val="accent6"/>
          </a:fillRef>
          <a:effectRef idx="2">
            <a:schemeClr val="accent6"/>
          </a:effectRef>
          <a:fontRef idx="minor"/>
        </p:style>
      </p:sp>
      <p:sp>
        <p:nvSpPr>
          <p:cNvPr id="625" name="Gerade Verbindung mit Pfeil 43"/>
          <p:cNvSpPr/>
          <p:nvPr/>
        </p:nvSpPr>
        <p:spPr>
          <a:xfrm flipH="1" flipV="1">
            <a:off x="5687640" y="2886480"/>
            <a:ext cx="1022760" cy="889560"/>
          </a:xfrm>
          <a:custGeom>
            <a:avLst/>
            <a:gdLst/>
            <a:ahLst/>
            <a:rect l="l" t="t" r="r" b="b"/>
            <a:pathLst>
              <a:path w="21600" h="21600">
                <a:moveTo>
                  <a:pt x="0" y="0"/>
                </a:moveTo>
                <a:lnTo>
                  <a:pt x="21600" y="21600"/>
                </a:lnTo>
              </a:path>
            </a:pathLst>
          </a:custGeom>
          <a:noFill/>
          <a:ln>
            <a:solidFill>
              <a:srgbClr val="ed7d31"/>
            </a:solidFill>
            <a:tailEnd len="med" type="triangle" w="med"/>
          </a:ln>
        </p:spPr>
        <p:style>
          <a:lnRef idx="3">
            <a:schemeClr val="accent2"/>
          </a:lnRef>
          <a:fillRef idx="0">
            <a:schemeClr val="accent2"/>
          </a:fillRef>
          <a:effectRef idx="2">
            <a:schemeClr val="accent2"/>
          </a:effectRef>
          <a:fontRef idx="minor"/>
        </p:style>
      </p:sp>
      <p:sp>
        <p:nvSpPr>
          <p:cNvPr id="626" name="Textfeld 6"/>
          <p:cNvSpPr/>
          <p:nvPr/>
        </p:nvSpPr>
        <p:spPr>
          <a:xfrm>
            <a:off x="320040" y="4708800"/>
            <a:ext cx="8373960" cy="2419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i="1" lang="de-DE" sz="1000" spc="-1" strike="noStrike">
                <a:solidFill>
                  <a:srgbClr val="000000"/>
                </a:solidFill>
                <a:latin typeface="Calibri"/>
              </a:rPr>
              <a:t>(Schindler et al., 2025)</a:t>
            </a:r>
            <a:endParaRPr b="0" lang="en-US" sz="1000" spc="-1" strike="noStrike">
              <a:latin typeface="Arial"/>
            </a:endParaRPr>
          </a:p>
        </p:txBody>
      </p:sp>
      <p:sp>
        <p:nvSpPr>
          <p:cNvPr id="627" name="Textfeld 7"/>
          <p:cNvSpPr/>
          <p:nvPr/>
        </p:nvSpPr>
        <p:spPr>
          <a:xfrm>
            <a:off x="7856640" y="47520"/>
            <a:ext cx="1252440" cy="454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Auto. Generation</a:t>
            </a:r>
            <a:endParaRPr b="0" lang="en-US" sz="1200" spc="-1" strike="noStrike">
              <a:latin typeface="Arial"/>
            </a:endParaRPr>
          </a:p>
          <a:p>
            <a:pPr>
              <a:lnSpc>
                <a:spcPct val="100000"/>
              </a:lnSpc>
              <a:buNone/>
            </a:pPr>
            <a:r>
              <a:rPr b="0" lang="en-US" sz="1200" spc="-1" strike="noStrike">
                <a:solidFill>
                  <a:srgbClr val="000000"/>
                </a:solidFill>
                <a:latin typeface="Calibri"/>
              </a:rPr>
              <a:t>of DK</a:t>
            </a:r>
            <a:endParaRPr b="0" lang="en-US" sz="1200" spc="-1" strike="noStrike">
              <a:latin typeface="Arial"/>
            </a:endParaRPr>
          </a:p>
        </p:txBody>
      </p:sp>
      <p:sp>
        <p:nvSpPr>
          <p:cNvPr id="628" name="Rechteck 8"/>
          <p:cNvSpPr/>
          <p:nvPr/>
        </p:nvSpPr>
        <p:spPr>
          <a:xfrm>
            <a:off x="8804520" y="664200"/>
            <a:ext cx="277560" cy="277560"/>
          </a:xfrm>
          <a:prstGeom prst="rect">
            <a:avLst/>
          </a:prstGeom>
          <a:blipFill rotWithShape="0">
            <a:blip r:embed="rId1"/>
            <a:srcRect/>
            <a:stretch/>
          </a:blipFill>
          <a:ln>
            <a:noFill/>
          </a:ln>
        </p:spPr>
        <p:style>
          <a:lnRef idx="2"/>
          <a:fillRef idx="0"/>
          <a:effectRef idx="0">
            <a:schemeClr val="accent2">
              <a:hueOff val="0"/>
              <a:satOff val="0"/>
              <a:lumOff val="0"/>
              <a:alphaOff val="0"/>
            </a:schemeClr>
          </a:effectRef>
          <a:fontRef idx="minor"/>
        </p:style>
      </p:sp>
      <p:sp>
        <p:nvSpPr>
          <p:cNvPr id="629" name="Rechteck 9"/>
          <p:cNvSpPr/>
          <p:nvPr/>
        </p:nvSpPr>
        <p:spPr>
          <a:xfrm>
            <a:off x="8804520" y="1043640"/>
            <a:ext cx="277560" cy="277560"/>
          </a:xfrm>
          <a:prstGeom prst="rect">
            <a:avLst/>
          </a:prstGeom>
          <a:blipFill rotWithShape="0">
            <a:blip r:embed="rId2"/>
            <a:srcRect/>
            <a:stretch/>
          </a:blipFill>
          <a:ln>
            <a:noFill/>
          </a:ln>
        </p:spPr>
        <p:style>
          <a:lnRef idx="2"/>
          <a:fillRef idx="0"/>
          <a:effectRef idx="0">
            <a:schemeClr val="accent3">
              <a:hueOff val="0"/>
              <a:satOff val="0"/>
              <a:lumOff val="0"/>
              <a:alphaOff val="0"/>
            </a:schemeClr>
          </a:effectRef>
          <a:fontRef idx="minor"/>
        </p:style>
      </p:sp>
      <p:sp>
        <p:nvSpPr>
          <p:cNvPr id="630" name="Rechteck 10"/>
          <p:cNvSpPr/>
          <p:nvPr/>
        </p:nvSpPr>
        <p:spPr>
          <a:xfrm>
            <a:off x="8804520" y="1379160"/>
            <a:ext cx="277560" cy="277560"/>
          </a:xfrm>
          <a:prstGeom prst="rect">
            <a:avLst/>
          </a:prstGeom>
          <a:blipFill rotWithShape="0">
            <a:blip r:embed="rId3"/>
            <a:srcRect/>
            <a:stretch/>
          </a:blipFill>
          <a:ln>
            <a:noFill/>
          </a:ln>
        </p:spPr>
        <p:style>
          <a:lnRef idx="2"/>
          <a:fillRef idx="0"/>
          <a:effectRef idx="0">
            <a:schemeClr val="accent4">
              <a:hueOff val="0"/>
              <a:satOff val="0"/>
              <a:lumOff val="0"/>
              <a:alphaOff val="0"/>
            </a:schemeClr>
          </a:effectRef>
          <a:fontRef idx="minor"/>
        </p:style>
      </p:sp>
      <p:sp>
        <p:nvSpPr>
          <p:cNvPr id="631" name="Rechteck 11"/>
          <p:cNvSpPr/>
          <p:nvPr/>
        </p:nvSpPr>
        <p:spPr>
          <a:xfrm>
            <a:off x="8804520" y="1688760"/>
            <a:ext cx="277560" cy="277560"/>
          </a:xfrm>
          <a:prstGeom prst="rect">
            <a:avLst/>
          </a:prstGeom>
          <a:blipFill rotWithShape="0">
            <a:blip r:embed="rId4"/>
            <a:srcRect/>
            <a:stretch/>
          </a:blipFill>
          <a:ln>
            <a:noFill/>
          </a:ln>
        </p:spPr>
        <p:style>
          <a:lnRef idx="2"/>
          <a:fillRef idx="0"/>
          <a:effectRef idx="0">
            <a:schemeClr val="accent5">
              <a:hueOff val="0"/>
              <a:satOff val="0"/>
              <a:lumOff val="0"/>
              <a:alphaOff val="0"/>
            </a:schemeClr>
          </a:effectRef>
          <a:fontRef idx="minor"/>
        </p:style>
      </p:sp>
      <p:sp>
        <p:nvSpPr>
          <p:cNvPr id="632" name="Rechteck 12"/>
          <p:cNvSpPr/>
          <p:nvPr/>
        </p:nvSpPr>
        <p:spPr>
          <a:xfrm>
            <a:off x="8804520" y="2007000"/>
            <a:ext cx="277560" cy="277560"/>
          </a:xfrm>
          <a:prstGeom prst="rect">
            <a:avLst/>
          </a:prstGeom>
          <a:blipFill rotWithShape="0">
            <a:blip r:embed="rId5"/>
            <a:srcRect/>
            <a:stretch/>
          </a:blipFill>
          <a:ln>
            <a:noFill/>
          </a:ln>
        </p:spPr>
        <p:style>
          <a:lnRef idx="2"/>
          <a:fillRef idx="0"/>
          <a:effectRef idx="0">
            <a:schemeClr val="accent6">
              <a:hueOff val="0"/>
              <a:satOff val="0"/>
              <a:lumOff val="0"/>
              <a:alphaOff val="0"/>
            </a:schemeClr>
          </a:effectRef>
          <a:fontRef idx="minor"/>
        </p:style>
      </p:sp>
      <p:sp>
        <p:nvSpPr>
          <p:cNvPr id="633" name="Rechteck 13"/>
          <p:cNvSpPr/>
          <p:nvPr/>
        </p:nvSpPr>
        <p:spPr>
          <a:xfrm>
            <a:off x="8804520" y="2316600"/>
            <a:ext cx="277560" cy="277560"/>
          </a:xfrm>
          <a:prstGeom prst="rect">
            <a:avLst/>
          </a:prstGeom>
          <a:blipFill rotWithShape="0">
            <a:blip r:embed="rId6"/>
            <a:srcRect/>
            <a:stretch/>
          </a:blipFill>
          <a:ln>
            <a:noFill/>
          </a:ln>
        </p:spPr>
        <p:style>
          <a:lnRef idx="2"/>
          <a:fillRef idx="0"/>
          <a:effectRef idx="0">
            <a:schemeClr val="accent2">
              <a:hueOff val="0"/>
              <a:satOff val="0"/>
              <a:lumOff val="0"/>
              <a:alphaOff val="0"/>
            </a:schemeClr>
          </a:effectRef>
          <a:fontRef idx="minor"/>
        </p:style>
      </p:sp>
      <p:sp>
        <p:nvSpPr>
          <p:cNvPr id="634" name="Rechteck 17"/>
          <p:cNvSpPr/>
          <p:nvPr/>
        </p:nvSpPr>
        <p:spPr>
          <a:xfrm>
            <a:off x="7615440" y="134640"/>
            <a:ext cx="277560" cy="277560"/>
          </a:xfrm>
          <a:prstGeom prst="rect">
            <a:avLst/>
          </a:prstGeom>
          <a:blipFill rotWithShape="0">
            <a:blip r:embed="rId7"/>
            <a:srcRect/>
            <a:stretch/>
          </a:blipFill>
          <a:ln>
            <a:noFill/>
          </a:ln>
        </p:spPr>
        <p:style>
          <a:lnRef idx="2"/>
          <a:fillRef idx="0"/>
          <a:effectRef idx="0">
            <a:schemeClr val="accent5">
              <a:hueOff val="0"/>
              <a:satOff val="0"/>
              <a:lumOff val="0"/>
              <a:alphaOff val="0"/>
            </a:schemeClr>
          </a:effectRef>
          <a:fontRef idx="minor"/>
        </p:style>
      </p:sp>
    </p:spTree>
  </p:cSld>
  <p:transition spd="slow">
    <p:push dir="u"/>
  </p:transition>
  <p:timing>
    <p:tnLst>
      <p:par>
        <p:cTn id="670" dur="indefinite" restart="never" nodeType="tmRoot">
          <p:childTnLst>
            <p:seq>
              <p:cTn id="671" dur="indefinite" nodeType="mainSeq">
                <p:childTnLst>
                  <p:par>
                    <p:cTn id="672" fill="hold">
                      <p:stCondLst>
                        <p:cond delay="indefinite"/>
                      </p:stCondLst>
                      <p:childTnLst>
                        <p:par>
                          <p:cTn id="673" fill="hold">
                            <p:stCondLst>
                              <p:cond delay="0"/>
                            </p:stCondLst>
                            <p:childTnLst>
                              <p:par>
                                <p:cTn id="674" nodeType="clickEffect" fill="hold" presetClass="entr" presetID="10">
                                  <p:stCondLst>
                                    <p:cond delay="0"/>
                                  </p:stCondLst>
                                  <p:childTnLst>
                                    <p:set>
                                      <p:cBhvr>
                                        <p:cTn id="675" dur="1" fill="hold">
                                          <p:stCondLst>
                                            <p:cond delay="0"/>
                                          </p:stCondLst>
                                        </p:cTn>
                                        <p:tgtEl>
                                          <p:spTgt spid="613">
                                            <p:txEl>
                                              <p:pRg st="0" end="0"/>
                                            </p:txEl>
                                          </p:spTgt>
                                        </p:tgtEl>
                                        <p:attrNameLst>
                                          <p:attrName>style.visibility</p:attrName>
                                        </p:attrNameLst>
                                      </p:cBhvr>
                                      <p:to>
                                        <p:strVal val="visible"/>
                                      </p:to>
                                    </p:set>
                                    <p:animEffect filter="fade" transition="in">
                                      <p:cBhvr additive="repl">
                                        <p:cTn id="676" dur="500"/>
                                        <p:tgtEl>
                                          <p:spTgt spid="613">
                                            <p:txEl>
                                              <p:pRg st="0" end="0"/>
                                            </p:txEl>
                                          </p:spTgt>
                                        </p:tgtEl>
                                      </p:cBhvr>
                                    </p:animEffect>
                                  </p:childTnLst>
                                </p:cTn>
                              </p:par>
                            </p:childTnLst>
                          </p:cTn>
                        </p:par>
                        <p:par>
                          <p:cTn id="677" fill="hold">
                            <p:stCondLst>
                              <p:cond delay="500"/>
                            </p:stCondLst>
                            <p:childTnLst>
                              <p:par>
                                <p:cTn id="678" nodeType="afterEffect" fill="hold" presetClass="entr" presetID="22" presetSubtype="1">
                                  <p:stCondLst>
                                    <p:cond delay="0"/>
                                  </p:stCondLst>
                                  <p:childTnLst>
                                    <p:set>
                                      <p:cBhvr>
                                        <p:cTn id="679" dur="1" fill="hold">
                                          <p:stCondLst>
                                            <p:cond delay="0"/>
                                          </p:stCondLst>
                                        </p:cTn>
                                        <p:tgtEl>
                                          <p:spTgt spid="618"/>
                                        </p:tgtEl>
                                        <p:attrNameLst>
                                          <p:attrName>style.visibility</p:attrName>
                                        </p:attrNameLst>
                                      </p:cBhvr>
                                      <p:to>
                                        <p:strVal val="visible"/>
                                      </p:to>
                                    </p:set>
                                    <p:animEffect filter="wipe(up)" transition="in">
                                      <p:cBhvr additive="repl">
                                        <p:cTn id="680" dur="500"/>
                                        <p:tgtEl>
                                          <p:spTgt spid="618"/>
                                        </p:tgtEl>
                                      </p:cBhvr>
                                    </p:animEffect>
                                  </p:childTnLst>
                                </p:cTn>
                              </p:par>
                            </p:childTnLst>
                          </p:cTn>
                        </p:par>
                        <p:par>
                          <p:cTn id="681" fill="hold">
                            <p:stCondLst>
                              <p:cond delay="1000"/>
                            </p:stCondLst>
                            <p:childTnLst>
                              <p:par>
                                <p:cTn id="682" nodeType="afterEffect" fill="hold" presetClass="entr" presetID="22" presetSubtype="1">
                                  <p:stCondLst>
                                    <p:cond delay="0"/>
                                  </p:stCondLst>
                                  <p:childTnLst>
                                    <p:set>
                                      <p:cBhvr>
                                        <p:cTn id="683" dur="1" fill="hold">
                                          <p:stCondLst>
                                            <p:cond delay="0"/>
                                          </p:stCondLst>
                                        </p:cTn>
                                        <p:tgtEl>
                                          <p:spTgt spid="624"/>
                                        </p:tgtEl>
                                        <p:attrNameLst>
                                          <p:attrName>style.visibility</p:attrName>
                                        </p:attrNameLst>
                                      </p:cBhvr>
                                      <p:to>
                                        <p:strVal val="visible"/>
                                      </p:to>
                                    </p:set>
                                    <p:animEffect filter="wipe(up)" transition="in">
                                      <p:cBhvr additive="repl">
                                        <p:cTn id="684" dur="500"/>
                                        <p:tgtEl>
                                          <p:spTgt spid="624"/>
                                        </p:tgtEl>
                                      </p:cBhvr>
                                    </p:animEffect>
                                  </p:childTnLst>
                                </p:cTn>
                              </p:par>
                              <p:par>
                                <p:cTn id="685" nodeType="withEffect" fill="hold" presetClass="entr" presetID="22" presetSubtype="1">
                                  <p:stCondLst>
                                    <p:cond delay="0"/>
                                  </p:stCondLst>
                                  <p:childTnLst>
                                    <p:set>
                                      <p:cBhvr>
                                        <p:cTn id="686" dur="1" fill="hold">
                                          <p:stCondLst>
                                            <p:cond delay="0"/>
                                          </p:stCondLst>
                                        </p:cTn>
                                        <p:tgtEl>
                                          <p:spTgt spid="620"/>
                                        </p:tgtEl>
                                        <p:attrNameLst>
                                          <p:attrName>style.visibility</p:attrName>
                                        </p:attrNameLst>
                                      </p:cBhvr>
                                      <p:to>
                                        <p:strVal val="visible"/>
                                      </p:to>
                                    </p:set>
                                    <p:animEffect filter="wipe(up)" transition="in">
                                      <p:cBhvr additive="repl">
                                        <p:cTn id="687" dur="500"/>
                                        <p:tgtEl>
                                          <p:spTgt spid="620"/>
                                        </p:tgtEl>
                                      </p:cBhvr>
                                    </p:animEffect>
                                  </p:childTnLst>
                                </p:cTn>
                              </p:par>
                            </p:childTnLst>
                          </p:cTn>
                        </p:par>
                        <p:par>
                          <p:cTn id="688" fill="hold">
                            <p:stCondLst>
                              <p:cond delay="1500"/>
                            </p:stCondLst>
                            <p:childTnLst>
                              <p:par>
                                <p:cTn id="689" nodeType="afterEffect" fill="hold" presetClass="entr" presetID="22" presetSubtype="1">
                                  <p:stCondLst>
                                    <p:cond delay="0"/>
                                  </p:stCondLst>
                                  <p:childTnLst>
                                    <p:set>
                                      <p:cBhvr>
                                        <p:cTn id="690" dur="1" fill="hold">
                                          <p:stCondLst>
                                            <p:cond delay="0"/>
                                          </p:stCondLst>
                                        </p:cTn>
                                        <p:tgtEl>
                                          <p:spTgt spid="617"/>
                                        </p:tgtEl>
                                        <p:attrNameLst>
                                          <p:attrName>style.visibility</p:attrName>
                                        </p:attrNameLst>
                                      </p:cBhvr>
                                      <p:to>
                                        <p:strVal val="visible"/>
                                      </p:to>
                                    </p:set>
                                    <p:animEffect filter="wipe(up)" transition="in">
                                      <p:cBhvr additive="repl">
                                        <p:cTn id="691" dur="500"/>
                                        <p:tgtEl>
                                          <p:spTgt spid="617"/>
                                        </p:tgtEl>
                                      </p:cBhvr>
                                    </p:animEffect>
                                  </p:childTnLst>
                                </p:cTn>
                              </p:par>
                              <p:par>
                                <p:cTn id="692" nodeType="withEffect" fill="hold" presetClass="entr" presetID="22" presetSubtype="1">
                                  <p:stCondLst>
                                    <p:cond delay="0"/>
                                  </p:stCondLst>
                                  <p:childTnLst>
                                    <p:set>
                                      <p:cBhvr>
                                        <p:cTn id="693" dur="1" fill="hold">
                                          <p:stCondLst>
                                            <p:cond delay="0"/>
                                          </p:stCondLst>
                                        </p:cTn>
                                        <p:tgtEl>
                                          <p:spTgt spid="622"/>
                                        </p:tgtEl>
                                        <p:attrNameLst>
                                          <p:attrName>style.visibility</p:attrName>
                                        </p:attrNameLst>
                                      </p:cBhvr>
                                      <p:to>
                                        <p:strVal val="visible"/>
                                      </p:to>
                                    </p:set>
                                    <p:animEffect filter="wipe(up)" transition="in">
                                      <p:cBhvr additive="repl">
                                        <p:cTn id="694" dur="500"/>
                                        <p:tgtEl>
                                          <p:spTgt spid="622"/>
                                        </p:tgtEl>
                                      </p:cBhvr>
                                    </p:animEffect>
                                  </p:childTnLst>
                                </p:cTn>
                              </p:par>
                            </p:childTnLst>
                          </p:cTn>
                        </p:par>
                        <p:par>
                          <p:cTn id="695" fill="hold">
                            <p:stCondLst>
                              <p:cond delay="2000"/>
                            </p:stCondLst>
                            <p:childTnLst>
                              <p:par>
                                <p:cTn id="696" nodeType="afterEffect" fill="hold" presetClass="entr" presetID="22" presetSubtype="1">
                                  <p:stCondLst>
                                    <p:cond delay="0"/>
                                  </p:stCondLst>
                                  <p:childTnLst>
                                    <p:set>
                                      <p:cBhvr>
                                        <p:cTn id="697" dur="1" fill="hold">
                                          <p:stCondLst>
                                            <p:cond delay="0"/>
                                          </p:stCondLst>
                                        </p:cTn>
                                        <p:tgtEl>
                                          <p:spTgt spid="621"/>
                                        </p:tgtEl>
                                        <p:attrNameLst>
                                          <p:attrName>style.visibility</p:attrName>
                                        </p:attrNameLst>
                                      </p:cBhvr>
                                      <p:to>
                                        <p:strVal val="visible"/>
                                      </p:to>
                                    </p:set>
                                    <p:animEffect filter="wipe(up)" transition="in">
                                      <p:cBhvr additive="repl">
                                        <p:cTn id="698" dur="500"/>
                                        <p:tgtEl>
                                          <p:spTgt spid="621"/>
                                        </p:tgtEl>
                                      </p:cBhvr>
                                    </p:animEffect>
                                  </p:childTnLst>
                                </p:cTn>
                              </p:par>
                              <p:par>
                                <p:cTn id="699" nodeType="withEffect" fill="hold" presetClass="entr" presetID="22" presetSubtype="1">
                                  <p:stCondLst>
                                    <p:cond delay="0"/>
                                  </p:stCondLst>
                                  <p:childTnLst>
                                    <p:set>
                                      <p:cBhvr>
                                        <p:cTn id="700" dur="1" fill="hold">
                                          <p:stCondLst>
                                            <p:cond delay="0"/>
                                          </p:stCondLst>
                                        </p:cTn>
                                        <p:tgtEl>
                                          <p:spTgt spid="625"/>
                                        </p:tgtEl>
                                        <p:attrNameLst>
                                          <p:attrName>style.visibility</p:attrName>
                                        </p:attrNameLst>
                                      </p:cBhvr>
                                      <p:to>
                                        <p:strVal val="visible"/>
                                      </p:to>
                                    </p:set>
                                    <p:animEffect filter="wipe(up)" transition="in">
                                      <p:cBhvr additive="repl">
                                        <p:cTn id="701" dur="500"/>
                                        <p:tgtEl>
                                          <p:spTgt spid="625"/>
                                        </p:tgtEl>
                                      </p:cBhvr>
                                    </p:animEffect>
                                  </p:childTnLst>
                                </p:cTn>
                              </p:par>
                            </p:childTnLst>
                          </p:cTn>
                        </p:par>
                        <p:par>
                          <p:cTn id="702" fill="hold">
                            <p:stCondLst>
                              <p:cond delay="2500"/>
                            </p:stCondLst>
                            <p:childTnLst>
                              <p:par>
                                <p:cTn id="703" nodeType="afterEffect" fill="hold" presetClass="entr" presetID="22" presetSubtype="1">
                                  <p:stCondLst>
                                    <p:cond delay="0"/>
                                  </p:stCondLst>
                                  <p:childTnLst>
                                    <p:set>
                                      <p:cBhvr>
                                        <p:cTn id="704" dur="1" fill="hold">
                                          <p:stCondLst>
                                            <p:cond delay="0"/>
                                          </p:stCondLst>
                                        </p:cTn>
                                        <p:tgtEl>
                                          <p:spTgt spid="619"/>
                                        </p:tgtEl>
                                        <p:attrNameLst>
                                          <p:attrName>style.visibility</p:attrName>
                                        </p:attrNameLst>
                                      </p:cBhvr>
                                      <p:to>
                                        <p:strVal val="visible"/>
                                      </p:to>
                                    </p:set>
                                    <p:animEffect filter="wipe(up)" transition="in">
                                      <p:cBhvr additive="repl">
                                        <p:cTn id="705" dur="500"/>
                                        <p:tgtEl>
                                          <p:spTgt spid="619"/>
                                        </p:tgtEl>
                                      </p:cBhvr>
                                    </p:animEffect>
                                  </p:childTnLst>
                                </p:cTn>
                              </p:par>
                              <p:par>
                                <p:cTn id="706" nodeType="withEffect" fill="hold" presetClass="entr" presetID="22" presetSubtype="1">
                                  <p:stCondLst>
                                    <p:cond delay="0"/>
                                  </p:stCondLst>
                                  <p:childTnLst>
                                    <p:set>
                                      <p:cBhvr>
                                        <p:cTn id="707" dur="1" fill="hold">
                                          <p:stCondLst>
                                            <p:cond delay="0"/>
                                          </p:stCondLst>
                                        </p:cTn>
                                        <p:tgtEl>
                                          <p:spTgt spid="623"/>
                                        </p:tgtEl>
                                        <p:attrNameLst>
                                          <p:attrName>style.visibility</p:attrName>
                                        </p:attrNameLst>
                                      </p:cBhvr>
                                      <p:to>
                                        <p:strVal val="visible"/>
                                      </p:to>
                                    </p:set>
                                    <p:animEffect filter="wipe(up)" transition="in">
                                      <p:cBhvr additive="repl">
                                        <p:cTn id="708" dur="500"/>
                                        <p:tgtEl>
                                          <p:spTgt spid="623"/>
                                        </p:tgtEl>
                                      </p:cBhvr>
                                    </p:animEffect>
                                  </p:childTnLst>
                                </p:cTn>
                              </p:par>
                            </p:childTnLst>
                          </p:cTn>
                        </p:par>
                      </p:childTnLst>
                    </p:cTn>
                  </p:par>
                  <p:par>
                    <p:cTn id="709" fill="hold">
                      <p:stCondLst>
                        <p:cond delay="indefinite"/>
                      </p:stCondLst>
                      <p:childTnLst>
                        <p:par>
                          <p:cTn id="710" fill="hold">
                            <p:stCondLst>
                              <p:cond delay="0"/>
                            </p:stCondLst>
                            <p:childTnLst>
                              <p:par>
                                <p:cTn id="711" nodeType="clickEffect" fill="hold" presetClass="entr" presetID="10">
                                  <p:stCondLst>
                                    <p:cond delay="0"/>
                                  </p:stCondLst>
                                  <p:childTnLst>
                                    <p:set>
                                      <p:cBhvr>
                                        <p:cTn id="712" dur="1" fill="hold">
                                          <p:stCondLst>
                                            <p:cond delay="0"/>
                                          </p:stCondLst>
                                        </p:cTn>
                                        <p:tgtEl>
                                          <p:spTgt spid="613">
                                            <p:txEl>
                                              <p:pRg st="1" end="1"/>
                                            </p:txEl>
                                          </p:spTgt>
                                        </p:tgtEl>
                                        <p:attrNameLst>
                                          <p:attrName>style.visibility</p:attrName>
                                        </p:attrNameLst>
                                      </p:cBhvr>
                                      <p:to>
                                        <p:strVal val="visible"/>
                                      </p:to>
                                    </p:set>
                                    <p:animEffect filter="fade" transition="in">
                                      <p:cBhvr additive="repl">
                                        <p:cTn id="713" dur="500"/>
                                        <p:tgtEl>
                                          <p:spTgt spid="613">
                                            <p:txEl>
                                              <p:pRg st="1" end="1"/>
                                            </p:txEl>
                                          </p:spTgt>
                                        </p:tgtEl>
                                      </p:cBhvr>
                                    </p:animEffect>
                                  </p:childTnLst>
                                </p:cTn>
                              </p:par>
                            </p:childTnLst>
                          </p:cTn>
                        </p:par>
                      </p:childTnLst>
                    </p:cTn>
                  </p:par>
                  <p:par>
                    <p:cTn id="714" fill="hold">
                      <p:stCondLst>
                        <p:cond delay="indefinite"/>
                      </p:stCondLst>
                      <p:childTnLst>
                        <p:par>
                          <p:cTn id="715" fill="hold">
                            <p:stCondLst>
                              <p:cond delay="0"/>
                            </p:stCondLst>
                            <p:childTnLst>
                              <p:par>
                                <p:cTn id="716" nodeType="clickEffect" fill="hold" presetClass="entr" presetID="10">
                                  <p:stCondLst>
                                    <p:cond delay="0"/>
                                  </p:stCondLst>
                                  <p:childTnLst>
                                    <p:set>
                                      <p:cBhvr>
                                        <p:cTn id="717" dur="1" fill="hold">
                                          <p:stCondLst>
                                            <p:cond delay="0"/>
                                          </p:stCondLst>
                                        </p:cTn>
                                        <p:tgtEl>
                                          <p:spTgt spid="613">
                                            <p:txEl>
                                              <p:pRg st="2" end="2"/>
                                            </p:txEl>
                                          </p:spTgt>
                                        </p:tgtEl>
                                        <p:attrNameLst>
                                          <p:attrName>style.visibility</p:attrName>
                                        </p:attrNameLst>
                                      </p:cBhvr>
                                      <p:to>
                                        <p:strVal val="visible"/>
                                      </p:to>
                                    </p:set>
                                    <p:animEffect filter="fade" transition="in">
                                      <p:cBhvr additive="repl">
                                        <p:cTn id="718" dur="500"/>
                                        <p:tgtEl>
                                          <p:spTgt spid="613">
                                            <p:txEl>
                                              <p:pRg st="2" end="2"/>
                                            </p:txEl>
                                          </p:spTgt>
                                        </p:tgtEl>
                                      </p:cBhvr>
                                    </p:animEffect>
                                  </p:childTnLst>
                                </p:cTn>
                              </p:par>
                            </p:childTnLst>
                          </p:cTn>
                        </p:par>
                      </p:childTnLst>
                    </p:cTn>
                  </p:par>
                  <p:par>
                    <p:cTn id="719" fill="hold">
                      <p:stCondLst>
                        <p:cond delay="indefinite"/>
                      </p:stCondLst>
                      <p:childTnLst>
                        <p:par>
                          <p:cTn id="720" fill="hold">
                            <p:stCondLst>
                              <p:cond delay="0"/>
                            </p:stCondLst>
                            <p:childTnLst>
                              <p:par>
                                <p:cTn id="721" nodeType="clickEffect" fill="hold" presetClass="entr" presetID="10">
                                  <p:stCondLst>
                                    <p:cond delay="0"/>
                                  </p:stCondLst>
                                  <p:childTnLst>
                                    <p:set>
                                      <p:cBhvr>
                                        <p:cTn id="722" dur="1" fill="hold">
                                          <p:stCondLst>
                                            <p:cond delay="0"/>
                                          </p:stCondLst>
                                        </p:cTn>
                                        <p:tgtEl>
                                          <p:spTgt spid="613">
                                            <p:txEl>
                                              <p:pRg st="3" end="3"/>
                                            </p:txEl>
                                          </p:spTgt>
                                        </p:tgtEl>
                                        <p:attrNameLst>
                                          <p:attrName>style.visibility</p:attrName>
                                        </p:attrNameLst>
                                      </p:cBhvr>
                                      <p:to>
                                        <p:strVal val="visible"/>
                                      </p:to>
                                    </p:set>
                                    <p:animEffect filter="fade" transition="in">
                                      <p:cBhvr additive="repl">
                                        <p:cTn id="723" dur="500"/>
                                        <p:tgtEl>
                                          <p:spTgt spid="613">
                                            <p:txEl>
                                              <p:pRg st="3" end="3"/>
                                            </p:txEl>
                                          </p:spTgt>
                                        </p:tgtEl>
                                      </p:cBhvr>
                                    </p:animEffect>
                                  </p:childTnLst>
                                </p:cTn>
                              </p:par>
                            </p:childTnLst>
                          </p:cTn>
                        </p:par>
                      </p:childTnLst>
                    </p:cTn>
                  </p:par>
                  <p:par>
                    <p:cTn id="724" fill="hold">
                      <p:stCondLst>
                        <p:cond delay="indefinite"/>
                      </p:stCondLst>
                      <p:childTnLst>
                        <p:par>
                          <p:cTn id="725" fill="hold">
                            <p:stCondLst>
                              <p:cond delay="0"/>
                            </p:stCondLst>
                            <p:childTnLst>
                              <p:par>
                                <p:cTn id="726" nodeType="clickEffect" fill="hold" presetClass="entr" presetID="10">
                                  <p:stCondLst>
                                    <p:cond delay="0"/>
                                  </p:stCondLst>
                                  <p:childTnLst>
                                    <p:set>
                                      <p:cBhvr>
                                        <p:cTn id="727" dur="1" fill="hold">
                                          <p:stCondLst>
                                            <p:cond delay="0"/>
                                          </p:stCondLst>
                                        </p:cTn>
                                        <p:tgtEl>
                                          <p:spTgt spid="613">
                                            <p:txEl>
                                              <p:pRg st="4" end="4"/>
                                            </p:txEl>
                                          </p:spTgt>
                                        </p:tgtEl>
                                        <p:attrNameLst>
                                          <p:attrName>style.visibility</p:attrName>
                                        </p:attrNameLst>
                                      </p:cBhvr>
                                      <p:to>
                                        <p:strVal val="visible"/>
                                      </p:to>
                                    </p:set>
                                    <p:animEffect filter="fade" transition="in">
                                      <p:cBhvr additive="repl">
                                        <p:cTn id="728" dur="500"/>
                                        <p:tgtEl>
                                          <p:spTgt spid="613">
                                            <p:txEl>
                                              <p:pRg st="4" end="4"/>
                                            </p:txEl>
                                          </p:spTgt>
                                        </p:tgtEl>
                                      </p:cBhvr>
                                    </p:animEffect>
                                  </p:childTnLst>
                                </p:cTn>
                              </p:par>
                            </p:childTnLst>
                          </p:cTn>
                        </p:par>
                      </p:childTnLst>
                    </p:cTn>
                  </p:par>
                  <p:par>
                    <p:cTn id="729" fill="hold">
                      <p:stCondLst>
                        <p:cond delay="indefinite"/>
                      </p:stCondLst>
                      <p:childTnLst>
                        <p:par>
                          <p:cTn id="730" fill="hold">
                            <p:stCondLst>
                              <p:cond delay="0"/>
                            </p:stCondLst>
                            <p:childTnLst>
                              <p:par>
                                <p:cTn id="731" nodeType="clickEffect" fill="hold" presetClass="entr" presetID="10">
                                  <p:stCondLst>
                                    <p:cond delay="0"/>
                                  </p:stCondLst>
                                  <p:childTnLst>
                                    <p:set>
                                      <p:cBhvr>
                                        <p:cTn id="732" dur="1" fill="hold">
                                          <p:stCondLst>
                                            <p:cond delay="0"/>
                                          </p:stCondLst>
                                        </p:cTn>
                                        <p:tgtEl>
                                          <p:spTgt spid="613">
                                            <p:txEl>
                                              <p:pRg st="5" end="5"/>
                                            </p:txEl>
                                          </p:spTgt>
                                        </p:tgtEl>
                                        <p:attrNameLst>
                                          <p:attrName>style.visibility</p:attrName>
                                        </p:attrNameLst>
                                      </p:cBhvr>
                                      <p:to>
                                        <p:strVal val="visible"/>
                                      </p:to>
                                    </p:set>
                                    <p:animEffect filter="fade" transition="in">
                                      <p:cBhvr additive="repl">
                                        <p:cTn id="733" dur="500"/>
                                        <p:tgtEl>
                                          <p:spTgt spid="613">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Automatic generation of argumentation structures</a:t>
            </a:r>
            <a:br>
              <a:rPr sz="2100"/>
            </a:br>
            <a:r>
              <a:rPr b="1" lang="de-DE" sz="2100" spc="-1" strike="noStrike">
                <a:solidFill>
                  <a:srgbClr val="000000"/>
                </a:solidFill>
                <a:latin typeface="Calibri"/>
              </a:rPr>
              <a:t>for conversational XAI</a:t>
            </a:r>
            <a:endParaRPr b="0" lang="en-US" sz="2100" spc="-1" strike="noStrike">
              <a:solidFill>
                <a:srgbClr val="000000"/>
              </a:solidFill>
              <a:latin typeface="Calibri"/>
            </a:endParaRPr>
          </a:p>
        </p:txBody>
      </p:sp>
      <p:sp>
        <p:nvSpPr>
          <p:cNvPr id="636" name="PlaceHolder 2"/>
          <p:cNvSpPr>
            <a:spLocks noGrp="1"/>
          </p:cNvSpPr>
          <p:nvPr>
            <p:ph/>
          </p:nvPr>
        </p:nvSpPr>
        <p:spPr>
          <a:xfrm>
            <a:off x="395280" y="1131840"/>
            <a:ext cx="8353080" cy="367596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Two iterations of document processing</a:t>
            </a:r>
            <a:endParaRPr b="0" lang="en-US" sz="1800" spc="-1" strike="noStrike">
              <a:solidFill>
                <a:srgbClr val="000000"/>
              </a:solidFill>
              <a:latin typeface="Calibri"/>
            </a:endParaRPr>
          </a:p>
          <a:p>
            <a:pPr lvl="1" marL="514440" indent="-171360">
              <a:lnSpc>
                <a:spcPct val="100000"/>
              </a:lnSpc>
              <a:spcBef>
                <a:spcPts val="374"/>
              </a:spcBef>
              <a:buClr>
                <a:srgbClr val="a32638"/>
              </a:buClr>
              <a:buFont typeface="Arial"/>
              <a:buChar char="•"/>
            </a:pPr>
            <a:r>
              <a:rPr b="0" lang="de-DE" sz="1800" spc="-1" strike="noStrike">
                <a:solidFill>
                  <a:srgbClr val="000000"/>
                </a:solidFill>
                <a:latin typeface="Calibri"/>
              </a:rPr>
              <a:t>List of manual gathered domain knowledge documents</a:t>
            </a:r>
            <a:endParaRPr b="0" lang="en-US" sz="1800" spc="-1" strike="noStrike">
              <a:solidFill>
                <a:srgbClr val="000000"/>
              </a:solidFill>
              <a:latin typeface="Calibri"/>
            </a:endParaRPr>
          </a:p>
          <a:p>
            <a:pPr lvl="1" marL="514440" indent="-171360">
              <a:lnSpc>
                <a:spcPct val="100000"/>
              </a:lnSpc>
              <a:spcBef>
                <a:spcPts val="374"/>
              </a:spcBef>
              <a:buClr>
                <a:srgbClr val="a32638"/>
              </a:buClr>
              <a:buFont typeface="Arial"/>
              <a:buChar char="•"/>
            </a:pPr>
            <a:r>
              <a:rPr b="0" lang="de-DE" sz="1800" spc="-1" strike="noStrike">
                <a:solidFill>
                  <a:srgbClr val="000000"/>
                </a:solidFill>
                <a:latin typeface="Calibri"/>
              </a:rPr>
              <a:t>LLM summarizations for specific questions</a:t>
            </a:r>
            <a:endParaRPr b="0" lang="en-US" sz="1800" spc="-1" strike="noStrike">
              <a:solidFill>
                <a:srgbClr val="000000"/>
              </a:solidFill>
              <a:latin typeface="Calibri"/>
            </a:endParaRPr>
          </a:p>
        </p:txBody>
      </p:sp>
      <p:sp>
        <p:nvSpPr>
          <p:cNvPr id="637" name="PlaceHolder 3"/>
          <p:cNvSpPr>
            <a:spLocks noGrp="1"/>
          </p:cNvSpPr>
          <p:nvPr>
            <p:ph type="dt" idx="64"/>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638" name="PlaceHolder 4"/>
          <p:cNvSpPr>
            <a:spLocks noGrp="1"/>
          </p:cNvSpPr>
          <p:nvPr>
            <p:ph type="ftr" idx="65"/>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639" name="PlaceHolder 5"/>
          <p:cNvSpPr>
            <a:spLocks noGrp="1"/>
          </p:cNvSpPr>
          <p:nvPr>
            <p:ph type="sldNum" idx="66"/>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1850A107-5AD8-4942-B3F6-DAE24C280209}" type="slidenum">
              <a:rPr b="0" lang="de-DE" sz="900" spc="-1" strike="noStrike">
                <a:solidFill>
                  <a:srgbClr val="ffffff"/>
                </a:solidFill>
                <a:latin typeface="Arial"/>
              </a:rPr>
              <a:t>17</a:t>
            </a:fld>
            <a:endParaRPr b="0" lang="en-US" sz="900" spc="-1" strike="noStrike">
              <a:latin typeface="Times New Roman"/>
            </a:endParaRPr>
          </a:p>
        </p:txBody>
      </p:sp>
      <p:sp>
        <p:nvSpPr>
          <p:cNvPr id="640" name="Textfeld 7"/>
          <p:cNvSpPr/>
          <p:nvPr/>
        </p:nvSpPr>
        <p:spPr>
          <a:xfrm>
            <a:off x="7856640" y="47520"/>
            <a:ext cx="1252440" cy="454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Auto. Generation</a:t>
            </a:r>
            <a:endParaRPr b="0" lang="en-US" sz="1200" spc="-1" strike="noStrike">
              <a:latin typeface="Arial"/>
            </a:endParaRPr>
          </a:p>
          <a:p>
            <a:pPr>
              <a:lnSpc>
                <a:spcPct val="100000"/>
              </a:lnSpc>
              <a:buNone/>
            </a:pPr>
            <a:r>
              <a:rPr b="0" lang="en-US" sz="1200" spc="-1" strike="noStrike">
                <a:solidFill>
                  <a:srgbClr val="000000"/>
                </a:solidFill>
                <a:latin typeface="Calibri"/>
              </a:rPr>
              <a:t>of DK</a:t>
            </a:r>
            <a:endParaRPr b="0" lang="en-US" sz="1200" spc="-1" strike="noStrike">
              <a:latin typeface="Arial"/>
            </a:endParaRPr>
          </a:p>
        </p:txBody>
      </p:sp>
      <p:sp>
        <p:nvSpPr>
          <p:cNvPr id="641" name="Rechteck 8"/>
          <p:cNvSpPr/>
          <p:nvPr/>
        </p:nvSpPr>
        <p:spPr>
          <a:xfrm>
            <a:off x="8804520" y="664200"/>
            <a:ext cx="277560" cy="277560"/>
          </a:xfrm>
          <a:prstGeom prst="rect">
            <a:avLst/>
          </a:prstGeom>
          <a:blipFill rotWithShape="0">
            <a:blip r:embed="rId1"/>
            <a:srcRect/>
            <a:stretch/>
          </a:blipFill>
          <a:ln>
            <a:noFill/>
          </a:ln>
        </p:spPr>
        <p:style>
          <a:lnRef idx="2"/>
          <a:fillRef idx="0"/>
          <a:effectRef idx="0">
            <a:schemeClr val="accent2">
              <a:hueOff val="0"/>
              <a:satOff val="0"/>
              <a:lumOff val="0"/>
              <a:alphaOff val="0"/>
            </a:schemeClr>
          </a:effectRef>
          <a:fontRef idx="minor"/>
        </p:style>
      </p:sp>
      <p:sp>
        <p:nvSpPr>
          <p:cNvPr id="642" name="Rechteck 9"/>
          <p:cNvSpPr/>
          <p:nvPr/>
        </p:nvSpPr>
        <p:spPr>
          <a:xfrm>
            <a:off x="8804520" y="1043640"/>
            <a:ext cx="277560" cy="277560"/>
          </a:xfrm>
          <a:prstGeom prst="rect">
            <a:avLst/>
          </a:prstGeom>
          <a:blipFill rotWithShape="0">
            <a:blip r:embed="rId2"/>
            <a:srcRect/>
            <a:stretch/>
          </a:blipFill>
          <a:ln>
            <a:noFill/>
          </a:ln>
        </p:spPr>
        <p:style>
          <a:lnRef idx="2"/>
          <a:fillRef idx="0"/>
          <a:effectRef idx="0">
            <a:schemeClr val="accent3">
              <a:hueOff val="0"/>
              <a:satOff val="0"/>
              <a:lumOff val="0"/>
              <a:alphaOff val="0"/>
            </a:schemeClr>
          </a:effectRef>
          <a:fontRef idx="minor"/>
        </p:style>
      </p:sp>
      <p:sp>
        <p:nvSpPr>
          <p:cNvPr id="643" name="Rechteck 10"/>
          <p:cNvSpPr/>
          <p:nvPr/>
        </p:nvSpPr>
        <p:spPr>
          <a:xfrm>
            <a:off x="8804520" y="1379160"/>
            <a:ext cx="277560" cy="277560"/>
          </a:xfrm>
          <a:prstGeom prst="rect">
            <a:avLst/>
          </a:prstGeom>
          <a:blipFill rotWithShape="0">
            <a:blip r:embed="rId3"/>
            <a:srcRect/>
            <a:stretch/>
          </a:blipFill>
          <a:ln>
            <a:noFill/>
          </a:ln>
        </p:spPr>
        <p:style>
          <a:lnRef idx="2"/>
          <a:fillRef idx="0"/>
          <a:effectRef idx="0">
            <a:schemeClr val="accent4">
              <a:hueOff val="0"/>
              <a:satOff val="0"/>
              <a:lumOff val="0"/>
              <a:alphaOff val="0"/>
            </a:schemeClr>
          </a:effectRef>
          <a:fontRef idx="minor"/>
        </p:style>
      </p:sp>
      <p:sp>
        <p:nvSpPr>
          <p:cNvPr id="644" name="Rechteck 11"/>
          <p:cNvSpPr/>
          <p:nvPr/>
        </p:nvSpPr>
        <p:spPr>
          <a:xfrm>
            <a:off x="8804520" y="1688760"/>
            <a:ext cx="277560" cy="277560"/>
          </a:xfrm>
          <a:prstGeom prst="rect">
            <a:avLst/>
          </a:prstGeom>
          <a:blipFill rotWithShape="0">
            <a:blip r:embed="rId4"/>
            <a:srcRect/>
            <a:stretch/>
          </a:blipFill>
          <a:ln>
            <a:noFill/>
          </a:ln>
        </p:spPr>
        <p:style>
          <a:lnRef idx="2"/>
          <a:fillRef idx="0"/>
          <a:effectRef idx="0">
            <a:schemeClr val="accent5">
              <a:hueOff val="0"/>
              <a:satOff val="0"/>
              <a:lumOff val="0"/>
              <a:alphaOff val="0"/>
            </a:schemeClr>
          </a:effectRef>
          <a:fontRef idx="minor"/>
        </p:style>
      </p:sp>
      <p:sp>
        <p:nvSpPr>
          <p:cNvPr id="645" name="Rechteck 12"/>
          <p:cNvSpPr/>
          <p:nvPr/>
        </p:nvSpPr>
        <p:spPr>
          <a:xfrm>
            <a:off x="8804520" y="2007000"/>
            <a:ext cx="277560" cy="277560"/>
          </a:xfrm>
          <a:prstGeom prst="rect">
            <a:avLst/>
          </a:prstGeom>
          <a:blipFill rotWithShape="0">
            <a:blip r:embed="rId5"/>
            <a:srcRect/>
            <a:stretch/>
          </a:blipFill>
          <a:ln>
            <a:noFill/>
          </a:ln>
        </p:spPr>
        <p:style>
          <a:lnRef idx="2"/>
          <a:fillRef idx="0"/>
          <a:effectRef idx="0">
            <a:schemeClr val="accent6">
              <a:hueOff val="0"/>
              <a:satOff val="0"/>
              <a:lumOff val="0"/>
              <a:alphaOff val="0"/>
            </a:schemeClr>
          </a:effectRef>
          <a:fontRef idx="minor"/>
        </p:style>
      </p:sp>
      <p:sp>
        <p:nvSpPr>
          <p:cNvPr id="646" name="Rechteck 13"/>
          <p:cNvSpPr/>
          <p:nvPr/>
        </p:nvSpPr>
        <p:spPr>
          <a:xfrm>
            <a:off x="8804520" y="2316600"/>
            <a:ext cx="277560" cy="277560"/>
          </a:xfrm>
          <a:prstGeom prst="rect">
            <a:avLst/>
          </a:prstGeom>
          <a:blipFill rotWithShape="0">
            <a:blip r:embed="rId6"/>
            <a:srcRect/>
            <a:stretch/>
          </a:blipFill>
          <a:ln>
            <a:noFill/>
          </a:ln>
        </p:spPr>
        <p:style>
          <a:lnRef idx="2"/>
          <a:fillRef idx="0"/>
          <a:effectRef idx="0">
            <a:schemeClr val="accent2">
              <a:hueOff val="0"/>
              <a:satOff val="0"/>
              <a:lumOff val="0"/>
              <a:alphaOff val="0"/>
            </a:schemeClr>
          </a:effectRef>
          <a:fontRef idx="minor"/>
        </p:style>
      </p:sp>
      <p:sp>
        <p:nvSpPr>
          <p:cNvPr id="647" name="Rechteck 17"/>
          <p:cNvSpPr/>
          <p:nvPr/>
        </p:nvSpPr>
        <p:spPr>
          <a:xfrm>
            <a:off x="7615440" y="134640"/>
            <a:ext cx="277560" cy="277560"/>
          </a:xfrm>
          <a:prstGeom prst="rect">
            <a:avLst/>
          </a:prstGeom>
          <a:blipFill rotWithShape="0">
            <a:blip r:embed="rId7"/>
            <a:srcRect/>
            <a:stretch/>
          </a:blipFill>
          <a:ln>
            <a:noFill/>
          </a:ln>
        </p:spPr>
        <p:style>
          <a:lnRef idx="2"/>
          <a:fillRef idx="0"/>
          <a:effectRef idx="0">
            <a:schemeClr val="accent5">
              <a:hueOff val="0"/>
              <a:satOff val="0"/>
              <a:lumOff val="0"/>
              <a:alphaOff val="0"/>
            </a:schemeClr>
          </a:effectRef>
          <a:fontRef idx="minor"/>
        </p:style>
      </p:sp>
      <p:pic>
        <p:nvPicPr>
          <p:cNvPr id="648" name="Grafik 18" descr=""/>
          <p:cNvPicPr/>
          <p:nvPr/>
        </p:nvPicPr>
        <p:blipFill>
          <a:blip r:embed="rId8"/>
          <a:stretch/>
        </p:blipFill>
        <p:spPr>
          <a:xfrm>
            <a:off x="695160" y="2518920"/>
            <a:ext cx="7991280" cy="2436120"/>
          </a:xfrm>
          <a:prstGeom prst="rect">
            <a:avLst/>
          </a:prstGeom>
          <a:ln w="0">
            <a:noFill/>
          </a:ln>
        </p:spPr>
      </p:pic>
      <p:sp>
        <p:nvSpPr>
          <p:cNvPr id="649" name="Textfeld 6"/>
          <p:cNvSpPr/>
          <p:nvPr/>
        </p:nvSpPr>
        <p:spPr>
          <a:xfrm>
            <a:off x="320040" y="4708800"/>
            <a:ext cx="8373960" cy="2419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i="1" lang="de-DE" sz="1000" spc="-1" strike="noStrike">
                <a:solidFill>
                  <a:srgbClr val="000000"/>
                </a:solidFill>
                <a:latin typeface="Calibri"/>
              </a:rPr>
              <a:t>(Schindler et al., 2025)</a:t>
            </a:r>
            <a:endParaRPr b="0" lang="en-US" sz="1000" spc="-1" strike="noStrike">
              <a:latin typeface="Arial"/>
            </a:endParaRPr>
          </a:p>
        </p:txBody>
      </p:sp>
    </p:spTree>
  </p:cSld>
  <p:transition spd="slow">
    <p:push dir="u"/>
  </p:transition>
  <p:timing>
    <p:tnLst>
      <p:par>
        <p:cTn id="734" dur="indefinite" restart="never" nodeType="tmRoot">
          <p:childTnLst>
            <p:seq>
              <p:cTn id="735" dur="indefinite" nodeType="mainSeq">
                <p:childTnLst>
                  <p:par>
                    <p:cTn id="736" fill="hold">
                      <p:stCondLst>
                        <p:cond delay="indefinite"/>
                      </p:stCondLst>
                      <p:childTnLst>
                        <p:par>
                          <p:cTn id="737" fill="hold">
                            <p:stCondLst>
                              <p:cond delay="0"/>
                            </p:stCondLst>
                            <p:childTnLst>
                              <p:par>
                                <p:cTn id="738" nodeType="clickEffect" fill="hold" presetClass="entr" presetID="2" presetSubtype="4">
                                  <p:stCondLst>
                                    <p:cond delay="0"/>
                                  </p:stCondLst>
                                  <p:childTnLst>
                                    <p:set>
                                      <p:cBhvr>
                                        <p:cTn id="739" dur="1" fill="hold">
                                          <p:stCondLst>
                                            <p:cond delay="0"/>
                                          </p:stCondLst>
                                        </p:cTn>
                                        <p:tgtEl>
                                          <p:spTgt spid="648"/>
                                        </p:tgtEl>
                                        <p:attrNameLst>
                                          <p:attrName>style.visibility</p:attrName>
                                        </p:attrNameLst>
                                      </p:cBhvr>
                                      <p:to>
                                        <p:strVal val="visible"/>
                                      </p:to>
                                    </p:set>
                                    <p:anim calcmode="lin" valueType="num">
                                      <p:cBhvr additive="repl">
                                        <p:cTn id="740" dur="500" fill="hold"/>
                                        <p:tgtEl>
                                          <p:spTgt spid="648"/>
                                        </p:tgtEl>
                                        <p:attrNameLst>
                                          <p:attrName>ppt_x</p:attrName>
                                        </p:attrNameLst>
                                      </p:cBhvr>
                                      <p:tavLst>
                                        <p:tav tm="0">
                                          <p:val>
                                            <p:strVal val="#ppt_x"/>
                                          </p:val>
                                        </p:tav>
                                        <p:tav tm="100000">
                                          <p:val>
                                            <p:strVal val="#ppt_x"/>
                                          </p:val>
                                        </p:tav>
                                      </p:tavLst>
                                    </p:anim>
                                    <p:anim calcmode="lin" valueType="num">
                                      <p:cBhvr additive="repl">
                                        <p:cTn id="741" dur="500" fill="hold"/>
                                        <p:tgtEl>
                                          <p:spTgt spid="648"/>
                                        </p:tgtEl>
                                        <p:attrNameLst>
                                          <p:attrName>ppt_y</p:attrName>
                                        </p:attrNameLst>
                                      </p:cBhvr>
                                      <p:tavLst>
                                        <p:tav tm="0">
                                          <p:val>
                                            <p:strVal val="1+#ppt_h/2"/>
                                          </p:val>
                                        </p:tav>
                                        <p:tav tm="100000">
                                          <p:val>
                                            <p:strVal val="#ppt_y"/>
                                          </p:val>
                                        </p:tav>
                                      </p:tavLst>
                                    </p:anim>
                                  </p:childTnLst>
                                </p:cTn>
                              </p:par>
                              <p:par>
                                <p:cTn id="742" nodeType="withEffect" fill="hold" presetClass="entr" presetID="2" presetSubtype="4">
                                  <p:stCondLst>
                                    <p:cond delay="0"/>
                                  </p:stCondLst>
                                  <p:childTnLst>
                                    <p:set>
                                      <p:cBhvr>
                                        <p:cTn id="743" dur="1" fill="hold">
                                          <p:stCondLst>
                                            <p:cond delay="0"/>
                                          </p:stCondLst>
                                        </p:cTn>
                                        <p:tgtEl>
                                          <p:spTgt spid="649"/>
                                        </p:tgtEl>
                                        <p:attrNameLst>
                                          <p:attrName>style.visibility</p:attrName>
                                        </p:attrNameLst>
                                      </p:cBhvr>
                                      <p:to>
                                        <p:strVal val="visible"/>
                                      </p:to>
                                    </p:set>
                                    <p:anim calcmode="lin" valueType="num">
                                      <p:cBhvr additive="repl">
                                        <p:cTn id="744" dur="500" fill="hold"/>
                                        <p:tgtEl>
                                          <p:spTgt spid="649"/>
                                        </p:tgtEl>
                                        <p:attrNameLst>
                                          <p:attrName>ppt_x</p:attrName>
                                        </p:attrNameLst>
                                      </p:cBhvr>
                                      <p:tavLst>
                                        <p:tav tm="0">
                                          <p:val>
                                            <p:strVal val="#ppt_x"/>
                                          </p:val>
                                        </p:tav>
                                        <p:tav tm="100000">
                                          <p:val>
                                            <p:strVal val="#ppt_x"/>
                                          </p:val>
                                        </p:tav>
                                      </p:tavLst>
                                    </p:anim>
                                    <p:anim calcmode="lin" valueType="num">
                                      <p:cBhvr additive="repl">
                                        <p:cTn id="745" dur="500" fill="hold"/>
                                        <p:tgtEl>
                                          <p:spTgt spid="649"/>
                                        </p:tgtEl>
                                        <p:attrNameLst>
                                          <p:attrName>ppt_y</p:attrName>
                                        </p:attrNameLst>
                                      </p:cBhvr>
                                      <p:tavLst>
                                        <p:tav tm="0">
                                          <p:val>
                                            <p:strVal val="1+#ppt_h/2"/>
                                          </p:val>
                                        </p:tav>
                                        <p:tav tm="100000">
                                          <p:val>
                                            <p:strVal val="#ppt_y"/>
                                          </p:val>
                                        </p:tav>
                                      </p:tavLst>
                                    </p:anim>
                                  </p:childTnLst>
                                </p:cTn>
                              </p:par>
                            </p:childTnLst>
                          </p:cTn>
                        </p:par>
                      </p:childTnLst>
                    </p:cTn>
                  </p:par>
                  <p:par>
                    <p:cTn id="746" fill="hold">
                      <p:stCondLst>
                        <p:cond delay="indefinite"/>
                      </p:stCondLst>
                      <p:childTnLst>
                        <p:par>
                          <p:cTn id="747" fill="hold">
                            <p:stCondLst>
                              <p:cond delay="0"/>
                            </p:stCondLst>
                            <p:childTnLst>
                              <p:par>
                                <p:cTn id="748" nodeType="clickEffect" fill="hold" presetClass="entr" presetID="2" presetSubtype="4">
                                  <p:stCondLst>
                                    <p:cond delay="0"/>
                                  </p:stCondLst>
                                  <p:childTnLst>
                                    <p:set>
                                      <p:cBhvr>
                                        <p:cTn id="749" dur="1" fill="hold">
                                          <p:stCondLst>
                                            <p:cond delay="0"/>
                                          </p:stCondLst>
                                        </p:cTn>
                                        <p:tgtEl>
                                          <p:spTgt spid="636">
                                            <p:txEl>
                                              <p:pRg st="0" end="0"/>
                                            </p:txEl>
                                          </p:spTgt>
                                        </p:tgtEl>
                                        <p:attrNameLst>
                                          <p:attrName>style.visibility</p:attrName>
                                        </p:attrNameLst>
                                      </p:cBhvr>
                                      <p:to>
                                        <p:strVal val="visible"/>
                                      </p:to>
                                    </p:set>
                                    <p:anim calcmode="lin" valueType="num">
                                      <p:cBhvr additive="repl">
                                        <p:cTn id="750" dur="500" fill="hold"/>
                                        <p:tgtEl>
                                          <p:spTgt spid="636">
                                            <p:txEl>
                                              <p:pRg st="0" end="0"/>
                                            </p:txEl>
                                          </p:spTgt>
                                        </p:tgtEl>
                                        <p:attrNameLst>
                                          <p:attrName>ppt_x</p:attrName>
                                        </p:attrNameLst>
                                      </p:cBhvr>
                                      <p:tavLst>
                                        <p:tav tm="0">
                                          <p:val>
                                            <p:strVal val="#ppt_x"/>
                                          </p:val>
                                        </p:tav>
                                        <p:tav tm="100000">
                                          <p:val>
                                            <p:strVal val="#ppt_x"/>
                                          </p:val>
                                        </p:tav>
                                      </p:tavLst>
                                    </p:anim>
                                    <p:anim calcmode="lin" valueType="num">
                                      <p:cBhvr additive="repl">
                                        <p:cTn id="751" dur="500" fill="hold"/>
                                        <p:tgtEl>
                                          <p:spTgt spid="636">
                                            <p:txEl>
                                              <p:pRg st="0" end="0"/>
                                            </p:txEl>
                                          </p:spTgt>
                                        </p:tgtEl>
                                        <p:attrNameLst>
                                          <p:attrName>ppt_y</p:attrName>
                                        </p:attrNameLst>
                                      </p:cBhvr>
                                      <p:tavLst>
                                        <p:tav tm="0">
                                          <p:val>
                                            <p:strVal val="1+#ppt_h/2"/>
                                          </p:val>
                                        </p:tav>
                                        <p:tav tm="100000">
                                          <p:val>
                                            <p:strVal val="#ppt_y"/>
                                          </p:val>
                                        </p:tav>
                                      </p:tavLst>
                                    </p:anim>
                                  </p:childTnLst>
                                </p:cTn>
                              </p:par>
                              <p:par>
                                <p:cTn id="752" nodeType="withEffect" fill="hold" presetClass="entr" presetID="2" presetSubtype="4">
                                  <p:stCondLst>
                                    <p:cond delay="0"/>
                                  </p:stCondLst>
                                  <p:childTnLst>
                                    <p:set>
                                      <p:cBhvr>
                                        <p:cTn id="753" dur="1" fill="hold">
                                          <p:stCondLst>
                                            <p:cond delay="0"/>
                                          </p:stCondLst>
                                        </p:cTn>
                                        <p:tgtEl>
                                          <p:spTgt spid="636">
                                            <p:txEl>
                                              <p:pRg st="1" end="1"/>
                                            </p:txEl>
                                          </p:spTgt>
                                        </p:tgtEl>
                                        <p:attrNameLst>
                                          <p:attrName>style.visibility</p:attrName>
                                        </p:attrNameLst>
                                      </p:cBhvr>
                                      <p:to>
                                        <p:strVal val="visible"/>
                                      </p:to>
                                    </p:set>
                                    <p:anim calcmode="lin" valueType="num">
                                      <p:cBhvr additive="repl">
                                        <p:cTn id="754" dur="500" fill="hold"/>
                                        <p:tgtEl>
                                          <p:spTgt spid="636">
                                            <p:txEl>
                                              <p:pRg st="1" end="1"/>
                                            </p:txEl>
                                          </p:spTgt>
                                        </p:tgtEl>
                                        <p:attrNameLst>
                                          <p:attrName>ppt_x</p:attrName>
                                        </p:attrNameLst>
                                      </p:cBhvr>
                                      <p:tavLst>
                                        <p:tav tm="0">
                                          <p:val>
                                            <p:strVal val="#ppt_x"/>
                                          </p:val>
                                        </p:tav>
                                        <p:tav tm="100000">
                                          <p:val>
                                            <p:strVal val="#ppt_x"/>
                                          </p:val>
                                        </p:tav>
                                      </p:tavLst>
                                    </p:anim>
                                    <p:anim calcmode="lin" valueType="num">
                                      <p:cBhvr additive="repl">
                                        <p:cTn id="755" dur="500" fill="hold"/>
                                        <p:tgtEl>
                                          <p:spTgt spid="636">
                                            <p:txEl>
                                              <p:pRg st="1" end="1"/>
                                            </p:txEl>
                                          </p:spTgt>
                                        </p:tgtEl>
                                        <p:attrNameLst>
                                          <p:attrName>ppt_y</p:attrName>
                                        </p:attrNameLst>
                                      </p:cBhvr>
                                      <p:tavLst>
                                        <p:tav tm="0">
                                          <p:val>
                                            <p:strVal val="1+#ppt_h/2"/>
                                          </p:val>
                                        </p:tav>
                                        <p:tav tm="100000">
                                          <p:val>
                                            <p:strVal val="#ppt_y"/>
                                          </p:val>
                                        </p:tav>
                                      </p:tavLst>
                                    </p:anim>
                                  </p:childTnLst>
                                </p:cTn>
                              </p:par>
                              <p:par>
                                <p:cTn id="756" nodeType="withEffect" fill="hold" presetClass="entr" presetID="2" presetSubtype="4">
                                  <p:stCondLst>
                                    <p:cond delay="0"/>
                                  </p:stCondLst>
                                  <p:childTnLst>
                                    <p:set>
                                      <p:cBhvr>
                                        <p:cTn id="757" dur="1" fill="hold">
                                          <p:stCondLst>
                                            <p:cond delay="0"/>
                                          </p:stCondLst>
                                        </p:cTn>
                                        <p:tgtEl>
                                          <p:spTgt spid="636">
                                            <p:txEl>
                                              <p:pRg st="2" end="2"/>
                                            </p:txEl>
                                          </p:spTgt>
                                        </p:tgtEl>
                                        <p:attrNameLst>
                                          <p:attrName>style.visibility</p:attrName>
                                        </p:attrNameLst>
                                      </p:cBhvr>
                                      <p:to>
                                        <p:strVal val="visible"/>
                                      </p:to>
                                    </p:set>
                                    <p:anim calcmode="lin" valueType="num">
                                      <p:cBhvr additive="repl">
                                        <p:cTn id="758" dur="500" fill="hold"/>
                                        <p:tgtEl>
                                          <p:spTgt spid="636">
                                            <p:txEl>
                                              <p:pRg st="2" end="2"/>
                                            </p:txEl>
                                          </p:spTgt>
                                        </p:tgtEl>
                                        <p:attrNameLst>
                                          <p:attrName>ppt_x</p:attrName>
                                        </p:attrNameLst>
                                      </p:cBhvr>
                                      <p:tavLst>
                                        <p:tav tm="0">
                                          <p:val>
                                            <p:strVal val="#ppt_x"/>
                                          </p:val>
                                        </p:tav>
                                        <p:tav tm="100000">
                                          <p:val>
                                            <p:strVal val="#ppt_x"/>
                                          </p:val>
                                        </p:tav>
                                      </p:tavLst>
                                    </p:anim>
                                    <p:anim calcmode="lin" valueType="num">
                                      <p:cBhvr additive="repl">
                                        <p:cTn id="759" dur="500" fill="hold"/>
                                        <p:tgtEl>
                                          <p:spTgt spid="63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The Impact of Domain Knowledge in Explanatory Dialogues</a:t>
            </a:r>
            <a:endParaRPr b="0" lang="en-US" sz="2000" spc="-1" strike="noStrike">
              <a:solidFill>
                <a:srgbClr val="000000"/>
              </a:solidFill>
              <a:latin typeface="Calibri"/>
            </a:endParaRPr>
          </a:p>
        </p:txBody>
      </p:sp>
      <p:sp>
        <p:nvSpPr>
          <p:cNvPr id="651" name="PlaceHolder 2"/>
          <p:cNvSpPr>
            <a:spLocks noGrp="1"/>
          </p:cNvSpPr>
          <p:nvPr>
            <p:ph type="dt" idx="67"/>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652" name="PlaceHolder 3"/>
          <p:cNvSpPr>
            <a:spLocks noGrp="1"/>
          </p:cNvSpPr>
          <p:nvPr>
            <p:ph type="ftr" idx="68"/>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653" name="PlaceHolder 4"/>
          <p:cNvSpPr>
            <a:spLocks noGrp="1"/>
          </p:cNvSpPr>
          <p:nvPr>
            <p:ph type="sldNum" idx="69"/>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09289A25-B241-43CB-AFEF-AB0DA7D221E2}" type="slidenum">
              <a:rPr b="0" lang="de-DE" sz="900" spc="-1" strike="noStrike">
                <a:solidFill>
                  <a:srgbClr val="ffffff"/>
                </a:solidFill>
                <a:latin typeface="Arial"/>
              </a:rPr>
              <a:t>17</a:t>
            </a:fld>
            <a:endParaRPr b="0" lang="en-US" sz="900" spc="-1" strike="noStrike">
              <a:latin typeface="Times New Roman"/>
            </a:endParaRPr>
          </a:p>
        </p:txBody>
      </p:sp>
      <p:pic>
        <p:nvPicPr>
          <p:cNvPr id="654" name="Grafik 8" descr="Mann in einem Polohemd"/>
          <p:cNvPicPr/>
          <p:nvPr/>
        </p:nvPicPr>
        <p:blipFill>
          <a:blip r:embed="rId1"/>
          <a:stretch/>
        </p:blipFill>
        <p:spPr>
          <a:xfrm>
            <a:off x="559800" y="2470680"/>
            <a:ext cx="781200" cy="2452320"/>
          </a:xfrm>
          <a:prstGeom prst="rect">
            <a:avLst/>
          </a:prstGeom>
          <a:ln w="0">
            <a:noFill/>
          </a:ln>
        </p:spPr>
      </p:pic>
      <p:pic>
        <p:nvPicPr>
          <p:cNvPr id="655" name="Grafik 10" descr="Eine Wolken-Gedankenblase"/>
          <p:cNvPicPr/>
          <p:nvPr/>
        </p:nvPicPr>
        <p:blipFill>
          <a:blip r:embed="rId2"/>
          <a:stretch/>
        </p:blipFill>
        <p:spPr>
          <a:xfrm>
            <a:off x="1184400" y="1786320"/>
            <a:ext cx="823680" cy="731160"/>
          </a:xfrm>
          <a:prstGeom prst="rect">
            <a:avLst/>
          </a:prstGeom>
          <a:ln w="0">
            <a:noFill/>
          </a:ln>
        </p:spPr>
      </p:pic>
      <p:pic>
        <p:nvPicPr>
          <p:cNvPr id="656" name="Grafik 22" descr="Fragezeichen mit einfarbiger Füllung"/>
          <p:cNvPicPr/>
          <p:nvPr/>
        </p:nvPicPr>
        <p:blipFill>
          <a:blip r:embed="rId3"/>
          <a:stretch/>
        </p:blipFill>
        <p:spPr>
          <a:xfrm>
            <a:off x="1341360" y="1869480"/>
            <a:ext cx="472320" cy="472320"/>
          </a:xfrm>
          <a:prstGeom prst="rect">
            <a:avLst/>
          </a:prstGeom>
          <a:ln w="0">
            <a:noFill/>
          </a:ln>
        </p:spPr>
      </p:pic>
      <p:pic>
        <p:nvPicPr>
          <p:cNvPr id="657" name="Grafik 29" descr="Glühbirne und Zahnrad mit einfarbiger Füllung"/>
          <p:cNvPicPr/>
          <p:nvPr/>
        </p:nvPicPr>
        <p:blipFill>
          <a:blip r:embed="rId4"/>
          <a:stretch/>
        </p:blipFill>
        <p:spPr>
          <a:xfrm>
            <a:off x="1370520" y="1885320"/>
            <a:ext cx="414360" cy="414360"/>
          </a:xfrm>
          <a:prstGeom prst="rect">
            <a:avLst/>
          </a:prstGeom>
          <a:ln w="0">
            <a:noFill/>
          </a:ln>
        </p:spPr>
      </p:pic>
      <p:pic>
        <p:nvPicPr>
          <p:cNvPr id="658" name="Grafik 31" descr="Bücher mit einfarbiger Füllung"/>
          <p:cNvPicPr/>
          <p:nvPr/>
        </p:nvPicPr>
        <p:blipFill>
          <a:blip r:embed="rId5"/>
          <a:stretch/>
        </p:blipFill>
        <p:spPr>
          <a:xfrm>
            <a:off x="2379960" y="3830040"/>
            <a:ext cx="914040" cy="914040"/>
          </a:xfrm>
          <a:prstGeom prst="rect">
            <a:avLst/>
          </a:prstGeom>
          <a:ln w="0">
            <a:noFill/>
          </a:ln>
        </p:spPr>
      </p:pic>
      <p:grpSp>
        <p:nvGrpSpPr>
          <p:cNvPr id="659" name="Gruppieren 28"/>
          <p:cNvGrpSpPr/>
          <p:nvPr/>
        </p:nvGrpSpPr>
        <p:grpSpPr>
          <a:xfrm>
            <a:off x="2026440" y="2007720"/>
            <a:ext cx="1427760" cy="879480"/>
            <a:chOff x="2026440" y="2007720"/>
            <a:chExt cx="1427760" cy="879480"/>
          </a:xfrm>
        </p:grpSpPr>
        <p:pic>
          <p:nvPicPr>
            <p:cNvPr id="660" name="Grafik 16" descr="Ein offener Laptop"/>
            <p:cNvPicPr/>
            <p:nvPr/>
          </p:nvPicPr>
          <p:blipFill>
            <a:blip r:embed="rId6"/>
            <a:stretch/>
          </p:blipFill>
          <p:spPr>
            <a:xfrm>
              <a:off x="2026440" y="2007720"/>
              <a:ext cx="1427760" cy="879480"/>
            </a:xfrm>
            <a:prstGeom prst="rect">
              <a:avLst/>
            </a:prstGeom>
            <a:ln w="0">
              <a:noFill/>
            </a:ln>
          </p:spPr>
        </p:pic>
        <p:pic>
          <p:nvPicPr>
            <p:cNvPr id="661" name="Grafik 21" descr="Bank Silhouette"/>
            <p:cNvPicPr/>
            <p:nvPr/>
          </p:nvPicPr>
          <p:blipFill>
            <a:blip r:embed="rId7"/>
            <a:stretch/>
          </p:blipFill>
          <p:spPr>
            <a:xfrm>
              <a:off x="2760120" y="2149200"/>
              <a:ext cx="533880" cy="533880"/>
            </a:xfrm>
            <a:prstGeom prst="rect">
              <a:avLst/>
            </a:prstGeom>
            <a:ln w="0">
              <a:noFill/>
            </a:ln>
          </p:spPr>
        </p:pic>
      </p:grpSp>
      <p:grpSp>
        <p:nvGrpSpPr>
          <p:cNvPr id="662" name="Gruppieren 30"/>
          <p:cNvGrpSpPr/>
          <p:nvPr/>
        </p:nvGrpSpPr>
        <p:grpSpPr>
          <a:xfrm>
            <a:off x="4655520" y="1378440"/>
            <a:ext cx="1427760" cy="879480"/>
            <a:chOff x="4655520" y="1378440"/>
            <a:chExt cx="1427760" cy="879480"/>
          </a:xfrm>
        </p:grpSpPr>
        <p:pic>
          <p:nvPicPr>
            <p:cNvPr id="663" name="Grafik 12" descr="Ein offener Laptop"/>
            <p:cNvPicPr/>
            <p:nvPr/>
          </p:nvPicPr>
          <p:blipFill>
            <a:blip r:embed="rId8"/>
            <a:stretch/>
          </p:blipFill>
          <p:spPr>
            <a:xfrm>
              <a:off x="4655520" y="1378440"/>
              <a:ext cx="1427760" cy="879480"/>
            </a:xfrm>
            <a:prstGeom prst="rect">
              <a:avLst/>
            </a:prstGeom>
            <a:ln w="0">
              <a:noFill/>
            </a:ln>
          </p:spPr>
        </p:pic>
        <p:pic>
          <p:nvPicPr>
            <p:cNvPr id="664" name="Grafik 24" descr="Bank Silhouette"/>
            <p:cNvPicPr/>
            <p:nvPr/>
          </p:nvPicPr>
          <p:blipFill>
            <a:blip r:embed="rId9"/>
            <a:stretch/>
          </p:blipFill>
          <p:spPr>
            <a:xfrm>
              <a:off x="5369400" y="1509840"/>
              <a:ext cx="533880" cy="533880"/>
            </a:xfrm>
            <a:prstGeom prst="rect">
              <a:avLst/>
            </a:prstGeom>
            <a:ln w="0">
              <a:noFill/>
            </a:ln>
          </p:spPr>
        </p:pic>
      </p:grpSp>
      <p:grpSp>
        <p:nvGrpSpPr>
          <p:cNvPr id="665" name="Gruppieren 32"/>
          <p:cNvGrpSpPr/>
          <p:nvPr/>
        </p:nvGrpSpPr>
        <p:grpSpPr>
          <a:xfrm>
            <a:off x="4627440" y="2411280"/>
            <a:ext cx="1427760" cy="879480"/>
            <a:chOff x="4627440" y="2411280"/>
            <a:chExt cx="1427760" cy="879480"/>
          </a:xfrm>
        </p:grpSpPr>
        <p:pic>
          <p:nvPicPr>
            <p:cNvPr id="666" name="Grafik 15" descr="Ein offener Laptop"/>
            <p:cNvPicPr/>
            <p:nvPr/>
          </p:nvPicPr>
          <p:blipFill>
            <a:blip r:embed="rId10"/>
            <a:stretch/>
          </p:blipFill>
          <p:spPr>
            <a:xfrm>
              <a:off x="4627440" y="2411280"/>
              <a:ext cx="1427760" cy="879480"/>
            </a:xfrm>
            <a:prstGeom prst="rect">
              <a:avLst/>
            </a:prstGeom>
            <a:ln w="0">
              <a:noFill/>
            </a:ln>
          </p:spPr>
        </p:pic>
        <p:pic>
          <p:nvPicPr>
            <p:cNvPr id="667" name="Grafik 25" descr="Bank Silhouette"/>
            <p:cNvPicPr/>
            <p:nvPr/>
          </p:nvPicPr>
          <p:blipFill>
            <a:blip r:embed="rId11"/>
            <a:stretch/>
          </p:blipFill>
          <p:spPr>
            <a:xfrm>
              <a:off x="5341680" y="2554920"/>
              <a:ext cx="533880" cy="533880"/>
            </a:xfrm>
            <a:prstGeom prst="rect">
              <a:avLst/>
            </a:prstGeom>
            <a:ln w="0">
              <a:noFill/>
            </a:ln>
          </p:spPr>
        </p:pic>
      </p:grpSp>
      <p:pic>
        <p:nvPicPr>
          <p:cNvPr id="668" name="Grafik 34" descr="Hinzufügen mit einfarbiger Füllung"/>
          <p:cNvPicPr/>
          <p:nvPr/>
        </p:nvPicPr>
        <p:blipFill>
          <a:blip r:embed="rId12"/>
          <a:stretch/>
        </p:blipFill>
        <p:spPr>
          <a:xfrm>
            <a:off x="2531520" y="3053160"/>
            <a:ext cx="610920" cy="610920"/>
          </a:xfrm>
          <a:prstGeom prst="rect">
            <a:avLst/>
          </a:prstGeom>
          <a:ln w="0">
            <a:noFill/>
          </a:ln>
        </p:spPr>
      </p:pic>
      <p:pic>
        <p:nvPicPr>
          <p:cNvPr id="669" name="Grafik 36" descr="Pfeil mit einer Linie: Kurve im Uhrzeigersinn mit einfarbiger Füllung"/>
          <p:cNvPicPr/>
          <p:nvPr/>
        </p:nvPicPr>
        <p:blipFill>
          <a:blip r:embed="rId13"/>
          <a:stretch/>
        </p:blipFill>
        <p:spPr>
          <a:xfrm rot="5911200">
            <a:off x="3650400" y="1509480"/>
            <a:ext cx="914040" cy="914040"/>
          </a:xfrm>
          <a:prstGeom prst="rect">
            <a:avLst/>
          </a:prstGeom>
          <a:ln w="0">
            <a:noFill/>
          </a:ln>
        </p:spPr>
      </p:pic>
      <p:pic>
        <p:nvPicPr>
          <p:cNvPr id="670" name="Grafik 37" descr="Pfeil mit einer Linie: Kurve im Uhrzeigersinn mit einfarbiger Füllung"/>
          <p:cNvPicPr/>
          <p:nvPr/>
        </p:nvPicPr>
        <p:blipFill>
          <a:blip r:embed="rId14"/>
          <a:stretch/>
        </p:blipFill>
        <p:spPr>
          <a:xfrm flipH="1" rot="4375800">
            <a:off x="3628440" y="2420280"/>
            <a:ext cx="914040" cy="914040"/>
          </a:xfrm>
          <a:prstGeom prst="rect">
            <a:avLst/>
          </a:prstGeom>
          <a:ln w="0">
            <a:noFill/>
          </a:ln>
        </p:spPr>
      </p:pic>
      <p:sp>
        <p:nvSpPr>
          <p:cNvPr id="671" name="Textfeld 2"/>
          <p:cNvSpPr/>
          <p:nvPr/>
        </p:nvSpPr>
        <p:spPr>
          <a:xfrm>
            <a:off x="7855200" y="134640"/>
            <a:ext cx="825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Evaluation</a:t>
            </a:r>
            <a:endParaRPr b="0" lang="en-US" sz="1200" spc="-1" strike="noStrike">
              <a:latin typeface="Arial"/>
            </a:endParaRPr>
          </a:p>
        </p:txBody>
      </p:sp>
      <p:sp>
        <p:nvSpPr>
          <p:cNvPr id="672" name="Rechteck 6"/>
          <p:cNvSpPr/>
          <p:nvPr/>
        </p:nvSpPr>
        <p:spPr>
          <a:xfrm>
            <a:off x="8804520" y="664200"/>
            <a:ext cx="277560" cy="277560"/>
          </a:xfrm>
          <a:prstGeom prst="rect">
            <a:avLst/>
          </a:prstGeom>
          <a:blipFill rotWithShape="0">
            <a:blip r:embed="rId15"/>
            <a:srcRect/>
            <a:stretch/>
          </a:blipFill>
          <a:ln>
            <a:noFill/>
          </a:ln>
        </p:spPr>
        <p:style>
          <a:lnRef idx="2"/>
          <a:fillRef idx="0"/>
          <a:effectRef idx="0">
            <a:schemeClr val="accent2">
              <a:hueOff val="0"/>
              <a:satOff val="0"/>
              <a:lumOff val="0"/>
              <a:alphaOff val="0"/>
            </a:schemeClr>
          </a:effectRef>
          <a:fontRef idx="minor"/>
        </p:style>
      </p:sp>
      <p:sp>
        <p:nvSpPr>
          <p:cNvPr id="673" name="Rechteck 7"/>
          <p:cNvSpPr/>
          <p:nvPr/>
        </p:nvSpPr>
        <p:spPr>
          <a:xfrm>
            <a:off x="8804520" y="1043640"/>
            <a:ext cx="277560" cy="277560"/>
          </a:xfrm>
          <a:prstGeom prst="rect">
            <a:avLst/>
          </a:prstGeom>
          <a:blipFill rotWithShape="0">
            <a:blip r:embed="rId16"/>
            <a:srcRect/>
            <a:stretch/>
          </a:blipFill>
          <a:ln>
            <a:noFill/>
          </a:ln>
        </p:spPr>
        <p:style>
          <a:lnRef idx="2"/>
          <a:fillRef idx="0"/>
          <a:effectRef idx="0">
            <a:schemeClr val="accent3">
              <a:hueOff val="0"/>
              <a:satOff val="0"/>
              <a:lumOff val="0"/>
              <a:alphaOff val="0"/>
            </a:schemeClr>
          </a:effectRef>
          <a:fontRef idx="minor"/>
        </p:style>
      </p:sp>
      <p:sp>
        <p:nvSpPr>
          <p:cNvPr id="674" name="Rechteck 9"/>
          <p:cNvSpPr/>
          <p:nvPr/>
        </p:nvSpPr>
        <p:spPr>
          <a:xfrm>
            <a:off x="8804520" y="1379160"/>
            <a:ext cx="277560" cy="277560"/>
          </a:xfrm>
          <a:prstGeom prst="rect">
            <a:avLst/>
          </a:prstGeom>
          <a:blipFill rotWithShape="0">
            <a:blip r:embed="rId17"/>
            <a:srcRect/>
            <a:stretch/>
          </a:blipFill>
          <a:ln>
            <a:noFill/>
          </a:ln>
        </p:spPr>
        <p:style>
          <a:lnRef idx="2"/>
          <a:fillRef idx="0"/>
          <a:effectRef idx="0">
            <a:schemeClr val="accent4">
              <a:hueOff val="0"/>
              <a:satOff val="0"/>
              <a:lumOff val="0"/>
              <a:alphaOff val="0"/>
            </a:schemeClr>
          </a:effectRef>
          <a:fontRef idx="minor"/>
        </p:style>
      </p:sp>
      <p:sp>
        <p:nvSpPr>
          <p:cNvPr id="675" name="Rechteck 11"/>
          <p:cNvSpPr/>
          <p:nvPr/>
        </p:nvSpPr>
        <p:spPr>
          <a:xfrm>
            <a:off x="8804520" y="1688760"/>
            <a:ext cx="277560" cy="277560"/>
          </a:xfrm>
          <a:prstGeom prst="rect">
            <a:avLst/>
          </a:prstGeom>
          <a:blipFill rotWithShape="0">
            <a:blip r:embed="rId18"/>
            <a:srcRect/>
            <a:stretch/>
          </a:blipFill>
          <a:ln>
            <a:noFill/>
          </a:ln>
        </p:spPr>
        <p:style>
          <a:lnRef idx="2"/>
          <a:fillRef idx="0"/>
          <a:effectRef idx="0">
            <a:schemeClr val="accent5">
              <a:hueOff val="0"/>
              <a:satOff val="0"/>
              <a:lumOff val="0"/>
              <a:alphaOff val="0"/>
            </a:schemeClr>
          </a:effectRef>
          <a:fontRef idx="minor"/>
        </p:style>
      </p:sp>
      <p:sp>
        <p:nvSpPr>
          <p:cNvPr id="676" name="Rechteck 13"/>
          <p:cNvSpPr/>
          <p:nvPr/>
        </p:nvSpPr>
        <p:spPr>
          <a:xfrm>
            <a:off x="8804520" y="2007000"/>
            <a:ext cx="277560" cy="277560"/>
          </a:xfrm>
          <a:prstGeom prst="rect">
            <a:avLst/>
          </a:prstGeom>
          <a:blipFill rotWithShape="0">
            <a:blip r:embed="rId19"/>
            <a:srcRect/>
            <a:stretch/>
          </a:blipFill>
          <a:ln>
            <a:noFill/>
          </a:ln>
        </p:spPr>
        <p:style>
          <a:lnRef idx="2"/>
          <a:fillRef idx="0"/>
          <a:effectRef idx="0">
            <a:schemeClr val="accent6">
              <a:hueOff val="0"/>
              <a:satOff val="0"/>
              <a:lumOff val="0"/>
              <a:alphaOff val="0"/>
            </a:schemeClr>
          </a:effectRef>
          <a:fontRef idx="minor"/>
        </p:style>
      </p:sp>
      <p:sp>
        <p:nvSpPr>
          <p:cNvPr id="677" name="Rechteck 14"/>
          <p:cNvSpPr/>
          <p:nvPr/>
        </p:nvSpPr>
        <p:spPr>
          <a:xfrm>
            <a:off x="8804520" y="2316600"/>
            <a:ext cx="277560" cy="277560"/>
          </a:xfrm>
          <a:prstGeom prst="rect">
            <a:avLst/>
          </a:prstGeom>
          <a:blipFill rotWithShape="0">
            <a:blip r:embed="rId20"/>
            <a:srcRect/>
            <a:stretch/>
          </a:blipFill>
          <a:ln>
            <a:noFill/>
          </a:ln>
        </p:spPr>
        <p:style>
          <a:lnRef idx="2"/>
          <a:fillRef idx="0"/>
          <a:effectRef idx="0">
            <a:schemeClr val="accent2">
              <a:hueOff val="0"/>
              <a:satOff val="0"/>
              <a:lumOff val="0"/>
              <a:alphaOff val="0"/>
            </a:schemeClr>
          </a:effectRef>
          <a:fontRef idx="minor"/>
        </p:style>
      </p:sp>
      <p:sp>
        <p:nvSpPr>
          <p:cNvPr id="678" name="Rechteck 19"/>
          <p:cNvSpPr/>
          <p:nvPr/>
        </p:nvSpPr>
        <p:spPr>
          <a:xfrm>
            <a:off x="7601400" y="148320"/>
            <a:ext cx="277560" cy="277560"/>
          </a:xfrm>
          <a:prstGeom prst="rect">
            <a:avLst/>
          </a:prstGeom>
          <a:blipFill rotWithShape="0">
            <a:blip r:embed="rId21"/>
            <a:srcRect/>
            <a:stretch/>
          </a:blipFill>
          <a:ln>
            <a:noFill/>
          </a:ln>
        </p:spPr>
        <p:style>
          <a:lnRef idx="2"/>
          <a:fillRef idx="0"/>
          <a:effectRef idx="0">
            <a:schemeClr val="accent6">
              <a:hueOff val="0"/>
              <a:satOff val="0"/>
              <a:lumOff val="0"/>
              <a:alphaOff val="0"/>
            </a:schemeClr>
          </a:effectRef>
          <a:fontRef idx="minor"/>
        </p:style>
      </p:sp>
    </p:spTree>
  </p:cSld>
  <p:transition spd="slow">
    <p:push dir="u"/>
  </p:transition>
  <p:timing>
    <p:tnLst>
      <p:par>
        <p:cTn id="760" dur="indefinite" restart="never" nodeType="tmRoot">
          <p:childTnLst>
            <p:seq>
              <p:cTn id="761" dur="indefinite" nodeType="mainSeq">
                <p:childTnLst>
                  <p:par>
                    <p:cTn id="762" fill="hold">
                      <p:stCondLst>
                        <p:cond delay="indefinite"/>
                      </p:stCondLst>
                      <p:childTnLst>
                        <p:par>
                          <p:cTn id="763" fill="hold">
                            <p:stCondLst>
                              <p:cond delay="0"/>
                            </p:stCondLst>
                            <p:childTnLst>
                              <p:par>
                                <p:cTn id="764" nodeType="clickEffect" fill="hold" presetClass="entr" presetID="10">
                                  <p:stCondLst>
                                    <p:cond delay="0"/>
                                  </p:stCondLst>
                                  <p:childTnLst>
                                    <p:set>
                                      <p:cBhvr>
                                        <p:cTn id="765" dur="1" fill="hold">
                                          <p:stCondLst>
                                            <p:cond delay="0"/>
                                          </p:stCondLst>
                                        </p:cTn>
                                        <p:tgtEl>
                                          <p:spTgt spid="654"/>
                                        </p:tgtEl>
                                        <p:attrNameLst>
                                          <p:attrName>style.visibility</p:attrName>
                                        </p:attrNameLst>
                                      </p:cBhvr>
                                      <p:to>
                                        <p:strVal val="visible"/>
                                      </p:to>
                                    </p:set>
                                    <p:animEffect filter="fade" transition="in">
                                      <p:cBhvr additive="repl">
                                        <p:cTn id="766" dur="500"/>
                                        <p:tgtEl>
                                          <p:spTgt spid="654"/>
                                        </p:tgtEl>
                                      </p:cBhvr>
                                    </p:animEffect>
                                  </p:childTnLst>
                                </p:cTn>
                              </p:par>
                              <p:par>
                                <p:cTn id="767" nodeType="withEffect" fill="hold" presetClass="entr" presetID="10">
                                  <p:stCondLst>
                                    <p:cond delay="0"/>
                                  </p:stCondLst>
                                  <p:childTnLst>
                                    <p:set>
                                      <p:cBhvr>
                                        <p:cTn id="768" dur="1" fill="hold">
                                          <p:stCondLst>
                                            <p:cond delay="0"/>
                                          </p:stCondLst>
                                        </p:cTn>
                                        <p:tgtEl>
                                          <p:spTgt spid="659"/>
                                        </p:tgtEl>
                                        <p:attrNameLst>
                                          <p:attrName>style.visibility</p:attrName>
                                        </p:attrNameLst>
                                      </p:cBhvr>
                                      <p:to>
                                        <p:strVal val="visible"/>
                                      </p:to>
                                    </p:set>
                                    <p:animEffect filter="fade" transition="in">
                                      <p:cBhvr additive="repl">
                                        <p:cTn id="769" dur="500"/>
                                        <p:tgtEl>
                                          <p:spTgt spid="659"/>
                                        </p:tgtEl>
                                      </p:cBhvr>
                                    </p:animEffect>
                                  </p:childTnLst>
                                </p:cTn>
                              </p:par>
                              <p:par>
                                <p:cTn id="770" nodeType="withEffect" fill="hold" presetClass="entr" presetID="10">
                                  <p:stCondLst>
                                    <p:cond delay="0"/>
                                  </p:stCondLst>
                                  <p:childTnLst>
                                    <p:set>
                                      <p:cBhvr>
                                        <p:cTn id="771" dur="1" fill="hold">
                                          <p:stCondLst>
                                            <p:cond delay="0"/>
                                          </p:stCondLst>
                                        </p:cTn>
                                        <p:tgtEl>
                                          <p:spTgt spid="668"/>
                                        </p:tgtEl>
                                        <p:attrNameLst>
                                          <p:attrName>style.visibility</p:attrName>
                                        </p:attrNameLst>
                                      </p:cBhvr>
                                      <p:to>
                                        <p:strVal val="visible"/>
                                      </p:to>
                                    </p:set>
                                    <p:animEffect filter="fade" transition="in">
                                      <p:cBhvr additive="repl">
                                        <p:cTn id="772" dur="500"/>
                                        <p:tgtEl>
                                          <p:spTgt spid="668"/>
                                        </p:tgtEl>
                                      </p:cBhvr>
                                    </p:animEffect>
                                  </p:childTnLst>
                                </p:cTn>
                              </p:par>
                              <p:par>
                                <p:cTn id="773" nodeType="withEffect" fill="hold" presetClass="entr" presetID="10">
                                  <p:stCondLst>
                                    <p:cond delay="0"/>
                                  </p:stCondLst>
                                  <p:childTnLst>
                                    <p:set>
                                      <p:cBhvr>
                                        <p:cTn id="774" dur="1" fill="hold">
                                          <p:stCondLst>
                                            <p:cond delay="0"/>
                                          </p:stCondLst>
                                        </p:cTn>
                                        <p:tgtEl>
                                          <p:spTgt spid="658"/>
                                        </p:tgtEl>
                                        <p:attrNameLst>
                                          <p:attrName>style.visibility</p:attrName>
                                        </p:attrNameLst>
                                      </p:cBhvr>
                                      <p:to>
                                        <p:strVal val="visible"/>
                                      </p:to>
                                    </p:set>
                                    <p:animEffect filter="fade" transition="in">
                                      <p:cBhvr additive="repl">
                                        <p:cTn id="775" dur="500"/>
                                        <p:tgtEl>
                                          <p:spTgt spid="658"/>
                                        </p:tgtEl>
                                      </p:cBhvr>
                                    </p:animEffect>
                                  </p:childTnLst>
                                </p:cTn>
                              </p:par>
                            </p:childTnLst>
                          </p:cTn>
                        </p:par>
                      </p:childTnLst>
                    </p:cTn>
                  </p:par>
                  <p:par>
                    <p:cTn id="776" fill="hold">
                      <p:stCondLst>
                        <p:cond delay="indefinite"/>
                      </p:stCondLst>
                      <p:childTnLst>
                        <p:par>
                          <p:cTn id="777" fill="hold">
                            <p:stCondLst>
                              <p:cond delay="0"/>
                            </p:stCondLst>
                            <p:childTnLst>
                              <p:par>
                                <p:cTn id="778" nodeType="clickEffect" fill="hold" presetClass="entr" presetID="10">
                                  <p:stCondLst>
                                    <p:cond delay="0"/>
                                  </p:stCondLst>
                                  <p:childTnLst>
                                    <p:set>
                                      <p:cBhvr>
                                        <p:cTn id="779" dur="1" fill="hold">
                                          <p:stCondLst>
                                            <p:cond delay="0"/>
                                          </p:stCondLst>
                                        </p:cTn>
                                        <p:tgtEl>
                                          <p:spTgt spid="655"/>
                                        </p:tgtEl>
                                        <p:attrNameLst>
                                          <p:attrName>style.visibility</p:attrName>
                                        </p:attrNameLst>
                                      </p:cBhvr>
                                      <p:to>
                                        <p:strVal val="visible"/>
                                      </p:to>
                                    </p:set>
                                    <p:animEffect filter="fade" transition="in">
                                      <p:cBhvr additive="repl">
                                        <p:cTn id="780" dur="500"/>
                                        <p:tgtEl>
                                          <p:spTgt spid="655"/>
                                        </p:tgtEl>
                                      </p:cBhvr>
                                    </p:animEffect>
                                  </p:childTnLst>
                                </p:cTn>
                              </p:par>
                              <p:par>
                                <p:cTn id="781" nodeType="withEffect" fill="hold" presetClass="entr" presetID="10">
                                  <p:stCondLst>
                                    <p:cond delay="0"/>
                                  </p:stCondLst>
                                  <p:childTnLst>
                                    <p:set>
                                      <p:cBhvr>
                                        <p:cTn id="782" dur="1" fill="hold">
                                          <p:stCondLst>
                                            <p:cond delay="0"/>
                                          </p:stCondLst>
                                        </p:cTn>
                                        <p:tgtEl>
                                          <p:spTgt spid="656"/>
                                        </p:tgtEl>
                                        <p:attrNameLst>
                                          <p:attrName>style.visibility</p:attrName>
                                        </p:attrNameLst>
                                      </p:cBhvr>
                                      <p:to>
                                        <p:strVal val="visible"/>
                                      </p:to>
                                    </p:set>
                                    <p:animEffect filter="fade" transition="in">
                                      <p:cBhvr additive="repl">
                                        <p:cTn id="783" dur="500"/>
                                        <p:tgtEl>
                                          <p:spTgt spid="656"/>
                                        </p:tgtEl>
                                      </p:cBhvr>
                                    </p:animEffect>
                                  </p:childTnLst>
                                </p:cTn>
                              </p:par>
                            </p:childTnLst>
                          </p:cTn>
                        </p:par>
                      </p:childTnLst>
                    </p:cTn>
                  </p:par>
                  <p:par>
                    <p:cTn id="784" fill="hold">
                      <p:stCondLst>
                        <p:cond delay="indefinite"/>
                      </p:stCondLst>
                      <p:childTnLst>
                        <p:par>
                          <p:cTn id="785" fill="hold">
                            <p:stCondLst>
                              <p:cond delay="0"/>
                            </p:stCondLst>
                            <p:childTnLst>
                              <p:par>
                                <p:cTn id="786" nodeType="clickEffect" fill="hold" presetClass="entr" presetID="10">
                                  <p:stCondLst>
                                    <p:cond delay="0"/>
                                  </p:stCondLst>
                                  <p:childTnLst>
                                    <p:set>
                                      <p:cBhvr>
                                        <p:cTn id="787" dur="1" fill="hold">
                                          <p:stCondLst>
                                            <p:cond delay="0"/>
                                          </p:stCondLst>
                                        </p:cTn>
                                        <p:tgtEl>
                                          <p:spTgt spid="669"/>
                                        </p:tgtEl>
                                        <p:attrNameLst>
                                          <p:attrName>style.visibility</p:attrName>
                                        </p:attrNameLst>
                                      </p:cBhvr>
                                      <p:to>
                                        <p:strVal val="visible"/>
                                      </p:to>
                                    </p:set>
                                    <p:animEffect filter="fade" transition="in">
                                      <p:cBhvr additive="repl">
                                        <p:cTn id="788" dur="500"/>
                                        <p:tgtEl>
                                          <p:spTgt spid="669"/>
                                        </p:tgtEl>
                                      </p:cBhvr>
                                    </p:animEffect>
                                  </p:childTnLst>
                                </p:cTn>
                              </p:par>
                              <p:par>
                                <p:cTn id="789" nodeType="withEffect" fill="hold" presetClass="entr" presetID="10">
                                  <p:stCondLst>
                                    <p:cond delay="0"/>
                                  </p:stCondLst>
                                  <p:childTnLst>
                                    <p:set>
                                      <p:cBhvr>
                                        <p:cTn id="790" dur="1" fill="hold">
                                          <p:stCondLst>
                                            <p:cond delay="0"/>
                                          </p:stCondLst>
                                        </p:cTn>
                                        <p:tgtEl>
                                          <p:spTgt spid="662"/>
                                        </p:tgtEl>
                                        <p:attrNameLst>
                                          <p:attrName>style.visibility</p:attrName>
                                        </p:attrNameLst>
                                      </p:cBhvr>
                                      <p:to>
                                        <p:strVal val="visible"/>
                                      </p:to>
                                    </p:set>
                                    <p:animEffect filter="fade" transition="in">
                                      <p:cBhvr additive="repl">
                                        <p:cTn id="791" dur="500"/>
                                        <p:tgtEl>
                                          <p:spTgt spid="662"/>
                                        </p:tgtEl>
                                      </p:cBhvr>
                                    </p:animEffect>
                                  </p:childTnLst>
                                </p:cTn>
                              </p:par>
                            </p:childTnLst>
                          </p:cTn>
                        </p:par>
                        <p:par>
                          <p:cTn id="792" fill="hold">
                            <p:stCondLst>
                              <p:cond delay="500"/>
                            </p:stCondLst>
                            <p:childTnLst>
                              <p:par>
                                <p:cTn id="793" nodeType="afterEffect" fill="hold" presetClass="entr" presetID="10">
                                  <p:stCondLst>
                                    <p:cond delay="0"/>
                                  </p:stCondLst>
                                  <p:childTnLst>
                                    <p:set>
                                      <p:cBhvr>
                                        <p:cTn id="794" dur="1" fill="hold">
                                          <p:stCondLst>
                                            <p:cond delay="0"/>
                                          </p:stCondLst>
                                        </p:cTn>
                                        <p:tgtEl>
                                          <p:spTgt spid="670"/>
                                        </p:tgtEl>
                                        <p:attrNameLst>
                                          <p:attrName>style.visibility</p:attrName>
                                        </p:attrNameLst>
                                      </p:cBhvr>
                                      <p:to>
                                        <p:strVal val="visible"/>
                                      </p:to>
                                    </p:set>
                                    <p:animEffect filter="fade" transition="in">
                                      <p:cBhvr additive="repl">
                                        <p:cTn id="795" dur="500"/>
                                        <p:tgtEl>
                                          <p:spTgt spid="670"/>
                                        </p:tgtEl>
                                      </p:cBhvr>
                                    </p:animEffect>
                                  </p:childTnLst>
                                </p:cTn>
                              </p:par>
                              <p:par>
                                <p:cTn id="796" nodeType="withEffect" fill="hold" presetClass="entr" presetID="10">
                                  <p:stCondLst>
                                    <p:cond delay="0"/>
                                  </p:stCondLst>
                                  <p:childTnLst>
                                    <p:set>
                                      <p:cBhvr>
                                        <p:cTn id="797" dur="1" fill="hold">
                                          <p:stCondLst>
                                            <p:cond delay="0"/>
                                          </p:stCondLst>
                                        </p:cTn>
                                        <p:tgtEl>
                                          <p:spTgt spid="665"/>
                                        </p:tgtEl>
                                        <p:attrNameLst>
                                          <p:attrName>style.visibility</p:attrName>
                                        </p:attrNameLst>
                                      </p:cBhvr>
                                      <p:to>
                                        <p:strVal val="visible"/>
                                      </p:to>
                                    </p:set>
                                    <p:animEffect filter="fade" transition="in">
                                      <p:cBhvr additive="repl">
                                        <p:cTn id="798" dur="500"/>
                                        <p:tgtEl>
                                          <p:spTgt spid="665"/>
                                        </p:tgtEl>
                                      </p:cBhvr>
                                    </p:animEffect>
                                  </p:childTnLst>
                                </p:cTn>
                              </p:par>
                            </p:childTnLst>
                          </p:cTn>
                        </p:par>
                      </p:childTnLst>
                    </p:cTn>
                  </p:par>
                  <p:par>
                    <p:cTn id="799" fill="hold">
                      <p:stCondLst>
                        <p:cond delay="indefinite"/>
                      </p:stCondLst>
                      <p:childTnLst>
                        <p:par>
                          <p:cTn id="800" fill="hold">
                            <p:stCondLst>
                              <p:cond delay="0"/>
                            </p:stCondLst>
                            <p:childTnLst>
                              <p:par>
                                <p:cTn id="801" nodeType="clickEffect" fill="hold" presetClass="exit" presetID="10">
                                  <p:stCondLst>
                                    <p:cond delay="0"/>
                                  </p:stCondLst>
                                  <p:childTnLst>
                                    <p:animEffect filter="fade" transition="out">
                                      <p:cBhvr additive="repl">
                                        <p:cTn id="802" dur="500"/>
                                        <p:tgtEl>
                                          <p:spTgt spid="656"/>
                                        </p:tgtEl>
                                      </p:cBhvr>
                                    </p:animEffect>
                                    <p:set>
                                      <p:cBhvr>
                                        <p:cTn id="803" dur="1" fill="hold">
                                          <p:stCondLst>
                                            <p:cond delay="499"/>
                                          </p:stCondLst>
                                        </p:cTn>
                                        <p:tgtEl>
                                          <p:spTgt spid="656"/>
                                        </p:tgtEl>
                                        <p:attrNameLst>
                                          <p:attrName>style.visibility</p:attrName>
                                        </p:attrNameLst>
                                      </p:cBhvr>
                                      <p:to>
                                        <p:strVal val="hidden"/>
                                      </p:to>
                                    </p:set>
                                  </p:childTnLst>
                                </p:cTn>
                              </p:par>
                            </p:childTnLst>
                          </p:cTn>
                        </p:par>
                        <p:par>
                          <p:cTn id="804" fill="hold">
                            <p:stCondLst>
                              <p:cond delay="500"/>
                            </p:stCondLst>
                            <p:childTnLst>
                              <p:par>
                                <p:cTn id="805" nodeType="afterEffect" fill="hold" presetClass="entr" presetID="10">
                                  <p:stCondLst>
                                    <p:cond delay="0"/>
                                  </p:stCondLst>
                                  <p:childTnLst>
                                    <p:set>
                                      <p:cBhvr>
                                        <p:cTn id="806" dur="1" fill="hold">
                                          <p:stCondLst>
                                            <p:cond delay="0"/>
                                          </p:stCondLst>
                                        </p:cTn>
                                        <p:tgtEl>
                                          <p:spTgt spid="657"/>
                                        </p:tgtEl>
                                        <p:attrNameLst>
                                          <p:attrName>style.visibility</p:attrName>
                                        </p:attrNameLst>
                                      </p:cBhvr>
                                      <p:to>
                                        <p:strVal val="visible"/>
                                      </p:to>
                                    </p:set>
                                    <p:animEffect filter="fade" transition="in">
                                      <p:cBhvr additive="repl">
                                        <p:cTn id="807" dur="500"/>
                                        <p:tgtEl>
                                          <p:spTgt spid="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Explanation Strategy</a:t>
            </a:r>
            <a:endParaRPr b="0" lang="en-US" sz="2000" spc="-1" strike="noStrike">
              <a:solidFill>
                <a:srgbClr val="000000"/>
              </a:solidFill>
              <a:latin typeface="Calibri"/>
            </a:endParaRPr>
          </a:p>
        </p:txBody>
      </p:sp>
      <p:sp>
        <p:nvSpPr>
          <p:cNvPr id="680" name="PlaceHolder 2"/>
          <p:cNvSpPr>
            <a:spLocks noGrp="1"/>
          </p:cNvSpPr>
          <p:nvPr>
            <p:ph/>
          </p:nvPr>
        </p:nvSpPr>
        <p:spPr>
          <a:xfrm rot="10800000">
            <a:off x="8754840" y="2818800"/>
            <a:ext cx="146160" cy="198504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681" name="PlaceHolder 3"/>
          <p:cNvSpPr>
            <a:spLocks noGrp="1"/>
          </p:cNvSpPr>
          <p:nvPr>
            <p:ph type="dt" idx="70"/>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682" name="PlaceHolder 4"/>
          <p:cNvSpPr>
            <a:spLocks noGrp="1"/>
          </p:cNvSpPr>
          <p:nvPr>
            <p:ph type="ftr" idx="71"/>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683" name="PlaceHolder 5"/>
          <p:cNvSpPr>
            <a:spLocks noGrp="1"/>
          </p:cNvSpPr>
          <p:nvPr>
            <p:ph type="sldNum" idx="72"/>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Calibri"/>
              </a:defRPr>
            </a:lvl1pPr>
          </a:lstStyle>
          <a:p>
            <a:pPr algn="r">
              <a:lnSpc>
                <a:spcPct val="100000"/>
              </a:lnSpc>
              <a:buNone/>
            </a:pPr>
            <a:r>
              <a:rPr b="0" lang="de-DE" sz="900" spc="-1" strike="noStrike">
                <a:solidFill>
                  <a:srgbClr val="ffffff"/>
                </a:solidFill>
                <a:latin typeface="Calibri"/>
              </a:rPr>
              <a:t> </a:t>
            </a:r>
            <a:fld id="{09E85AEA-A5CD-4025-9CF4-EB7211B32E60}" type="slidenum">
              <a:rPr b="0" lang="de-DE" sz="900" spc="-1" strike="noStrike">
                <a:solidFill>
                  <a:srgbClr val="ffffff"/>
                </a:solidFill>
                <a:latin typeface="Calibri"/>
              </a:rPr>
              <a:t>17</a:t>
            </a:fld>
            <a:endParaRPr b="0" lang="en-US" sz="900" spc="-1" strike="noStrike">
              <a:latin typeface="Times New Roman"/>
            </a:endParaRPr>
          </a:p>
        </p:txBody>
      </p:sp>
      <p:sp>
        <p:nvSpPr>
          <p:cNvPr id="684" name="Rechteck 11"/>
          <p:cNvSpPr/>
          <p:nvPr/>
        </p:nvSpPr>
        <p:spPr>
          <a:xfrm>
            <a:off x="415440" y="985320"/>
            <a:ext cx="1848240" cy="531360"/>
          </a:xfrm>
          <a:prstGeom prst="rect">
            <a:avLst/>
          </a:prstGeom>
          <a:solidFill>
            <a:srgbClr val="5b9bd5"/>
          </a:solidFill>
          <a:ln>
            <a:noFill/>
          </a:ln>
          <a:effectLst>
            <a:softEdge rad="12600"/>
          </a:effectLst>
        </p:spPr>
        <p:style>
          <a:lnRef idx="2">
            <a:schemeClr val="accent5">
              <a:shade val="15000"/>
            </a:schemeClr>
          </a:lnRef>
          <a:fillRef idx="1">
            <a:schemeClr val="accent5"/>
          </a:fillRef>
          <a:effectRef idx="0">
            <a:schemeClr val="accent5"/>
          </a:effectRef>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Request Explanation</a:t>
            </a:r>
            <a:endParaRPr b="0" lang="en-US" sz="1600" spc="-1" strike="noStrike">
              <a:latin typeface="Arial"/>
            </a:endParaRPr>
          </a:p>
        </p:txBody>
      </p:sp>
      <p:sp>
        <p:nvSpPr>
          <p:cNvPr id="685" name="Rechteck 12"/>
          <p:cNvSpPr/>
          <p:nvPr/>
        </p:nvSpPr>
        <p:spPr>
          <a:xfrm>
            <a:off x="3153960" y="983520"/>
            <a:ext cx="1848240" cy="527040"/>
          </a:xfrm>
          <a:prstGeom prst="rect">
            <a:avLst/>
          </a:prstGeom>
          <a:solidFill>
            <a:srgbClr val="5b9bd5"/>
          </a:solidFill>
          <a:ln>
            <a:noFill/>
          </a:ln>
          <a:effectLst>
            <a:softEdge rad="12600"/>
          </a:effectLst>
        </p:spPr>
        <p:style>
          <a:lnRef idx="2">
            <a:schemeClr val="accent5">
              <a:shade val="15000"/>
            </a:schemeClr>
          </a:lnRef>
          <a:fillRef idx="1">
            <a:schemeClr val="accent5"/>
          </a:fillRef>
          <a:effectRef idx="0">
            <a:schemeClr val="accent5"/>
          </a:effectRef>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Request Important Feature</a:t>
            </a:r>
            <a:endParaRPr b="0" lang="en-US" sz="1600" spc="-1" strike="noStrike">
              <a:latin typeface="Arial"/>
            </a:endParaRPr>
          </a:p>
        </p:txBody>
      </p:sp>
      <p:sp>
        <p:nvSpPr>
          <p:cNvPr id="686" name="Rechteck 13"/>
          <p:cNvSpPr/>
          <p:nvPr/>
        </p:nvSpPr>
        <p:spPr>
          <a:xfrm>
            <a:off x="5877000" y="1023840"/>
            <a:ext cx="1848240" cy="533880"/>
          </a:xfrm>
          <a:prstGeom prst="rect">
            <a:avLst/>
          </a:prstGeom>
          <a:solidFill>
            <a:srgbClr val="5b9bd5"/>
          </a:solidFill>
          <a:ln>
            <a:noFill/>
          </a:ln>
          <a:effectLst>
            <a:softEdge rad="12600"/>
          </a:effectLst>
        </p:spPr>
        <p:style>
          <a:lnRef idx="2">
            <a:schemeClr val="accent5">
              <a:shade val="15000"/>
            </a:schemeClr>
          </a:lnRef>
          <a:fillRef idx="1">
            <a:schemeClr val="accent5"/>
          </a:fillRef>
          <a:effectRef idx="0">
            <a:schemeClr val="accent5"/>
          </a:effectRef>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Request </a:t>
            </a:r>
            <a:br>
              <a:rPr sz="1600"/>
            </a:br>
            <a:r>
              <a:rPr b="0" lang="de-DE" sz="1600" spc="-1" strike="noStrike">
                <a:solidFill>
                  <a:srgbClr val="ffffff"/>
                </a:solidFill>
                <a:latin typeface="Arial"/>
              </a:rPr>
              <a:t>What If</a:t>
            </a:r>
            <a:endParaRPr b="0" lang="en-US" sz="1600" spc="-1" strike="noStrike">
              <a:latin typeface="Arial"/>
            </a:endParaRPr>
          </a:p>
        </p:txBody>
      </p:sp>
      <p:sp>
        <p:nvSpPr>
          <p:cNvPr id="687" name="Rechteck 15"/>
          <p:cNvSpPr/>
          <p:nvPr/>
        </p:nvSpPr>
        <p:spPr>
          <a:xfrm>
            <a:off x="3155400" y="1864800"/>
            <a:ext cx="1848240" cy="533880"/>
          </a:xfrm>
          <a:prstGeom prst="rect">
            <a:avLst/>
          </a:prstGeom>
          <a:solidFill>
            <a:srgbClr val="ed7d31"/>
          </a:solidFill>
          <a:ln>
            <a:noFill/>
          </a:ln>
          <a:effectLst>
            <a:softEdge rad="12600"/>
          </a:effectLst>
        </p:spPr>
        <p:style>
          <a:lnRef idx="2">
            <a:schemeClr val="accent2">
              <a:shade val="15000"/>
            </a:schemeClr>
          </a:lnRef>
          <a:fillRef idx="1">
            <a:schemeClr val="accent2"/>
          </a:fillRef>
          <a:effectRef idx="0">
            <a:schemeClr val="accent2"/>
          </a:effectRef>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Get Feature Importance</a:t>
            </a:r>
            <a:endParaRPr b="0" lang="en-US" sz="1600" spc="-1" strike="noStrike">
              <a:latin typeface="Arial"/>
            </a:endParaRPr>
          </a:p>
        </p:txBody>
      </p:sp>
      <p:sp>
        <p:nvSpPr>
          <p:cNvPr id="688" name="Rechteck 16"/>
          <p:cNvSpPr/>
          <p:nvPr/>
        </p:nvSpPr>
        <p:spPr>
          <a:xfrm>
            <a:off x="3155400" y="2715120"/>
            <a:ext cx="1848240" cy="537840"/>
          </a:xfrm>
          <a:prstGeom prst="rect">
            <a:avLst/>
          </a:prstGeom>
          <a:solidFill>
            <a:schemeClr val="accent3"/>
          </a:solidFill>
          <a:ln w="0">
            <a:noFill/>
          </a:ln>
        </p:spPr>
        <p:style>
          <a:lnRef idx="0"/>
          <a:fillRef idx="0"/>
          <a:effectRef idx="0"/>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Get Domain Knowledge</a:t>
            </a:r>
            <a:endParaRPr b="0" lang="en-US" sz="1600" spc="-1" strike="noStrike">
              <a:latin typeface="Arial"/>
            </a:endParaRPr>
          </a:p>
        </p:txBody>
      </p:sp>
      <p:sp>
        <p:nvSpPr>
          <p:cNvPr id="689" name="Rechteck 17"/>
          <p:cNvSpPr/>
          <p:nvPr/>
        </p:nvSpPr>
        <p:spPr>
          <a:xfrm>
            <a:off x="415440" y="3561480"/>
            <a:ext cx="1848240" cy="527040"/>
          </a:xfrm>
          <a:prstGeom prst="rect">
            <a:avLst/>
          </a:prstGeom>
          <a:solidFill>
            <a:srgbClr val="ed7d31"/>
          </a:solidFill>
          <a:ln>
            <a:noFill/>
          </a:ln>
          <a:effectLst>
            <a:softEdge rad="12600"/>
          </a:effectLst>
        </p:spPr>
        <p:style>
          <a:lnRef idx="2">
            <a:schemeClr val="accent2">
              <a:shade val="15000"/>
            </a:schemeClr>
          </a:lnRef>
          <a:fillRef idx="1">
            <a:schemeClr val="accent2"/>
          </a:fillRef>
          <a:effectRef idx="0">
            <a:schemeClr val="accent2"/>
          </a:effectRef>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No Explanation Found</a:t>
            </a:r>
            <a:endParaRPr b="0" lang="en-US" sz="1600" spc="-1" strike="noStrike">
              <a:latin typeface="Arial"/>
            </a:endParaRPr>
          </a:p>
        </p:txBody>
      </p:sp>
      <p:sp>
        <p:nvSpPr>
          <p:cNvPr id="690" name="Rechteck 18"/>
          <p:cNvSpPr/>
          <p:nvPr/>
        </p:nvSpPr>
        <p:spPr>
          <a:xfrm>
            <a:off x="5885280" y="1868040"/>
            <a:ext cx="1848240" cy="530640"/>
          </a:xfrm>
          <a:prstGeom prst="rect">
            <a:avLst/>
          </a:prstGeom>
          <a:solidFill>
            <a:srgbClr val="ed7d31"/>
          </a:solidFill>
          <a:ln>
            <a:noFill/>
          </a:ln>
          <a:effectLst>
            <a:softEdge rad="12600"/>
          </a:effectLst>
        </p:spPr>
        <p:style>
          <a:lnRef idx="2">
            <a:schemeClr val="accent2">
              <a:shade val="15000"/>
            </a:schemeClr>
          </a:lnRef>
          <a:fillRef idx="1">
            <a:schemeClr val="accent2"/>
          </a:fillRef>
          <a:effectRef idx="0">
            <a:schemeClr val="accent2"/>
          </a:effectRef>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Clarify Argument Topic</a:t>
            </a:r>
            <a:endParaRPr b="0" lang="en-US" sz="1600" spc="-1" strike="noStrike">
              <a:latin typeface="Arial"/>
            </a:endParaRPr>
          </a:p>
        </p:txBody>
      </p:sp>
      <p:sp>
        <p:nvSpPr>
          <p:cNvPr id="691" name="Rechteck 19"/>
          <p:cNvSpPr/>
          <p:nvPr/>
        </p:nvSpPr>
        <p:spPr>
          <a:xfrm>
            <a:off x="3155400" y="4372200"/>
            <a:ext cx="1848240" cy="540720"/>
          </a:xfrm>
          <a:prstGeom prst="rect">
            <a:avLst/>
          </a:prstGeom>
          <a:solidFill>
            <a:srgbClr val="5b9bd5"/>
          </a:solidFill>
          <a:ln>
            <a:noFill/>
          </a:ln>
          <a:effectLst>
            <a:softEdge rad="12600"/>
          </a:effectLst>
        </p:spPr>
        <p:style>
          <a:lnRef idx="2">
            <a:schemeClr val="accent5">
              <a:shade val="15000"/>
            </a:schemeClr>
          </a:lnRef>
          <a:fillRef idx="1">
            <a:schemeClr val="accent5"/>
          </a:fillRef>
          <a:effectRef idx="0">
            <a:schemeClr val="accent5"/>
          </a:effectRef>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Confirm</a:t>
            </a:r>
            <a:endParaRPr b="0" lang="en-US" sz="1600" spc="-1" strike="noStrike">
              <a:latin typeface="Arial"/>
            </a:endParaRPr>
          </a:p>
        </p:txBody>
      </p:sp>
      <p:sp>
        <p:nvSpPr>
          <p:cNvPr id="692" name="Rechteck 20"/>
          <p:cNvSpPr/>
          <p:nvPr/>
        </p:nvSpPr>
        <p:spPr>
          <a:xfrm>
            <a:off x="5894640" y="3556080"/>
            <a:ext cx="1848240" cy="527040"/>
          </a:xfrm>
          <a:prstGeom prst="rect">
            <a:avLst/>
          </a:prstGeom>
          <a:solidFill>
            <a:srgbClr val="ed7d31"/>
          </a:solidFill>
          <a:ln>
            <a:noFill/>
          </a:ln>
          <a:effectLst>
            <a:softEdge rad="12600"/>
          </a:effectLst>
        </p:spPr>
        <p:style>
          <a:lnRef idx="2">
            <a:schemeClr val="accent2">
              <a:shade val="15000"/>
            </a:schemeClr>
          </a:lnRef>
          <a:fillRef idx="1">
            <a:schemeClr val="accent2"/>
          </a:fillRef>
          <a:effectRef idx="0">
            <a:schemeClr val="accent2"/>
          </a:effectRef>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Provide Support Argument</a:t>
            </a:r>
            <a:endParaRPr b="0" lang="en-US" sz="1600" spc="-1" strike="noStrike">
              <a:latin typeface="Arial"/>
            </a:endParaRPr>
          </a:p>
        </p:txBody>
      </p:sp>
      <p:sp>
        <p:nvSpPr>
          <p:cNvPr id="693" name="Rechteck 21"/>
          <p:cNvSpPr/>
          <p:nvPr/>
        </p:nvSpPr>
        <p:spPr>
          <a:xfrm>
            <a:off x="5885280" y="2717280"/>
            <a:ext cx="1848240" cy="535680"/>
          </a:xfrm>
          <a:prstGeom prst="rect">
            <a:avLst/>
          </a:prstGeom>
          <a:solidFill>
            <a:srgbClr val="ed7d31"/>
          </a:solidFill>
          <a:ln>
            <a:noFill/>
          </a:ln>
          <a:effectLst>
            <a:softEdge rad="12600"/>
          </a:effectLst>
        </p:spPr>
        <p:style>
          <a:lnRef idx="2">
            <a:schemeClr val="accent2">
              <a:shade val="15000"/>
            </a:schemeClr>
          </a:lnRef>
          <a:fillRef idx="1">
            <a:schemeClr val="accent2"/>
          </a:fillRef>
          <a:effectRef idx="0">
            <a:schemeClr val="accent2"/>
          </a:effectRef>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Provide Claim</a:t>
            </a:r>
            <a:endParaRPr b="0" lang="en-US" sz="1600" spc="-1" strike="noStrike">
              <a:latin typeface="Arial"/>
            </a:endParaRPr>
          </a:p>
        </p:txBody>
      </p:sp>
      <p:sp>
        <p:nvSpPr>
          <p:cNvPr id="694" name="Rechteck 22"/>
          <p:cNvSpPr/>
          <p:nvPr/>
        </p:nvSpPr>
        <p:spPr>
          <a:xfrm>
            <a:off x="415440" y="4376160"/>
            <a:ext cx="1848240" cy="540720"/>
          </a:xfrm>
          <a:prstGeom prst="rect">
            <a:avLst/>
          </a:prstGeom>
          <a:solidFill>
            <a:srgbClr val="ed7d31"/>
          </a:solidFill>
          <a:ln>
            <a:noFill/>
          </a:ln>
          <a:effectLst>
            <a:softEdge rad="12600"/>
          </a:effectLst>
        </p:spPr>
        <p:style>
          <a:lnRef idx="2">
            <a:schemeClr val="accent2">
              <a:shade val="15000"/>
            </a:schemeClr>
          </a:lnRef>
          <a:fillRef idx="1">
            <a:schemeClr val="accent2"/>
          </a:fillRef>
          <a:effectRef idx="0">
            <a:schemeClr val="accent2"/>
          </a:effectRef>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Offer CF</a:t>
            </a:r>
            <a:endParaRPr b="0" lang="en-US" sz="1600" spc="-1" strike="noStrike">
              <a:latin typeface="Arial"/>
            </a:endParaRPr>
          </a:p>
          <a:p>
            <a:pPr algn="ctr">
              <a:lnSpc>
                <a:spcPct val="100000"/>
              </a:lnSpc>
              <a:buNone/>
            </a:pPr>
            <a:r>
              <a:rPr b="0" lang="de-DE" sz="1600" spc="-1" strike="noStrike">
                <a:solidFill>
                  <a:srgbClr val="ffffff"/>
                </a:solidFill>
                <a:latin typeface="Arial"/>
              </a:rPr>
              <a:t>Explanation</a:t>
            </a:r>
            <a:endParaRPr b="0" lang="en-US" sz="1600" spc="-1" strike="noStrike">
              <a:latin typeface="Arial"/>
            </a:endParaRPr>
          </a:p>
        </p:txBody>
      </p:sp>
      <p:sp>
        <p:nvSpPr>
          <p:cNvPr id="695" name="Rechteck 23"/>
          <p:cNvSpPr/>
          <p:nvPr/>
        </p:nvSpPr>
        <p:spPr>
          <a:xfrm>
            <a:off x="5885280" y="4371840"/>
            <a:ext cx="1848240" cy="540720"/>
          </a:xfrm>
          <a:prstGeom prst="rect">
            <a:avLst/>
          </a:prstGeom>
          <a:solidFill>
            <a:srgbClr val="ed7d31"/>
          </a:solidFill>
          <a:ln>
            <a:noFill/>
          </a:ln>
          <a:effectLst>
            <a:softEdge rad="12600"/>
          </a:effectLst>
        </p:spPr>
        <p:style>
          <a:lnRef idx="2">
            <a:schemeClr val="accent2">
              <a:shade val="15000"/>
            </a:schemeClr>
          </a:lnRef>
          <a:fillRef idx="1">
            <a:schemeClr val="accent2"/>
          </a:fillRef>
          <a:effectRef idx="0">
            <a:schemeClr val="accent2"/>
          </a:effectRef>
          <a:fontRef idx="minor"/>
        </p:style>
        <p:txBody>
          <a:bodyPr lIns="90000" rIns="90000" tIns="45000" bIns="45000" anchor="ctr">
            <a:noAutofit/>
          </a:bodyPr>
          <a:p>
            <a:pPr algn="ctr">
              <a:lnSpc>
                <a:spcPct val="100000"/>
              </a:lnSpc>
              <a:buNone/>
            </a:pPr>
            <a:r>
              <a:rPr b="0" lang="de-DE" sz="1600" spc="-1" strike="noStrike">
                <a:solidFill>
                  <a:srgbClr val="ffffff"/>
                </a:solidFill>
                <a:latin typeface="Arial"/>
              </a:rPr>
              <a:t>Provide Counterfactuals</a:t>
            </a:r>
            <a:endParaRPr b="0" lang="en-US" sz="1600" spc="-1" strike="noStrike">
              <a:latin typeface="Arial"/>
            </a:endParaRPr>
          </a:p>
        </p:txBody>
      </p:sp>
      <p:sp>
        <p:nvSpPr>
          <p:cNvPr id="696" name="Gerade Verbindung mit Pfeil 25"/>
          <p:cNvSpPr/>
          <p:nvPr/>
        </p:nvSpPr>
        <p:spPr>
          <a:xfrm flipH="1">
            <a:off x="1338840" y="1517040"/>
            <a:ext cx="360" cy="2044080"/>
          </a:xfrm>
          <a:custGeom>
            <a:avLst/>
            <a:gdLst/>
            <a:ahLst/>
            <a:rect l="l" t="t" r="r" b="b"/>
            <a:pathLst>
              <a:path w="21600" h="21600">
                <a:moveTo>
                  <a:pt x="0" y="0"/>
                </a:moveTo>
                <a:lnTo>
                  <a:pt x="21600" y="21600"/>
                </a:lnTo>
              </a:path>
            </a:pathLst>
          </a:custGeom>
          <a:noFill/>
          <a:ln w="19050">
            <a:solidFill>
              <a:srgbClr val="ed7d31"/>
            </a:solidFill>
            <a:round/>
            <a:tailEnd len="med" type="arrow" w="med"/>
          </a:ln>
        </p:spPr>
        <p:style>
          <a:lnRef idx="0"/>
          <a:fillRef idx="0"/>
          <a:effectRef idx="0"/>
          <a:fontRef idx="minor"/>
        </p:style>
      </p:sp>
      <p:sp>
        <p:nvSpPr>
          <p:cNvPr id="697" name="Verbinder: gewinkelt 30"/>
          <p:cNvSpPr/>
          <p:nvPr/>
        </p:nvSpPr>
        <p:spPr>
          <a:xfrm flipH="1" rot="16200000">
            <a:off x="1939680" y="916560"/>
            <a:ext cx="614520" cy="1815480"/>
          </a:xfrm>
          <a:prstGeom prst="bentConnector2">
            <a:avLst/>
          </a:prstGeom>
          <a:noFill/>
          <a:ln w="19050">
            <a:solidFill>
              <a:srgbClr val="ed7d31"/>
            </a:solidFill>
            <a:round/>
            <a:tailEnd len="med" type="arrow" w="med"/>
          </a:ln>
        </p:spPr>
        <p:style>
          <a:lnRef idx="0"/>
          <a:fillRef idx="0"/>
          <a:effectRef idx="0"/>
          <a:fontRef idx="minor"/>
        </p:style>
      </p:sp>
      <p:sp>
        <p:nvSpPr>
          <p:cNvPr id="698" name="Verbinder: gewinkelt 34"/>
          <p:cNvSpPr/>
          <p:nvPr/>
        </p:nvSpPr>
        <p:spPr>
          <a:xfrm flipH="1" rot="16200000">
            <a:off x="1513440" y="1342800"/>
            <a:ext cx="1467000" cy="1815480"/>
          </a:xfrm>
          <a:prstGeom prst="bentConnector2">
            <a:avLst/>
          </a:prstGeom>
          <a:noFill/>
          <a:ln w="19050">
            <a:solidFill>
              <a:srgbClr val="ed7d31"/>
            </a:solidFill>
            <a:round/>
            <a:tailEnd len="med" type="arrow" w="med"/>
          </a:ln>
        </p:spPr>
        <p:style>
          <a:lnRef idx="0"/>
          <a:fillRef idx="0"/>
          <a:effectRef idx="0"/>
          <a:fontRef idx="minor"/>
        </p:style>
      </p:sp>
      <p:sp>
        <p:nvSpPr>
          <p:cNvPr id="699" name="Verbinder: gewinkelt 35"/>
          <p:cNvSpPr/>
          <p:nvPr/>
        </p:nvSpPr>
        <p:spPr>
          <a:xfrm rot="5400000">
            <a:off x="2886120" y="2631240"/>
            <a:ext cx="571680" cy="1815480"/>
          </a:xfrm>
          <a:prstGeom prst="bentConnector2">
            <a:avLst/>
          </a:prstGeom>
          <a:noFill/>
          <a:ln w="19050">
            <a:solidFill>
              <a:srgbClr val="ed7d31"/>
            </a:solidFill>
            <a:round/>
            <a:tailEnd len="med" type="arrow" w="med"/>
          </a:ln>
        </p:spPr>
        <p:style>
          <a:lnRef idx="0"/>
          <a:fillRef idx="0"/>
          <a:effectRef idx="0"/>
          <a:fontRef idx="minor"/>
        </p:style>
      </p:sp>
      <p:sp>
        <p:nvSpPr>
          <p:cNvPr id="700" name="Verbinder: gewinkelt 38"/>
          <p:cNvSpPr/>
          <p:nvPr/>
        </p:nvSpPr>
        <p:spPr>
          <a:xfrm>
            <a:off x="5004000" y="2984400"/>
            <a:ext cx="880920" cy="720"/>
          </a:xfrm>
          <a:prstGeom prst="bentConnector3">
            <a:avLst>
              <a:gd name="adj1" fmla="val 50000"/>
            </a:avLst>
          </a:prstGeom>
          <a:noFill/>
          <a:ln w="19050">
            <a:solidFill>
              <a:srgbClr val="ed7d31"/>
            </a:solidFill>
            <a:round/>
            <a:tailEnd len="med" type="arrow" w="med"/>
          </a:ln>
        </p:spPr>
        <p:style>
          <a:lnRef idx="0"/>
          <a:fillRef idx="0"/>
          <a:effectRef idx="0"/>
          <a:fontRef idx="minor"/>
        </p:style>
      </p:sp>
      <p:sp>
        <p:nvSpPr>
          <p:cNvPr id="701" name="Verbinder: gewinkelt 41"/>
          <p:cNvSpPr/>
          <p:nvPr/>
        </p:nvSpPr>
        <p:spPr>
          <a:xfrm flipV="1">
            <a:off x="5004000" y="2133720"/>
            <a:ext cx="880920" cy="850320"/>
          </a:xfrm>
          <a:prstGeom prst="bentConnector3">
            <a:avLst>
              <a:gd name="adj1" fmla="val 50000"/>
            </a:avLst>
          </a:prstGeom>
          <a:noFill/>
          <a:ln w="19050">
            <a:solidFill>
              <a:srgbClr val="ed7d31"/>
            </a:solidFill>
            <a:round/>
            <a:tailEnd len="med" type="arrow" w="med"/>
          </a:ln>
        </p:spPr>
        <p:style>
          <a:lnRef idx="0"/>
          <a:fillRef idx="0"/>
          <a:effectRef idx="0"/>
          <a:fontRef idx="minor"/>
        </p:style>
      </p:sp>
      <p:sp>
        <p:nvSpPr>
          <p:cNvPr id="702" name="Verbinder: gewinkelt 44"/>
          <p:cNvSpPr/>
          <p:nvPr/>
        </p:nvSpPr>
        <p:spPr>
          <a:xfrm>
            <a:off x="5004000" y="2984400"/>
            <a:ext cx="890280" cy="835200"/>
          </a:xfrm>
          <a:prstGeom prst="bentConnector3">
            <a:avLst>
              <a:gd name="adj1" fmla="val 49465"/>
            </a:avLst>
          </a:prstGeom>
          <a:noFill/>
          <a:ln w="19050">
            <a:solidFill>
              <a:srgbClr val="ed7d31"/>
            </a:solidFill>
            <a:round/>
            <a:tailEnd len="med" type="arrow" w="med"/>
          </a:ln>
        </p:spPr>
        <p:style>
          <a:lnRef idx="0"/>
          <a:fillRef idx="0"/>
          <a:effectRef idx="0"/>
          <a:fontRef idx="minor"/>
        </p:style>
      </p:sp>
      <p:sp>
        <p:nvSpPr>
          <p:cNvPr id="703" name="Verbinder: gewinkelt 51"/>
          <p:cNvSpPr/>
          <p:nvPr/>
        </p:nvSpPr>
        <p:spPr>
          <a:xfrm flipH="1" rot="16200000">
            <a:off x="5756760" y="2633760"/>
            <a:ext cx="3083760" cy="932400"/>
          </a:xfrm>
          <a:prstGeom prst="bentConnector4">
            <a:avLst>
              <a:gd name="adj1" fmla="val 4025"/>
              <a:gd name="adj2" fmla="val 135744"/>
            </a:avLst>
          </a:prstGeom>
          <a:noFill/>
          <a:ln w="19050">
            <a:solidFill>
              <a:srgbClr val="ed7d31"/>
            </a:solidFill>
            <a:round/>
            <a:tailEnd len="med" type="arrow" w="med"/>
          </a:ln>
        </p:spPr>
        <p:style>
          <a:lnRef idx="0"/>
          <a:fillRef idx="0"/>
          <a:effectRef idx="0"/>
          <a:fontRef idx="minor"/>
        </p:style>
      </p:sp>
      <p:sp>
        <p:nvSpPr>
          <p:cNvPr id="704" name="Gerade Verbindung mit Pfeil 55"/>
          <p:cNvSpPr/>
          <p:nvPr/>
        </p:nvSpPr>
        <p:spPr>
          <a:xfrm>
            <a:off x="1339560" y="4088880"/>
            <a:ext cx="360" cy="286560"/>
          </a:xfrm>
          <a:custGeom>
            <a:avLst/>
            <a:gdLst/>
            <a:ahLst/>
            <a:rect l="l" t="t" r="r" b="b"/>
            <a:pathLst>
              <a:path w="21600" h="21600">
                <a:moveTo>
                  <a:pt x="0" y="0"/>
                </a:moveTo>
                <a:lnTo>
                  <a:pt x="21600" y="21600"/>
                </a:lnTo>
              </a:path>
            </a:pathLst>
          </a:custGeom>
          <a:noFill/>
          <a:ln w="19050">
            <a:solidFill>
              <a:srgbClr val="ed7d31"/>
            </a:solidFill>
            <a:round/>
            <a:tailEnd len="med" type="arrow" w="med"/>
          </a:ln>
        </p:spPr>
        <p:style>
          <a:lnRef idx="0"/>
          <a:fillRef idx="0"/>
          <a:effectRef idx="0"/>
          <a:fontRef idx="minor"/>
        </p:style>
      </p:sp>
      <p:sp>
        <p:nvSpPr>
          <p:cNvPr id="705" name="Gerade Verbindung mit Pfeil 58"/>
          <p:cNvSpPr/>
          <p:nvPr/>
        </p:nvSpPr>
        <p:spPr>
          <a:xfrm flipV="1">
            <a:off x="2264040" y="4642920"/>
            <a:ext cx="891000" cy="3600"/>
          </a:xfrm>
          <a:custGeom>
            <a:avLst/>
            <a:gdLst/>
            <a:ahLst/>
            <a:rect l="l" t="t" r="r" b="b"/>
            <a:pathLst>
              <a:path w="21600" h="21600">
                <a:moveTo>
                  <a:pt x="0" y="0"/>
                </a:moveTo>
                <a:lnTo>
                  <a:pt x="21600" y="21600"/>
                </a:lnTo>
              </a:path>
            </a:pathLst>
          </a:custGeom>
          <a:noFill/>
          <a:ln w="19050">
            <a:solidFill>
              <a:srgbClr val="ed7d31"/>
            </a:solidFill>
            <a:round/>
            <a:tailEnd len="med" type="arrow" w="med"/>
          </a:ln>
        </p:spPr>
        <p:style>
          <a:lnRef idx="0"/>
          <a:fillRef idx="0"/>
          <a:effectRef idx="0"/>
          <a:fontRef idx="minor"/>
        </p:style>
      </p:sp>
      <p:sp>
        <p:nvSpPr>
          <p:cNvPr id="706" name="Gerade Verbindung mit Pfeil 61"/>
          <p:cNvSpPr/>
          <p:nvPr/>
        </p:nvSpPr>
        <p:spPr>
          <a:xfrm flipV="1">
            <a:off x="5004000" y="4641480"/>
            <a:ext cx="880920" cy="360"/>
          </a:xfrm>
          <a:custGeom>
            <a:avLst/>
            <a:gdLst/>
            <a:ahLst/>
            <a:rect l="l" t="t" r="r" b="b"/>
            <a:pathLst>
              <a:path w="21600" h="21600">
                <a:moveTo>
                  <a:pt x="0" y="0"/>
                </a:moveTo>
                <a:lnTo>
                  <a:pt x="21600" y="21600"/>
                </a:lnTo>
              </a:path>
            </a:pathLst>
          </a:custGeom>
          <a:noFill/>
          <a:ln w="19050">
            <a:solidFill>
              <a:srgbClr val="ed7d31"/>
            </a:solidFill>
            <a:round/>
            <a:tailEnd len="med" type="arrow" w="med"/>
          </a:ln>
        </p:spPr>
        <p:style>
          <a:lnRef idx="0"/>
          <a:fillRef idx="0"/>
          <a:effectRef idx="0"/>
          <a:fontRef idx="minor"/>
        </p:style>
      </p:sp>
      <p:sp>
        <p:nvSpPr>
          <p:cNvPr id="707" name="Gerade Verbindung mit Pfeil 64"/>
          <p:cNvSpPr/>
          <p:nvPr/>
        </p:nvSpPr>
        <p:spPr>
          <a:xfrm>
            <a:off x="4078080" y="1510920"/>
            <a:ext cx="1440" cy="353520"/>
          </a:xfrm>
          <a:custGeom>
            <a:avLst/>
            <a:gdLst/>
            <a:ahLst/>
            <a:rect l="l" t="t" r="r" b="b"/>
            <a:pathLst>
              <a:path w="21600" h="21600">
                <a:moveTo>
                  <a:pt x="0" y="0"/>
                </a:moveTo>
                <a:lnTo>
                  <a:pt x="21600" y="21600"/>
                </a:lnTo>
              </a:path>
            </a:pathLst>
          </a:custGeom>
          <a:noFill/>
          <a:ln w="19050">
            <a:solidFill>
              <a:srgbClr val="ed7d31"/>
            </a:solidFill>
            <a:round/>
            <a:tailEnd len="med" type="arrow" w="med"/>
          </a:ln>
        </p:spPr>
        <p:style>
          <a:lnRef idx="0"/>
          <a:fillRef idx="0"/>
          <a:effectRef idx="0"/>
          <a:fontRef idx="minor"/>
        </p:style>
      </p:sp>
      <p:sp>
        <p:nvSpPr>
          <p:cNvPr id="708" name="Textfeld 2"/>
          <p:cNvSpPr/>
          <p:nvPr/>
        </p:nvSpPr>
        <p:spPr>
          <a:xfrm>
            <a:off x="7855200" y="134640"/>
            <a:ext cx="825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Evaluation</a:t>
            </a:r>
            <a:endParaRPr b="0" lang="en-US" sz="1200" spc="-1" strike="noStrike">
              <a:latin typeface="Arial"/>
            </a:endParaRPr>
          </a:p>
        </p:txBody>
      </p:sp>
      <p:sp>
        <p:nvSpPr>
          <p:cNvPr id="709" name="Rechteck 6"/>
          <p:cNvSpPr/>
          <p:nvPr/>
        </p:nvSpPr>
        <p:spPr>
          <a:xfrm>
            <a:off x="8804520" y="664200"/>
            <a:ext cx="277560" cy="277560"/>
          </a:xfrm>
          <a:prstGeom prst="rect">
            <a:avLst/>
          </a:prstGeom>
          <a:blipFill rotWithShape="0">
            <a:blip r:embed="rId1"/>
            <a:srcRect/>
            <a:stretch/>
          </a:blipFill>
          <a:ln>
            <a:noFill/>
          </a:ln>
        </p:spPr>
        <p:style>
          <a:lnRef idx="2"/>
          <a:fillRef idx="0"/>
          <a:effectRef idx="0">
            <a:schemeClr val="accent2">
              <a:hueOff val="0"/>
              <a:satOff val="0"/>
              <a:lumOff val="0"/>
              <a:alphaOff val="0"/>
            </a:schemeClr>
          </a:effectRef>
          <a:fontRef idx="minor"/>
        </p:style>
      </p:sp>
      <p:sp>
        <p:nvSpPr>
          <p:cNvPr id="710" name="Rechteck 7"/>
          <p:cNvSpPr/>
          <p:nvPr/>
        </p:nvSpPr>
        <p:spPr>
          <a:xfrm>
            <a:off x="8804520" y="1043640"/>
            <a:ext cx="277560" cy="277560"/>
          </a:xfrm>
          <a:prstGeom prst="rect">
            <a:avLst/>
          </a:prstGeom>
          <a:blipFill rotWithShape="0">
            <a:blip r:embed="rId2"/>
            <a:srcRect/>
            <a:stretch/>
          </a:blipFill>
          <a:ln>
            <a:noFill/>
          </a:ln>
        </p:spPr>
        <p:style>
          <a:lnRef idx="2"/>
          <a:fillRef idx="0"/>
          <a:effectRef idx="0">
            <a:schemeClr val="accent3">
              <a:hueOff val="0"/>
              <a:satOff val="0"/>
              <a:lumOff val="0"/>
              <a:alphaOff val="0"/>
            </a:schemeClr>
          </a:effectRef>
          <a:fontRef idx="minor"/>
        </p:style>
      </p:sp>
      <p:sp>
        <p:nvSpPr>
          <p:cNvPr id="711" name="Rechteck 8"/>
          <p:cNvSpPr/>
          <p:nvPr/>
        </p:nvSpPr>
        <p:spPr>
          <a:xfrm>
            <a:off x="8804520" y="1379160"/>
            <a:ext cx="277560" cy="277560"/>
          </a:xfrm>
          <a:prstGeom prst="rect">
            <a:avLst/>
          </a:prstGeom>
          <a:blipFill rotWithShape="0">
            <a:blip r:embed="rId3"/>
            <a:srcRect/>
            <a:stretch/>
          </a:blipFill>
          <a:ln>
            <a:noFill/>
          </a:ln>
        </p:spPr>
        <p:style>
          <a:lnRef idx="2"/>
          <a:fillRef idx="0"/>
          <a:effectRef idx="0">
            <a:schemeClr val="accent4">
              <a:hueOff val="0"/>
              <a:satOff val="0"/>
              <a:lumOff val="0"/>
              <a:alphaOff val="0"/>
            </a:schemeClr>
          </a:effectRef>
          <a:fontRef idx="minor"/>
        </p:style>
      </p:sp>
      <p:sp>
        <p:nvSpPr>
          <p:cNvPr id="712" name="Rechteck 10"/>
          <p:cNvSpPr/>
          <p:nvPr/>
        </p:nvSpPr>
        <p:spPr>
          <a:xfrm>
            <a:off x="8804520" y="1688760"/>
            <a:ext cx="277560" cy="277560"/>
          </a:xfrm>
          <a:prstGeom prst="rect">
            <a:avLst/>
          </a:prstGeom>
          <a:blipFill rotWithShape="0">
            <a:blip r:embed="rId4"/>
            <a:srcRect/>
            <a:stretch/>
          </a:blipFill>
          <a:ln>
            <a:noFill/>
          </a:ln>
        </p:spPr>
        <p:style>
          <a:lnRef idx="2"/>
          <a:fillRef idx="0"/>
          <a:effectRef idx="0">
            <a:schemeClr val="accent5">
              <a:hueOff val="0"/>
              <a:satOff val="0"/>
              <a:lumOff val="0"/>
              <a:alphaOff val="0"/>
            </a:schemeClr>
          </a:effectRef>
          <a:fontRef idx="minor"/>
        </p:style>
      </p:sp>
      <p:sp>
        <p:nvSpPr>
          <p:cNvPr id="713" name="Rechteck 24"/>
          <p:cNvSpPr/>
          <p:nvPr/>
        </p:nvSpPr>
        <p:spPr>
          <a:xfrm>
            <a:off x="8804520" y="2007000"/>
            <a:ext cx="277560" cy="277560"/>
          </a:xfrm>
          <a:prstGeom prst="rect">
            <a:avLst/>
          </a:prstGeom>
          <a:blipFill rotWithShape="0">
            <a:blip r:embed="rId5"/>
            <a:srcRect/>
            <a:stretch/>
          </a:blipFill>
          <a:ln>
            <a:noFill/>
          </a:ln>
        </p:spPr>
        <p:style>
          <a:lnRef idx="2"/>
          <a:fillRef idx="0"/>
          <a:effectRef idx="0">
            <a:schemeClr val="accent6">
              <a:hueOff val="0"/>
              <a:satOff val="0"/>
              <a:lumOff val="0"/>
              <a:alphaOff val="0"/>
            </a:schemeClr>
          </a:effectRef>
          <a:fontRef idx="minor"/>
        </p:style>
      </p:sp>
      <p:sp>
        <p:nvSpPr>
          <p:cNvPr id="714" name="Rechteck 26"/>
          <p:cNvSpPr/>
          <p:nvPr/>
        </p:nvSpPr>
        <p:spPr>
          <a:xfrm>
            <a:off x="8804520" y="2316600"/>
            <a:ext cx="277560" cy="277560"/>
          </a:xfrm>
          <a:prstGeom prst="rect">
            <a:avLst/>
          </a:prstGeom>
          <a:blipFill rotWithShape="0">
            <a:blip r:embed="rId6"/>
            <a:srcRect/>
            <a:stretch/>
          </a:blipFill>
          <a:ln>
            <a:noFill/>
          </a:ln>
        </p:spPr>
        <p:style>
          <a:lnRef idx="2"/>
          <a:fillRef idx="0"/>
          <a:effectRef idx="0">
            <a:schemeClr val="accent2">
              <a:hueOff val="0"/>
              <a:satOff val="0"/>
              <a:lumOff val="0"/>
              <a:alphaOff val="0"/>
            </a:schemeClr>
          </a:effectRef>
          <a:fontRef idx="minor"/>
        </p:style>
      </p:sp>
      <p:sp>
        <p:nvSpPr>
          <p:cNvPr id="715" name="Rechteck 27"/>
          <p:cNvSpPr/>
          <p:nvPr/>
        </p:nvSpPr>
        <p:spPr>
          <a:xfrm>
            <a:off x="7601400" y="148320"/>
            <a:ext cx="277560" cy="277560"/>
          </a:xfrm>
          <a:prstGeom prst="rect">
            <a:avLst/>
          </a:prstGeom>
          <a:blipFill rotWithShape="0">
            <a:blip r:embed="rId7"/>
            <a:srcRect/>
            <a:stretch/>
          </a:blipFill>
          <a:ln>
            <a:noFill/>
          </a:ln>
        </p:spPr>
        <p:style>
          <a:lnRef idx="2"/>
          <a:fillRef idx="0"/>
          <a:effectRef idx="0">
            <a:schemeClr val="accent6">
              <a:hueOff val="0"/>
              <a:satOff val="0"/>
              <a:lumOff val="0"/>
              <a:alphaOff val="0"/>
            </a:schemeClr>
          </a:effectRef>
          <a:fontRef idx="minor"/>
        </p:style>
      </p:sp>
    </p:spTree>
  </p:cSld>
  <p:transition spd="slow">
    <p:push dir="u"/>
  </p:transition>
  <p:timing>
    <p:tnLst>
      <p:par>
        <p:cTn id="808" dur="indefinite" restart="never" nodeType="tmRoot">
          <p:childTnLst>
            <p:seq>
              <p:cTn id="809" dur="indefinite" nodeType="mainSeq">
                <p:childTnLst>
                  <p:par>
                    <p:cTn id="810" fill="hold">
                      <p:stCondLst>
                        <p:cond delay="indefinite"/>
                      </p:stCondLst>
                      <p:childTnLst>
                        <p:par>
                          <p:cTn id="811" fill="hold">
                            <p:stCondLst>
                              <p:cond delay="0"/>
                            </p:stCondLst>
                            <p:childTnLst>
                              <p:par>
                                <p:cTn id="812" nodeType="clickEffect" fill="hold" presetClass="entr" presetID="10">
                                  <p:stCondLst>
                                    <p:cond delay="0"/>
                                  </p:stCondLst>
                                  <p:childTnLst>
                                    <p:set>
                                      <p:cBhvr>
                                        <p:cTn id="813" dur="1" fill="hold">
                                          <p:stCondLst>
                                            <p:cond delay="0"/>
                                          </p:stCondLst>
                                        </p:cTn>
                                        <p:tgtEl>
                                          <p:spTgt spid="684"/>
                                        </p:tgtEl>
                                        <p:attrNameLst>
                                          <p:attrName>style.visibility</p:attrName>
                                        </p:attrNameLst>
                                      </p:cBhvr>
                                      <p:to>
                                        <p:strVal val="visible"/>
                                      </p:to>
                                    </p:set>
                                    <p:animEffect filter="fade" transition="in">
                                      <p:cBhvr additive="repl">
                                        <p:cTn id="814" dur="500"/>
                                        <p:tgtEl>
                                          <p:spTgt spid="684"/>
                                        </p:tgtEl>
                                      </p:cBhvr>
                                    </p:animEffect>
                                  </p:childTnLst>
                                </p:cTn>
                              </p:par>
                            </p:childTnLst>
                          </p:cTn>
                        </p:par>
                      </p:childTnLst>
                    </p:cTn>
                  </p:par>
                  <p:par>
                    <p:cTn id="815" fill="hold">
                      <p:stCondLst>
                        <p:cond delay="indefinite"/>
                      </p:stCondLst>
                      <p:childTnLst>
                        <p:par>
                          <p:cTn id="816" fill="hold">
                            <p:stCondLst>
                              <p:cond delay="0"/>
                            </p:stCondLst>
                            <p:childTnLst>
                              <p:par>
                                <p:cTn id="817" nodeType="clickEffect" fill="hold" presetClass="entr" presetID="10">
                                  <p:stCondLst>
                                    <p:cond delay="0"/>
                                  </p:stCondLst>
                                  <p:childTnLst>
                                    <p:set>
                                      <p:cBhvr>
                                        <p:cTn id="818" dur="1" fill="hold">
                                          <p:stCondLst>
                                            <p:cond delay="0"/>
                                          </p:stCondLst>
                                        </p:cTn>
                                        <p:tgtEl>
                                          <p:spTgt spid="697"/>
                                        </p:tgtEl>
                                        <p:attrNameLst>
                                          <p:attrName>style.visibility</p:attrName>
                                        </p:attrNameLst>
                                      </p:cBhvr>
                                      <p:to>
                                        <p:strVal val="visible"/>
                                      </p:to>
                                    </p:set>
                                    <p:animEffect filter="fade" transition="in">
                                      <p:cBhvr additive="repl">
                                        <p:cTn id="819" dur="500"/>
                                        <p:tgtEl>
                                          <p:spTgt spid="697"/>
                                        </p:tgtEl>
                                      </p:cBhvr>
                                    </p:animEffect>
                                  </p:childTnLst>
                                </p:cTn>
                              </p:par>
                              <p:par>
                                <p:cTn id="820" nodeType="withEffect" fill="hold" presetClass="entr" presetID="1">
                                  <p:stCondLst>
                                    <p:cond delay="0"/>
                                  </p:stCondLst>
                                  <p:childTnLst>
                                    <p:set>
                                      <p:cBhvr>
                                        <p:cTn id="821" dur="1" fill="hold">
                                          <p:stCondLst>
                                            <p:cond delay="0"/>
                                          </p:stCondLst>
                                        </p:cTn>
                                        <p:tgtEl>
                                          <p:spTgt spid="687"/>
                                        </p:tgtEl>
                                        <p:attrNameLst>
                                          <p:attrName>style.visibility</p:attrName>
                                        </p:attrNameLst>
                                      </p:cBhvr>
                                      <p:to>
                                        <p:strVal val="visible"/>
                                      </p:to>
                                    </p:set>
                                  </p:childTnLst>
                                </p:cTn>
                              </p:par>
                            </p:childTnLst>
                          </p:cTn>
                        </p:par>
                      </p:childTnLst>
                    </p:cTn>
                  </p:par>
                  <p:par>
                    <p:cTn id="822" fill="hold">
                      <p:stCondLst>
                        <p:cond delay="indefinite"/>
                      </p:stCondLst>
                      <p:childTnLst>
                        <p:par>
                          <p:cTn id="823" fill="hold">
                            <p:stCondLst>
                              <p:cond delay="0"/>
                            </p:stCondLst>
                            <p:childTnLst>
                              <p:par>
                                <p:cTn id="824" nodeType="clickEffect" fill="hold" presetClass="entr" presetID="10">
                                  <p:stCondLst>
                                    <p:cond delay="0"/>
                                  </p:stCondLst>
                                  <p:childTnLst>
                                    <p:set>
                                      <p:cBhvr>
                                        <p:cTn id="825" dur="1" fill="hold">
                                          <p:stCondLst>
                                            <p:cond delay="0"/>
                                          </p:stCondLst>
                                        </p:cTn>
                                        <p:tgtEl>
                                          <p:spTgt spid="685"/>
                                        </p:tgtEl>
                                        <p:attrNameLst>
                                          <p:attrName>style.visibility</p:attrName>
                                        </p:attrNameLst>
                                      </p:cBhvr>
                                      <p:to>
                                        <p:strVal val="visible"/>
                                      </p:to>
                                    </p:set>
                                    <p:animEffect filter="fade" transition="in">
                                      <p:cBhvr additive="repl">
                                        <p:cTn id="826" dur="500"/>
                                        <p:tgtEl>
                                          <p:spTgt spid="685"/>
                                        </p:tgtEl>
                                      </p:cBhvr>
                                    </p:animEffect>
                                  </p:childTnLst>
                                </p:cTn>
                              </p:par>
                              <p:par>
                                <p:cTn id="827" nodeType="withEffect" fill="hold" presetClass="entr" presetID="1">
                                  <p:stCondLst>
                                    <p:cond delay="0"/>
                                  </p:stCondLst>
                                  <p:childTnLst>
                                    <p:set>
                                      <p:cBhvr>
                                        <p:cTn id="828" dur="1" fill="hold">
                                          <p:stCondLst>
                                            <p:cond delay="0"/>
                                          </p:stCondLst>
                                        </p:cTn>
                                        <p:tgtEl>
                                          <p:spTgt spid="707"/>
                                        </p:tgtEl>
                                        <p:attrNameLst>
                                          <p:attrName>style.visibility</p:attrName>
                                        </p:attrNameLst>
                                      </p:cBhvr>
                                      <p:to>
                                        <p:strVal val="visible"/>
                                      </p:to>
                                    </p:set>
                                  </p:childTnLst>
                                </p:cTn>
                              </p:par>
                            </p:childTnLst>
                          </p:cTn>
                        </p:par>
                      </p:childTnLst>
                    </p:cTn>
                  </p:par>
                  <p:par>
                    <p:cTn id="829" fill="hold">
                      <p:stCondLst>
                        <p:cond delay="indefinite"/>
                      </p:stCondLst>
                      <p:childTnLst>
                        <p:par>
                          <p:cTn id="830" fill="hold">
                            <p:stCondLst>
                              <p:cond delay="0"/>
                            </p:stCondLst>
                            <p:childTnLst>
                              <p:par>
                                <p:cTn id="831" nodeType="clickEffect" fill="hold" presetClass="entr" presetID="10">
                                  <p:stCondLst>
                                    <p:cond delay="0"/>
                                  </p:stCondLst>
                                  <p:childTnLst>
                                    <p:set>
                                      <p:cBhvr>
                                        <p:cTn id="832" dur="1" fill="hold">
                                          <p:stCondLst>
                                            <p:cond delay="0"/>
                                          </p:stCondLst>
                                        </p:cTn>
                                        <p:tgtEl>
                                          <p:spTgt spid="698"/>
                                        </p:tgtEl>
                                        <p:attrNameLst>
                                          <p:attrName>style.visibility</p:attrName>
                                        </p:attrNameLst>
                                      </p:cBhvr>
                                      <p:to>
                                        <p:strVal val="visible"/>
                                      </p:to>
                                    </p:set>
                                    <p:animEffect filter="fade" transition="in">
                                      <p:cBhvr additive="repl">
                                        <p:cTn id="833" dur="500"/>
                                        <p:tgtEl>
                                          <p:spTgt spid="698"/>
                                        </p:tgtEl>
                                      </p:cBhvr>
                                    </p:animEffect>
                                  </p:childTnLst>
                                </p:cTn>
                              </p:par>
                              <p:par>
                                <p:cTn id="834" nodeType="withEffect" fill="hold" presetClass="entr" presetID="10">
                                  <p:stCondLst>
                                    <p:cond delay="0"/>
                                  </p:stCondLst>
                                  <p:childTnLst>
                                    <p:set>
                                      <p:cBhvr>
                                        <p:cTn id="835" dur="1" fill="hold">
                                          <p:stCondLst>
                                            <p:cond delay="0"/>
                                          </p:stCondLst>
                                        </p:cTn>
                                        <p:tgtEl>
                                          <p:spTgt spid="688"/>
                                        </p:tgtEl>
                                        <p:attrNameLst>
                                          <p:attrName>style.visibility</p:attrName>
                                        </p:attrNameLst>
                                      </p:cBhvr>
                                      <p:to>
                                        <p:strVal val="visible"/>
                                      </p:to>
                                    </p:set>
                                    <p:animEffect filter="fade" transition="in">
                                      <p:cBhvr additive="repl">
                                        <p:cTn id="836" dur="500"/>
                                        <p:tgtEl>
                                          <p:spTgt spid="688"/>
                                        </p:tgtEl>
                                      </p:cBhvr>
                                    </p:animEffect>
                                  </p:childTnLst>
                                </p:cTn>
                              </p:par>
                            </p:childTnLst>
                          </p:cTn>
                        </p:par>
                      </p:childTnLst>
                    </p:cTn>
                  </p:par>
                  <p:par>
                    <p:cTn id="837" fill="hold">
                      <p:stCondLst>
                        <p:cond delay="indefinite"/>
                      </p:stCondLst>
                      <p:childTnLst>
                        <p:par>
                          <p:cTn id="838" fill="hold">
                            <p:stCondLst>
                              <p:cond delay="0"/>
                            </p:stCondLst>
                            <p:childTnLst>
                              <p:par>
                                <p:cTn id="839" nodeType="clickEffect" fill="hold" presetClass="entr" presetID="10">
                                  <p:stCondLst>
                                    <p:cond delay="0"/>
                                  </p:stCondLst>
                                  <p:childTnLst>
                                    <p:set>
                                      <p:cBhvr>
                                        <p:cTn id="840" dur="1" fill="hold">
                                          <p:stCondLst>
                                            <p:cond delay="0"/>
                                          </p:stCondLst>
                                        </p:cTn>
                                        <p:tgtEl>
                                          <p:spTgt spid="701"/>
                                        </p:tgtEl>
                                        <p:attrNameLst>
                                          <p:attrName>style.visibility</p:attrName>
                                        </p:attrNameLst>
                                      </p:cBhvr>
                                      <p:to>
                                        <p:strVal val="visible"/>
                                      </p:to>
                                    </p:set>
                                    <p:animEffect filter="fade" transition="in">
                                      <p:cBhvr additive="repl">
                                        <p:cTn id="841" dur="500"/>
                                        <p:tgtEl>
                                          <p:spTgt spid="701"/>
                                        </p:tgtEl>
                                      </p:cBhvr>
                                    </p:animEffect>
                                  </p:childTnLst>
                                </p:cTn>
                              </p:par>
                              <p:par>
                                <p:cTn id="842" nodeType="withEffect" fill="hold" presetClass="entr" presetID="10">
                                  <p:stCondLst>
                                    <p:cond delay="0"/>
                                  </p:stCondLst>
                                  <p:childTnLst>
                                    <p:set>
                                      <p:cBhvr>
                                        <p:cTn id="843" dur="1" fill="hold">
                                          <p:stCondLst>
                                            <p:cond delay="0"/>
                                          </p:stCondLst>
                                        </p:cTn>
                                        <p:tgtEl>
                                          <p:spTgt spid="690"/>
                                        </p:tgtEl>
                                        <p:attrNameLst>
                                          <p:attrName>style.visibility</p:attrName>
                                        </p:attrNameLst>
                                      </p:cBhvr>
                                      <p:to>
                                        <p:strVal val="visible"/>
                                      </p:to>
                                    </p:set>
                                    <p:animEffect filter="fade" transition="in">
                                      <p:cBhvr additive="repl">
                                        <p:cTn id="844" dur="500"/>
                                        <p:tgtEl>
                                          <p:spTgt spid="690"/>
                                        </p:tgtEl>
                                      </p:cBhvr>
                                    </p:animEffect>
                                  </p:childTnLst>
                                </p:cTn>
                              </p:par>
                            </p:childTnLst>
                          </p:cTn>
                        </p:par>
                      </p:childTnLst>
                    </p:cTn>
                  </p:par>
                  <p:par>
                    <p:cTn id="845" fill="hold">
                      <p:stCondLst>
                        <p:cond delay="indefinite"/>
                      </p:stCondLst>
                      <p:childTnLst>
                        <p:par>
                          <p:cTn id="846" fill="hold">
                            <p:stCondLst>
                              <p:cond delay="0"/>
                            </p:stCondLst>
                            <p:childTnLst>
                              <p:par>
                                <p:cTn id="847" nodeType="clickEffect" fill="hold" presetClass="entr" presetID="10">
                                  <p:stCondLst>
                                    <p:cond delay="0"/>
                                  </p:stCondLst>
                                  <p:childTnLst>
                                    <p:set>
                                      <p:cBhvr>
                                        <p:cTn id="848" dur="1" fill="hold">
                                          <p:stCondLst>
                                            <p:cond delay="0"/>
                                          </p:stCondLst>
                                        </p:cTn>
                                        <p:tgtEl>
                                          <p:spTgt spid="693"/>
                                        </p:tgtEl>
                                        <p:attrNameLst>
                                          <p:attrName>style.visibility</p:attrName>
                                        </p:attrNameLst>
                                      </p:cBhvr>
                                      <p:to>
                                        <p:strVal val="visible"/>
                                      </p:to>
                                    </p:set>
                                    <p:animEffect filter="fade" transition="in">
                                      <p:cBhvr additive="repl">
                                        <p:cTn id="849" dur="500"/>
                                        <p:tgtEl>
                                          <p:spTgt spid="693"/>
                                        </p:tgtEl>
                                      </p:cBhvr>
                                    </p:animEffect>
                                  </p:childTnLst>
                                </p:cTn>
                              </p:par>
                              <p:par>
                                <p:cTn id="850" nodeType="withEffect" fill="hold" presetClass="entr" presetID="10">
                                  <p:stCondLst>
                                    <p:cond delay="0"/>
                                  </p:stCondLst>
                                  <p:childTnLst>
                                    <p:set>
                                      <p:cBhvr>
                                        <p:cTn id="851" dur="1" fill="hold">
                                          <p:stCondLst>
                                            <p:cond delay="0"/>
                                          </p:stCondLst>
                                        </p:cTn>
                                        <p:tgtEl>
                                          <p:spTgt spid="700"/>
                                        </p:tgtEl>
                                        <p:attrNameLst>
                                          <p:attrName>style.visibility</p:attrName>
                                        </p:attrNameLst>
                                      </p:cBhvr>
                                      <p:to>
                                        <p:strVal val="visible"/>
                                      </p:to>
                                    </p:set>
                                    <p:animEffect filter="fade" transition="in">
                                      <p:cBhvr additive="repl">
                                        <p:cTn id="852" dur="500"/>
                                        <p:tgtEl>
                                          <p:spTgt spid="700"/>
                                        </p:tgtEl>
                                      </p:cBhvr>
                                    </p:animEffect>
                                  </p:childTnLst>
                                </p:cTn>
                              </p:par>
                            </p:childTnLst>
                          </p:cTn>
                        </p:par>
                      </p:childTnLst>
                    </p:cTn>
                  </p:par>
                  <p:par>
                    <p:cTn id="853" fill="hold">
                      <p:stCondLst>
                        <p:cond delay="indefinite"/>
                      </p:stCondLst>
                      <p:childTnLst>
                        <p:par>
                          <p:cTn id="854" fill="hold">
                            <p:stCondLst>
                              <p:cond delay="0"/>
                            </p:stCondLst>
                            <p:childTnLst>
                              <p:par>
                                <p:cTn id="855" nodeType="clickEffect" fill="hold" presetClass="entr" presetID="10">
                                  <p:stCondLst>
                                    <p:cond delay="0"/>
                                  </p:stCondLst>
                                  <p:childTnLst>
                                    <p:set>
                                      <p:cBhvr>
                                        <p:cTn id="856" dur="1" fill="hold">
                                          <p:stCondLst>
                                            <p:cond delay="0"/>
                                          </p:stCondLst>
                                        </p:cTn>
                                        <p:tgtEl>
                                          <p:spTgt spid="692"/>
                                        </p:tgtEl>
                                        <p:attrNameLst>
                                          <p:attrName>style.visibility</p:attrName>
                                        </p:attrNameLst>
                                      </p:cBhvr>
                                      <p:to>
                                        <p:strVal val="visible"/>
                                      </p:to>
                                    </p:set>
                                    <p:animEffect filter="fade" transition="in">
                                      <p:cBhvr additive="repl">
                                        <p:cTn id="857" dur="500"/>
                                        <p:tgtEl>
                                          <p:spTgt spid="692"/>
                                        </p:tgtEl>
                                      </p:cBhvr>
                                    </p:animEffect>
                                  </p:childTnLst>
                                </p:cTn>
                              </p:par>
                              <p:par>
                                <p:cTn id="858" nodeType="withEffect" fill="hold" presetClass="entr" presetID="10">
                                  <p:stCondLst>
                                    <p:cond delay="0"/>
                                  </p:stCondLst>
                                  <p:childTnLst>
                                    <p:set>
                                      <p:cBhvr>
                                        <p:cTn id="859" dur="1" fill="hold">
                                          <p:stCondLst>
                                            <p:cond delay="0"/>
                                          </p:stCondLst>
                                        </p:cTn>
                                        <p:tgtEl>
                                          <p:spTgt spid="702"/>
                                        </p:tgtEl>
                                        <p:attrNameLst>
                                          <p:attrName>style.visibility</p:attrName>
                                        </p:attrNameLst>
                                      </p:cBhvr>
                                      <p:to>
                                        <p:strVal val="visible"/>
                                      </p:to>
                                    </p:set>
                                    <p:animEffect filter="fade" transition="in">
                                      <p:cBhvr additive="repl">
                                        <p:cTn id="860" dur="500"/>
                                        <p:tgtEl>
                                          <p:spTgt spid="702"/>
                                        </p:tgtEl>
                                      </p:cBhvr>
                                    </p:animEffect>
                                  </p:childTnLst>
                                </p:cTn>
                              </p:par>
                            </p:childTnLst>
                          </p:cTn>
                        </p:par>
                      </p:childTnLst>
                    </p:cTn>
                  </p:par>
                  <p:par>
                    <p:cTn id="861" fill="hold">
                      <p:stCondLst>
                        <p:cond delay="indefinite"/>
                      </p:stCondLst>
                      <p:childTnLst>
                        <p:par>
                          <p:cTn id="862" fill="hold">
                            <p:stCondLst>
                              <p:cond delay="0"/>
                            </p:stCondLst>
                            <p:childTnLst>
                              <p:par>
                                <p:cTn id="863" nodeType="clickEffect" fill="hold" presetClass="entr" presetID="10">
                                  <p:stCondLst>
                                    <p:cond delay="0"/>
                                  </p:stCondLst>
                                  <p:childTnLst>
                                    <p:set>
                                      <p:cBhvr>
                                        <p:cTn id="864" dur="1" fill="hold">
                                          <p:stCondLst>
                                            <p:cond delay="0"/>
                                          </p:stCondLst>
                                        </p:cTn>
                                        <p:tgtEl>
                                          <p:spTgt spid="696"/>
                                        </p:tgtEl>
                                        <p:attrNameLst>
                                          <p:attrName>style.visibility</p:attrName>
                                        </p:attrNameLst>
                                      </p:cBhvr>
                                      <p:to>
                                        <p:strVal val="visible"/>
                                      </p:to>
                                    </p:set>
                                    <p:animEffect filter="fade" transition="in">
                                      <p:cBhvr additive="repl">
                                        <p:cTn id="865" dur="500"/>
                                        <p:tgtEl>
                                          <p:spTgt spid="696"/>
                                        </p:tgtEl>
                                      </p:cBhvr>
                                    </p:animEffect>
                                  </p:childTnLst>
                                </p:cTn>
                              </p:par>
                              <p:par>
                                <p:cTn id="866" nodeType="withEffect" fill="hold" presetClass="entr" presetID="10">
                                  <p:stCondLst>
                                    <p:cond delay="0"/>
                                  </p:stCondLst>
                                  <p:childTnLst>
                                    <p:set>
                                      <p:cBhvr>
                                        <p:cTn id="867" dur="1" fill="hold">
                                          <p:stCondLst>
                                            <p:cond delay="0"/>
                                          </p:stCondLst>
                                        </p:cTn>
                                        <p:tgtEl>
                                          <p:spTgt spid="699"/>
                                        </p:tgtEl>
                                        <p:attrNameLst>
                                          <p:attrName>style.visibility</p:attrName>
                                        </p:attrNameLst>
                                      </p:cBhvr>
                                      <p:to>
                                        <p:strVal val="visible"/>
                                      </p:to>
                                    </p:set>
                                    <p:animEffect filter="fade" transition="in">
                                      <p:cBhvr additive="repl">
                                        <p:cTn id="868" dur="500"/>
                                        <p:tgtEl>
                                          <p:spTgt spid="699"/>
                                        </p:tgtEl>
                                      </p:cBhvr>
                                    </p:animEffect>
                                  </p:childTnLst>
                                </p:cTn>
                              </p:par>
                              <p:par>
                                <p:cTn id="869" nodeType="withEffect" fill="hold" presetClass="entr" presetID="10">
                                  <p:stCondLst>
                                    <p:cond delay="0"/>
                                  </p:stCondLst>
                                  <p:childTnLst>
                                    <p:set>
                                      <p:cBhvr>
                                        <p:cTn id="870" dur="1" fill="hold">
                                          <p:stCondLst>
                                            <p:cond delay="0"/>
                                          </p:stCondLst>
                                        </p:cTn>
                                        <p:tgtEl>
                                          <p:spTgt spid="689"/>
                                        </p:tgtEl>
                                        <p:attrNameLst>
                                          <p:attrName>style.visibility</p:attrName>
                                        </p:attrNameLst>
                                      </p:cBhvr>
                                      <p:to>
                                        <p:strVal val="visible"/>
                                      </p:to>
                                    </p:set>
                                    <p:animEffect filter="fade" transition="in">
                                      <p:cBhvr additive="repl">
                                        <p:cTn id="871" dur="500"/>
                                        <p:tgtEl>
                                          <p:spTgt spid="689"/>
                                        </p:tgtEl>
                                      </p:cBhvr>
                                    </p:animEffect>
                                  </p:childTnLst>
                                </p:cTn>
                              </p:par>
                            </p:childTnLst>
                          </p:cTn>
                        </p:par>
                      </p:childTnLst>
                    </p:cTn>
                  </p:par>
                  <p:par>
                    <p:cTn id="872" fill="hold">
                      <p:stCondLst>
                        <p:cond delay="indefinite"/>
                      </p:stCondLst>
                      <p:childTnLst>
                        <p:par>
                          <p:cTn id="873" fill="hold">
                            <p:stCondLst>
                              <p:cond delay="0"/>
                            </p:stCondLst>
                            <p:childTnLst>
                              <p:par>
                                <p:cTn id="874" nodeType="clickEffect" fill="hold" presetClass="entr" presetID="10">
                                  <p:stCondLst>
                                    <p:cond delay="0"/>
                                  </p:stCondLst>
                                  <p:childTnLst>
                                    <p:set>
                                      <p:cBhvr>
                                        <p:cTn id="875" dur="1" fill="hold">
                                          <p:stCondLst>
                                            <p:cond delay="0"/>
                                          </p:stCondLst>
                                        </p:cTn>
                                        <p:tgtEl>
                                          <p:spTgt spid="704"/>
                                        </p:tgtEl>
                                        <p:attrNameLst>
                                          <p:attrName>style.visibility</p:attrName>
                                        </p:attrNameLst>
                                      </p:cBhvr>
                                      <p:to>
                                        <p:strVal val="visible"/>
                                      </p:to>
                                    </p:set>
                                    <p:animEffect filter="fade" transition="in">
                                      <p:cBhvr additive="repl">
                                        <p:cTn id="876" dur="500"/>
                                        <p:tgtEl>
                                          <p:spTgt spid="704"/>
                                        </p:tgtEl>
                                      </p:cBhvr>
                                    </p:animEffect>
                                  </p:childTnLst>
                                </p:cTn>
                              </p:par>
                              <p:par>
                                <p:cTn id="877" nodeType="withEffect" fill="hold" presetClass="entr" presetID="10">
                                  <p:stCondLst>
                                    <p:cond delay="0"/>
                                  </p:stCondLst>
                                  <p:childTnLst>
                                    <p:set>
                                      <p:cBhvr>
                                        <p:cTn id="878" dur="1" fill="hold">
                                          <p:stCondLst>
                                            <p:cond delay="0"/>
                                          </p:stCondLst>
                                        </p:cTn>
                                        <p:tgtEl>
                                          <p:spTgt spid="694"/>
                                        </p:tgtEl>
                                        <p:attrNameLst>
                                          <p:attrName>style.visibility</p:attrName>
                                        </p:attrNameLst>
                                      </p:cBhvr>
                                      <p:to>
                                        <p:strVal val="visible"/>
                                      </p:to>
                                    </p:set>
                                    <p:animEffect filter="fade" transition="in">
                                      <p:cBhvr additive="repl">
                                        <p:cTn id="879" dur="500"/>
                                        <p:tgtEl>
                                          <p:spTgt spid="694"/>
                                        </p:tgtEl>
                                      </p:cBhvr>
                                    </p:animEffect>
                                  </p:childTnLst>
                                </p:cTn>
                              </p:par>
                            </p:childTnLst>
                          </p:cTn>
                        </p:par>
                      </p:childTnLst>
                    </p:cTn>
                  </p:par>
                  <p:par>
                    <p:cTn id="880" fill="hold">
                      <p:stCondLst>
                        <p:cond delay="indefinite"/>
                      </p:stCondLst>
                      <p:childTnLst>
                        <p:par>
                          <p:cTn id="881" fill="hold">
                            <p:stCondLst>
                              <p:cond delay="0"/>
                            </p:stCondLst>
                            <p:childTnLst>
                              <p:par>
                                <p:cTn id="882" nodeType="clickEffect" fill="hold" presetClass="entr" presetID="10">
                                  <p:stCondLst>
                                    <p:cond delay="0"/>
                                  </p:stCondLst>
                                  <p:childTnLst>
                                    <p:set>
                                      <p:cBhvr>
                                        <p:cTn id="883" dur="1" fill="hold">
                                          <p:stCondLst>
                                            <p:cond delay="0"/>
                                          </p:stCondLst>
                                        </p:cTn>
                                        <p:tgtEl>
                                          <p:spTgt spid="705"/>
                                        </p:tgtEl>
                                        <p:attrNameLst>
                                          <p:attrName>style.visibility</p:attrName>
                                        </p:attrNameLst>
                                      </p:cBhvr>
                                      <p:to>
                                        <p:strVal val="visible"/>
                                      </p:to>
                                    </p:set>
                                    <p:animEffect filter="fade" transition="in">
                                      <p:cBhvr additive="repl">
                                        <p:cTn id="884" dur="500"/>
                                        <p:tgtEl>
                                          <p:spTgt spid="705"/>
                                        </p:tgtEl>
                                      </p:cBhvr>
                                    </p:animEffect>
                                  </p:childTnLst>
                                </p:cTn>
                              </p:par>
                              <p:par>
                                <p:cTn id="885" nodeType="withEffect" fill="hold" presetClass="entr" presetID="10">
                                  <p:stCondLst>
                                    <p:cond delay="0"/>
                                  </p:stCondLst>
                                  <p:childTnLst>
                                    <p:set>
                                      <p:cBhvr>
                                        <p:cTn id="886" dur="1" fill="hold">
                                          <p:stCondLst>
                                            <p:cond delay="0"/>
                                          </p:stCondLst>
                                        </p:cTn>
                                        <p:tgtEl>
                                          <p:spTgt spid="691"/>
                                        </p:tgtEl>
                                        <p:attrNameLst>
                                          <p:attrName>style.visibility</p:attrName>
                                        </p:attrNameLst>
                                      </p:cBhvr>
                                      <p:to>
                                        <p:strVal val="visible"/>
                                      </p:to>
                                    </p:set>
                                    <p:animEffect filter="fade" transition="in">
                                      <p:cBhvr additive="repl">
                                        <p:cTn id="887" dur="500"/>
                                        <p:tgtEl>
                                          <p:spTgt spid="691"/>
                                        </p:tgtEl>
                                      </p:cBhvr>
                                    </p:animEffect>
                                  </p:childTnLst>
                                </p:cTn>
                              </p:par>
                              <p:par>
                                <p:cTn id="888" nodeType="withEffect" fill="hold" presetClass="entr" presetID="10">
                                  <p:stCondLst>
                                    <p:cond delay="0"/>
                                  </p:stCondLst>
                                  <p:childTnLst>
                                    <p:set>
                                      <p:cBhvr>
                                        <p:cTn id="889" dur="1" fill="hold">
                                          <p:stCondLst>
                                            <p:cond delay="0"/>
                                          </p:stCondLst>
                                        </p:cTn>
                                        <p:tgtEl>
                                          <p:spTgt spid="706"/>
                                        </p:tgtEl>
                                        <p:attrNameLst>
                                          <p:attrName>style.visibility</p:attrName>
                                        </p:attrNameLst>
                                      </p:cBhvr>
                                      <p:to>
                                        <p:strVal val="visible"/>
                                      </p:to>
                                    </p:set>
                                    <p:animEffect filter="fade" transition="in">
                                      <p:cBhvr additive="repl">
                                        <p:cTn id="890" dur="500"/>
                                        <p:tgtEl>
                                          <p:spTgt spid="706"/>
                                        </p:tgtEl>
                                      </p:cBhvr>
                                    </p:animEffect>
                                  </p:childTnLst>
                                </p:cTn>
                              </p:par>
                              <p:par>
                                <p:cTn id="891" nodeType="withEffect" fill="hold" presetClass="entr" presetID="10">
                                  <p:stCondLst>
                                    <p:cond delay="0"/>
                                  </p:stCondLst>
                                  <p:childTnLst>
                                    <p:set>
                                      <p:cBhvr>
                                        <p:cTn id="892" dur="1" fill="hold">
                                          <p:stCondLst>
                                            <p:cond delay="0"/>
                                          </p:stCondLst>
                                        </p:cTn>
                                        <p:tgtEl>
                                          <p:spTgt spid="695"/>
                                        </p:tgtEl>
                                        <p:attrNameLst>
                                          <p:attrName>style.visibility</p:attrName>
                                        </p:attrNameLst>
                                      </p:cBhvr>
                                      <p:to>
                                        <p:strVal val="visible"/>
                                      </p:to>
                                    </p:set>
                                    <p:animEffect filter="fade" transition="in">
                                      <p:cBhvr additive="repl">
                                        <p:cTn id="893" dur="500"/>
                                        <p:tgtEl>
                                          <p:spTgt spid="695"/>
                                        </p:tgtEl>
                                      </p:cBhvr>
                                    </p:animEffect>
                                  </p:childTnLst>
                                </p:cTn>
                              </p:par>
                            </p:childTnLst>
                          </p:cTn>
                        </p:par>
                      </p:childTnLst>
                    </p:cTn>
                  </p:par>
                  <p:par>
                    <p:cTn id="894" fill="hold">
                      <p:stCondLst>
                        <p:cond delay="indefinite"/>
                      </p:stCondLst>
                      <p:childTnLst>
                        <p:par>
                          <p:cTn id="895" fill="hold">
                            <p:stCondLst>
                              <p:cond delay="0"/>
                            </p:stCondLst>
                            <p:childTnLst>
                              <p:par>
                                <p:cTn id="896" nodeType="clickEffect" fill="hold" presetClass="entr" presetID="10">
                                  <p:stCondLst>
                                    <p:cond delay="0"/>
                                  </p:stCondLst>
                                  <p:childTnLst>
                                    <p:set>
                                      <p:cBhvr>
                                        <p:cTn id="897" dur="1" fill="hold">
                                          <p:stCondLst>
                                            <p:cond delay="0"/>
                                          </p:stCondLst>
                                        </p:cTn>
                                        <p:tgtEl>
                                          <p:spTgt spid="703"/>
                                        </p:tgtEl>
                                        <p:attrNameLst>
                                          <p:attrName>style.visibility</p:attrName>
                                        </p:attrNameLst>
                                      </p:cBhvr>
                                      <p:to>
                                        <p:strVal val="visible"/>
                                      </p:to>
                                    </p:set>
                                    <p:animEffect filter="fade" transition="in">
                                      <p:cBhvr additive="repl">
                                        <p:cTn id="898" dur="500"/>
                                        <p:tgtEl>
                                          <p:spTgt spid="703"/>
                                        </p:tgtEl>
                                      </p:cBhvr>
                                    </p:animEffect>
                                  </p:childTnLst>
                                </p:cTn>
                              </p:par>
                              <p:par>
                                <p:cTn id="899" nodeType="withEffect" fill="hold" presetClass="entr" presetID="10">
                                  <p:stCondLst>
                                    <p:cond delay="0"/>
                                  </p:stCondLst>
                                  <p:childTnLst>
                                    <p:set>
                                      <p:cBhvr>
                                        <p:cTn id="900" dur="1" fill="hold">
                                          <p:stCondLst>
                                            <p:cond delay="0"/>
                                          </p:stCondLst>
                                        </p:cTn>
                                        <p:tgtEl>
                                          <p:spTgt spid="686"/>
                                        </p:tgtEl>
                                        <p:attrNameLst>
                                          <p:attrName>style.visibility</p:attrName>
                                        </p:attrNameLst>
                                      </p:cBhvr>
                                      <p:to>
                                        <p:strVal val="visible"/>
                                      </p:to>
                                    </p:set>
                                    <p:animEffect filter="fade" transition="in">
                                      <p:cBhvr additive="repl">
                                        <p:cTn id="901" dur="500"/>
                                        <p:tgtEl>
                                          <p:spTgt spid="6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Introduction Athena</a:t>
            </a:r>
            <a:endParaRPr b="0" lang="en-US" sz="2000" spc="-1" strike="noStrike">
              <a:solidFill>
                <a:srgbClr val="000000"/>
              </a:solidFill>
              <a:latin typeface="Calibri"/>
            </a:endParaRPr>
          </a:p>
        </p:txBody>
      </p:sp>
      <p:sp>
        <p:nvSpPr>
          <p:cNvPr id="717" name="PlaceHolder 2"/>
          <p:cNvSpPr>
            <a:spLocks noGrp="1"/>
          </p:cNvSpPr>
          <p:nvPr>
            <p:ph/>
          </p:nvPr>
        </p:nvSpPr>
        <p:spPr>
          <a:xfrm>
            <a:off x="395280" y="1043640"/>
            <a:ext cx="4103640" cy="375984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Explanatory chatbot for prediction tasks</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Three datesets included (extensible):</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de-DE" sz="1800" spc="-1" strike="noStrike">
                <a:solidFill>
                  <a:srgbClr val="000000"/>
                </a:solidFill>
                <a:latin typeface="Calibri"/>
              </a:rPr>
              <a:t>German credit data („Am I creditworthy?“)</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de-DE" sz="1800" spc="-1" strike="noStrike">
                <a:solidFill>
                  <a:srgbClr val="000000"/>
                </a:solidFill>
                <a:latin typeface="Calibri"/>
              </a:rPr>
              <a:t>Titanic („Would I have surived on the titanic?“)</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de-DE" sz="1800" spc="-1" strike="noStrike">
                <a:solidFill>
                  <a:srgbClr val="000000"/>
                </a:solidFill>
                <a:latin typeface="Calibri"/>
              </a:rPr>
              <a:t>Diabetes Risk Assessment („Am I at risk for diabetes?</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Random Forest Classifier</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Three XAI-Methods supported: </a:t>
            </a:r>
            <a:br>
              <a:rPr sz="1800"/>
            </a:br>
            <a:r>
              <a:rPr b="0" lang="de-DE" sz="1800" spc="-1" strike="noStrike">
                <a:solidFill>
                  <a:srgbClr val="000000"/>
                </a:solidFill>
                <a:latin typeface="Calibri"/>
              </a:rPr>
              <a:t>SHAP, CF, Example</a:t>
            </a:r>
            <a:endParaRPr b="0" lang="en-US" sz="1800" spc="-1" strike="noStrike">
              <a:solidFill>
                <a:srgbClr val="000000"/>
              </a:solidFill>
              <a:latin typeface="Calibri"/>
            </a:endParaRPr>
          </a:p>
        </p:txBody>
      </p:sp>
      <p:sp>
        <p:nvSpPr>
          <p:cNvPr id="718" name="PlaceHolder 3"/>
          <p:cNvSpPr>
            <a:spLocks noGrp="1"/>
          </p:cNvSpPr>
          <p:nvPr>
            <p:ph/>
          </p:nvPr>
        </p:nvSpPr>
        <p:spPr>
          <a:xfrm rot="10800000">
            <a:off x="8754840" y="2818800"/>
            <a:ext cx="146160" cy="198504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719" name="PlaceHolder 4"/>
          <p:cNvSpPr>
            <a:spLocks noGrp="1"/>
          </p:cNvSpPr>
          <p:nvPr>
            <p:ph type="dt" idx="73"/>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720" name="PlaceHolder 5"/>
          <p:cNvSpPr>
            <a:spLocks noGrp="1"/>
          </p:cNvSpPr>
          <p:nvPr>
            <p:ph type="ftr" idx="74"/>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721" name="PlaceHolder 6"/>
          <p:cNvSpPr>
            <a:spLocks noGrp="1"/>
          </p:cNvSpPr>
          <p:nvPr>
            <p:ph type="sldNum" idx="75"/>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032C9348-0AF3-47F2-A86F-CC9BEDAEDFFE}" type="slidenum">
              <a:rPr b="0" lang="de-DE" sz="900" spc="-1" strike="noStrike">
                <a:solidFill>
                  <a:srgbClr val="ffffff"/>
                </a:solidFill>
                <a:latin typeface="Arial"/>
              </a:rPr>
              <a:t>17</a:t>
            </a:fld>
            <a:endParaRPr b="0" lang="en-US" sz="900" spc="-1" strike="noStrike">
              <a:latin typeface="Times New Roman"/>
            </a:endParaRPr>
          </a:p>
        </p:txBody>
      </p:sp>
      <p:pic>
        <p:nvPicPr>
          <p:cNvPr id="722" name="Bildplatzhalter 7" descr=""/>
          <p:cNvPicPr/>
          <p:nvPr/>
        </p:nvPicPr>
        <p:blipFill>
          <a:blip r:embed="rId1"/>
          <a:srcRect l="-192099" t="-221565" r="-192099" b="-221565"/>
          <a:stretch/>
        </p:blipFill>
        <p:spPr>
          <a:xfrm>
            <a:off x="4645080" y="1131840"/>
            <a:ext cx="4103280" cy="3671640"/>
          </a:xfrm>
          <a:prstGeom prst="rect">
            <a:avLst/>
          </a:prstGeom>
          <a:ln w="0">
            <a:noFill/>
          </a:ln>
        </p:spPr>
      </p:pic>
      <p:pic>
        <p:nvPicPr>
          <p:cNvPr id="723" name="Grafik 8" descr=""/>
          <p:cNvPicPr/>
          <p:nvPr/>
        </p:nvPicPr>
        <p:blipFill>
          <a:blip r:embed="rId2"/>
          <a:stretch/>
        </p:blipFill>
        <p:spPr>
          <a:xfrm>
            <a:off x="4537800" y="1089360"/>
            <a:ext cx="4238280" cy="3030840"/>
          </a:xfrm>
          <a:prstGeom prst="rect">
            <a:avLst/>
          </a:prstGeom>
          <a:ln w="0">
            <a:noFill/>
          </a:ln>
        </p:spPr>
      </p:pic>
      <p:sp>
        <p:nvSpPr>
          <p:cNvPr id="724" name="Textfeld 10"/>
          <p:cNvSpPr/>
          <p:nvPr/>
        </p:nvSpPr>
        <p:spPr>
          <a:xfrm>
            <a:off x="7855200" y="134640"/>
            <a:ext cx="825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Evaluation</a:t>
            </a:r>
            <a:endParaRPr b="0" lang="en-US" sz="1200" spc="-1" strike="noStrike">
              <a:latin typeface="Arial"/>
            </a:endParaRPr>
          </a:p>
        </p:txBody>
      </p:sp>
      <p:sp>
        <p:nvSpPr>
          <p:cNvPr id="725" name="Rechteck 13"/>
          <p:cNvSpPr/>
          <p:nvPr/>
        </p:nvSpPr>
        <p:spPr>
          <a:xfrm>
            <a:off x="8804520" y="664200"/>
            <a:ext cx="277560" cy="277560"/>
          </a:xfrm>
          <a:prstGeom prst="rect">
            <a:avLst/>
          </a:prstGeom>
          <a:blipFill rotWithShape="0">
            <a:blip r:embed="rId3"/>
            <a:srcRect/>
            <a:stretch/>
          </a:blipFill>
          <a:ln>
            <a:noFill/>
          </a:ln>
        </p:spPr>
        <p:style>
          <a:lnRef idx="2"/>
          <a:fillRef idx="0"/>
          <a:effectRef idx="0">
            <a:schemeClr val="accent2">
              <a:hueOff val="0"/>
              <a:satOff val="0"/>
              <a:lumOff val="0"/>
              <a:alphaOff val="0"/>
            </a:schemeClr>
          </a:effectRef>
          <a:fontRef idx="minor"/>
        </p:style>
      </p:sp>
      <p:sp>
        <p:nvSpPr>
          <p:cNvPr id="726" name="Rechteck 14"/>
          <p:cNvSpPr/>
          <p:nvPr/>
        </p:nvSpPr>
        <p:spPr>
          <a:xfrm>
            <a:off x="8804520" y="1043640"/>
            <a:ext cx="277560" cy="277560"/>
          </a:xfrm>
          <a:prstGeom prst="rect">
            <a:avLst/>
          </a:prstGeom>
          <a:blipFill rotWithShape="0">
            <a:blip r:embed="rId4"/>
            <a:srcRect/>
            <a:stretch/>
          </a:blipFill>
          <a:ln>
            <a:noFill/>
          </a:ln>
        </p:spPr>
        <p:style>
          <a:lnRef idx="2"/>
          <a:fillRef idx="0"/>
          <a:effectRef idx="0">
            <a:schemeClr val="accent3">
              <a:hueOff val="0"/>
              <a:satOff val="0"/>
              <a:lumOff val="0"/>
              <a:alphaOff val="0"/>
            </a:schemeClr>
          </a:effectRef>
          <a:fontRef idx="minor"/>
        </p:style>
      </p:sp>
      <p:sp>
        <p:nvSpPr>
          <p:cNvPr id="727" name="Rechteck 15"/>
          <p:cNvSpPr/>
          <p:nvPr/>
        </p:nvSpPr>
        <p:spPr>
          <a:xfrm>
            <a:off x="8804520" y="1379160"/>
            <a:ext cx="277560" cy="277560"/>
          </a:xfrm>
          <a:prstGeom prst="rect">
            <a:avLst/>
          </a:prstGeom>
          <a:blipFill rotWithShape="0">
            <a:blip r:embed="rId5"/>
            <a:srcRect/>
            <a:stretch/>
          </a:blipFill>
          <a:ln>
            <a:noFill/>
          </a:ln>
        </p:spPr>
        <p:style>
          <a:lnRef idx="2"/>
          <a:fillRef idx="0"/>
          <a:effectRef idx="0">
            <a:schemeClr val="accent4">
              <a:hueOff val="0"/>
              <a:satOff val="0"/>
              <a:lumOff val="0"/>
              <a:alphaOff val="0"/>
            </a:schemeClr>
          </a:effectRef>
          <a:fontRef idx="minor"/>
        </p:style>
      </p:sp>
      <p:sp>
        <p:nvSpPr>
          <p:cNvPr id="728" name="Rechteck 16"/>
          <p:cNvSpPr/>
          <p:nvPr/>
        </p:nvSpPr>
        <p:spPr>
          <a:xfrm>
            <a:off x="8804520" y="1688760"/>
            <a:ext cx="277560" cy="277560"/>
          </a:xfrm>
          <a:prstGeom prst="rect">
            <a:avLst/>
          </a:prstGeom>
          <a:blipFill rotWithShape="0">
            <a:blip r:embed="rId6"/>
            <a:srcRect/>
            <a:stretch/>
          </a:blipFill>
          <a:ln>
            <a:noFill/>
          </a:ln>
        </p:spPr>
        <p:style>
          <a:lnRef idx="2"/>
          <a:fillRef idx="0"/>
          <a:effectRef idx="0">
            <a:schemeClr val="accent5">
              <a:hueOff val="0"/>
              <a:satOff val="0"/>
              <a:lumOff val="0"/>
              <a:alphaOff val="0"/>
            </a:schemeClr>
          </a:effectRef>
          <a:fontRef idx="minor"/>
        </p:style>
      </p:sp>
      <p:sp>
        <p:nvSpPr>
          <p:cNvPr id="729" name="Rechteck 17"/>
          <p:cNvSpPr/>
          <p:nvPr/>
        </p:nvSpPr>
        <p:spPr>
          <a:xfrm>
            <a:off x="8804520" y="2007000"/>
            <a:ext cx="277560" cy="277560"/>
          </a:xfrm>
          <a:prstGeom prst="rect">
            <a:avLst/>
          </a:prstGeom>
          <a:blipFill rotWithShape="0">
            <a:blip r:embed="rId7"/>
            <a:srcRect/>
            <a:stretch/>
          </a:blipFill>
          <a:ln>
            <a:noFill/>
          </a:ln>
        </p:spPr>
        <p:style>
          <a:lnRef idx="2"/>
          <a:fillRef idx="0"/>
          <a:effectRef idx="0">
            <a:schemeClr val="accent6">
              <a:hueOff val="0"/>
              <a:satOff val="0"/>
              <a:lumOff val="0"/>
              <a:alphaOff val="0"/>
            </a:schemeClr>
          </a:effectRef>
          <a:fontRef idx="minor"/>
        </p:style>
      </p:sp>
      <p:sp>
        <p:nvSpPr>
          <p:cNvPr id="730" name="Rechteck 18"/>
          <p:cNvSpPr/>
          <p:nvPr/>
        </p:nvSpPr>
        <p:spPr>
          <a:xfrm>
            <a:off x="8804520" y="2316600"/>
            <a:ext cx="277560" cy="277560"/>
          </a:xfrm>
          <a:prstGeom prst="rect">
            <a:avLst/>
          </a:prstGeom>
          <a:blipFill rotWithShape="0">
            <a:blip r:embed="rId8"/>
            <a:srcRect/>
            <a:stretch/>
          </a:blipFill>
          <a:ln>
            <a:noFill/>
          </a:ln>
        </p:spPr>
        <p:style>
          <a:lnRef idx="2"/>
          <a:fillRef idx="0"/>
          <a:effectRef idx="0">
            <a:schemeClr val="accent2">
              <a:hueOff val="0"/>
              <a:satOff val="0"/>
              <a:lumOff val="0"/>
              <a:alphaOff val="0"/>
            </a:schemeClr>
          </a:effectRef>
          <a:fontRef idx="minor"/>
        </p:style>
      </p:sp>
      <p:sp>
        <p:nvSpPr>
          <p:cNvPr id="731" name="Rechteck 19"/>
          <p:cNvSpPr/>
          <p:nvPr/>
        </p:nvSpPr>
        <p:spPr>
          <a:xfrm>
            <a:off x="7601400" y="148320"/>
            <a:ext cx="277560" cy="277560"/>
          </a:xfrm>
          <a:prstGeom prst="rect">
            <a:avLst/>
          </a:prstGeom>
          <a:blipFill rotWithShape="0">
            <a:blip r:embed="rId9"/>
            <a:srcRect/>
            <a:stretch/>
          </a:blipFill>
          <a:ln>
            <a:noFill/>
          </a:ln>
        </p:spPr>
        <p:style>
          <a:lnRef idx="2"/>
          <a:fillRef idx="0"/>
          <a:effectRef idx="0">
            <a:schemeClr val="accent6">
              <a:hueOff val="0"/>
              <a:satOff val="0"/>
              <a:lumOff val="0"/>
              <a:alphaOff val="0"/>
            </a:schemeClr>
          </a:effectRef>
          <a:fontRef idx="minor"/>
        </p:style>
      </p:sp>
    </p:spTree>
  </p:cSld>
  <p:transition spd="slow">
    <p:push dir="u"/>
  </p:transition>
  <p:timing>
    <p:tnLst>
      <p:par>
        <p:cTn id="902" dur="indefinite" restart="never" nodeType="tmRoot">
          <p:childTnLst>
            <p:seq>
              <p:cTn id="903" dur="indefinite" nodeType="mainSeq">
                <p:childTnLst>
                  <p:par>
                    <p:cTn id="904" fill="hold">
                      <p:stCondLst>
                        <p:cond delay="indefinite"/>
                      </p:stCondLst>
                      <p:childTnLst>
                        <p:par>
                          <p:cTn id="905" fill="hold">
                            <p:stCondLst>
                              <p:cond delay="0"/>
                            </p:stCondLst>
                            <p:childTnLst>
                              <p:par>
                                <p:cTn id="906" nodeType="clickEffect" fill="hold" presetClass="entr" presetID="10">
                                  <p:stCondLst>
                                    <p:cond delay="0"/>
                                  </p:stCondLst>
                                  <p:childTnLst>
                                    <p:set>
                                      <p:cBhvr>
                                        <p:cTn id="907" dur="1" fill="hold">
                                          <p:stCondLst>
                                            <p:cond delay="0"/>
                                          </p:stCondLst>
                                        </p:cTn>
                                        <p:tgtEl>
                                          <p:spTgt spid="717">
                                            <p:txEl>
                                              <p:pRg st="0" end="0"/>
                                            </p:txEl>
                                          </p:spTgt>
                                        </p:tgtEl>
                                        <p:attrNameLst>
                                          <p:attrName>style.visibility</p:attrName>
                                        </p:attrNameLst>
                                      </p:cBhvr>
                                      <p:to>
                                        <p:strVal val="visible"/>
                                      </p:to>
                                    </p:set>
                                    <p:animEffect filter="fade" transition="in">
                                      <p:cBhvr additive="repl">
                                        <p:cTn id="908" dur="500"/>
                                        <p:tgtEl>
                                          <p:spTgt spid="717">
                                            <p:txEl>
                                              <p:pRg st="0" end="0"/>
                                            </p:txEl>
                                          </p:spTgt>
                                        </p:tgtEl>
                                      </p:cBhvr>
                                    </p:animEffect>
                                  </p:childTnLst>
                                </p:cTn>
                              </p:par>
                            </p:childTnLst>
                          </p:cTn>
                        </p:par>
                      </p:childTnLst>
                    </p:cTn>
                  </p:par>
                  <p:par>
                    <p:cTn id="909" fill="hold">
                      <p:stCondLst>
                        <p:cond delay="indefinite"/>
                      </p:stCondLst>
                      <p:childTnLst>
                        <p:par>
                          <p:cTn id="910" fill="hold">
                            <p:stCondLst>
                              <p:cond delay="0"/>
                            </p:stCondLst>
                            <p:childTnLst>
                              <p:par>
                                <p:cTn id="911" nodeType="clickEffect" fill="hold" presetClass="entr" presetID="10">
                                  <p:stCondLst>
                                    <p:cond delay="0"/>
                                  </p:stCondLst>
                                  <p:childTnLst>
                                    <p:set>
                                      <p:cBhvr>
                                        <p:cTn id="912" dur="1" fill="hold">
                                          <p:stCondLst>
                                            <p:cond delay="0"/>
                                          </p:stCondLst>
                                        </p:cTn>
                                        <p:tgtEl>
                                          <p:spTgt spid="717">
                                            <p:txEl>
                                              <p:pRg st="1" end="1"/>
                                            </p:txEl>
                                          </p:spTgt>
                                        </p:tgtEl>
                                        <p:attrNameLst>
                                          <p:attrName>style.visibility</p:attrName>
                                        </p:attrNameLst>
                                      </p:cBhvr>
                                      <p:to>
                                        <p:strVal val="visible"/>
                                      </p:to>
                                    </p:set>
                                    <p:animEffect filter="fade" transition="in">
                                      <p:cBhvr additive="repl">
                                        <p:cTn id="913" dur="500"/>
                                        <p:tgtEl>
                                          <p:spTgt spid="717">
                                            <p:txEl>
                                              <p:pRg st="1" end="1"/>
                                            </p:txEl>
                                          </p:spTgt>
                                        </p:tgtEl>
                                      </p:cBhvr>
                                    </p:animEffect>
                                  </p:childTnLst>
                                </p:cTn>
                              </p:par>
                              <p:par>
                                <p:cTn id="914" nodeType="withEffect" fill="hold" presetClass="entr" presetID="10">
                                  <p:stCondLst>
                                    <p:cond delay="0"/>
                                  </p:stCondLst>
                                  <p:childTnLst>
                                    <p:set>
                                      <p:cBhvr>
                                        <p:cTn id="915" dur="1" fill="hold">
                                          <p:stCondLst>
                                            <p:cond delay="0"/>
                                          </p:stCondLst>
                                        </p:cTn>
                                        <p:tgtEl>
                                          <p:spTgt spid="717">
                                            <p:txEl>
                                              <p:pRg st="2" end="2"/>
                                            </p:txEl>
                                          </p:spTgt>
                                        </p:tgtEl>
                                        <p:attrNameLst>
                                          <p:attrName>style.visibility</p:attrName>
                                        </p:attrNameLst>
                                      </p:cBhvr>
                                      <p:to>
                                        <p:strVal val="visible"/>
                                      </p:to>
                                    </p:set>
                                    <p:animEffect filter="fade" transition="in">
                                      <p:cBhvr additive="repl">
                                        <p:cTn id="916" dur="500"/>
                                        <p:tgtEl>
                                          <p:spTgt spid="717">
                                            <p:txEl>
                                              <p:pRg st="2" end="2"/>
                                            </p:txEl>
                                          </p:spTgt>
                                        </p:tgtEl>
                                      </p:cBhvr>
                                    </p:animEffect>
                                  </p:childTnLst>
                                </p:cTn>
                              </p:par>
                              <p:par>
                                <p:cTn id="917" nodeType="withEffect" fill="hold" presetClass="entr" presetID="10">
                                  <p:stCondLst>
                                    <p:cond delay="0"/>
                                  </p:stCondLst>
                                  <p:childTnLst>
                                    <p:set>
                                      <p:cBhvr>
                                        <p:cTn id="918" dur="1" fill="hold">
                                          <p:stCondLst>
                                            <p:cond delay="0"/>
                                          </p:stCondLst>
                                        </p:cTn>
                                        <p:tgtEl>
                                          <p:spTgt spid="717">
                                            <p:txEl>
                                              <p:pRg st="3" end="3"/>
                                            </p:txEl>
                                          </p:spTgt>
                                        </p:tgtEl>
                                        <p:attrNameLst>
                                          <p:attrName>style.visibility</p:attrName>
                                        </p:attrNameLst>
                                      </p:cBhvr>
                                      <p:to>
                                        <p:strVal val="visible"/>
                                      </p:to>
                                    </p:set>
                                    <p:animEffect filter="fade" transition="in">
                                      <p:cBhvr additive="repl">
                                        <p:cTn id="919" dur="500"/>
                                        <p:tgtEl>
                                          <p:spTgt spid="717">
                                            <p:txEl>
                                              <p:pRg st="3" end="3"/>
                                            </p:txEl>
                                          </p:spTgt>
                                        </p:tgtEl>
                                      </p:cBhvr>
                                    </p:animEffect>
                                  </p:childTnLst>
                                </p:cTn>
                              </p:par>
                              <p:par>
                                <p:cTn id="920" nodeType="withEffect" fill="hold" presetClass="entr" presetID="10">
                                  <p:stCondLst>
                                    <p:cond delay="0"/>
                                  </p:stCondLst>
                                  <p:childTnLst>
                                    <p:set>
                                      <p:cBhvr>
                                        <p:cTn id="921" dur="1" fill="hold">
                                          <p:stCondLst>
                                            <p:cond delay="0"/>
                                          </p:stCondLst>
                                        </p:cTn>
                                        <p:tgtEl>
                                          <p:spTgt spid="717">
                                            <p:txEl>
                                              <p:pRg st="4" end="4"/>
                                            </p:txEl>
                                          </p:spTgt>
                                        </p:tgtEl>
                                        <p:attrNameLst>
                                          <p:attrName>style.visibility</p:attrName>
                                        </p:attrNameLst>
                                      </p:cBhvr>
                                      <p:to>
                                        <p:strVal val="visible"/>
                                      </p:to>
                                    </p:set>
                                    <p:animEffect filter="fade" transition="in">
                                      <p:cBhvr additive="repl">
                                        <p:cTn id="922" dur="500"/>
                                        <p:tgtEl>
                                          <p:spTgt spid="717">
                                            <p:txEl>
                                              <p:pRg st="4" end="4"/>
                                            </p:txEl>
                                          </p:spTgt>
                                        </p:tgtEl>
                                      </p:cBhvr>
                                    </p:animEffect>
                                  </p:childTnLst>
                                </p:cTn>
                              </p:par>
                            </p:childTnLst>
                          </p:cTn>
                        </p:par>
                      </p:childTnLst>
                    </p:cTn>
                  </p:par>
                  <p:par>
                    <p:cTn id="923" fill="hold">
                      <p:stCondLst>
                        <p:cond delay="indefinite"/>
                      </p:stCondLst>
                      <p:childTnLst>
                        <p:par>
                          <p:cTn id="924" fill="hold">
                            <p:stCondLst>
                              <p:cond delay="0"/>
                            </p:stCondLst>
                            <p:childTnLst>
                              <p:par>
                                <p:cTn id="925" nodeType="clickEffect" fill="hold" presetClass="entr" presetID="10">
                                  <p:stCondLst>
                                    <p:cond delay="0"/>
                                  </p:stCondLst>
                                  <p:childTnLst>
                                    <p:set>
                                      <p:cBhvr>
                                        <p:cTn id="926" dur="1" fill="hold">
                                          <p:stCondLst>
                                            <p:cond delay="0"/>
                                          </p:stCondLst>
                                        </p:cTn>
                                        <p:tgtEl>
                                          <p:spTgt spid="717">
                                            <p:txEl>
                                              <p:pRg st="5" end="5"/>
                                            </p:txEl>
                                          </p:spTgt>
                                        </p:tgtEl>
                                        <p:attrNameLst>
                                          <p:attrName>style.visibility</p:attrName>
                                        </p:attrNameLst>
                                      </p:cBhvr>
                                      <p:to>
                                        <p:strVal val="visible"/>
                                      </p:to>
                                    </p:set>
                                    <p:animEffect filter="fade" transition="in">
                                      <p:cBhvr additive="repl">
                                        <p:cTn id="927" dur="500"/>
                                        <p:tgtEl>
                                          <p:spTgt spid="717">
                                            <p:txEl>
                                              <p:pRg st="5" end="5"/>
                                            </p:txEl>
                                          </p:spTgt>
                                        </p:tgtEl>
                                      </p:cBhvr>
                                    </p:animEffect>
                                  </p:childTnLst>
                                </p:cTn>
                              </p:par>
                            </p:childTnLst>
                          </p:cTn>
                        </p:par>
                      </p:childTnLst>
                    </p:cTn>
                  </p:par>
                  <p:par>
                    <p:cTn id="928" fill="hold">
                      <p:stCondLst>
                        <p:cond delay="indefinite"/>
                      </p:stCondLst>
                      <p:childTnLst>
                        <p:par>
                          <p:cTn id="929" fill="hold">
                            <p:stCondLst>
                              <p:cond delay="0"/>
                            </p:stCondLst>
                            <p:childTnLst>
                              <p:par>
                                <p:cTn id="930" nodeType="clickEffect" fill="hold" presetClass="entr" presetID="10">
                                  <p:stCondLst>
                                    <p:cond delay="0"/>
                                  </p:stCondLst>
                                  <p:childTnLst>
                                    <p:set>
                                      <p:cBhvr>
                                        <p:cTn id="931" dur="1" fill="hold">
                                          <p:stCondLst>
                                            <p:cond delay="0"/>
                                          </p:stCondLst>
                                        </p:cTn>
                                        <p:tgtEl>
                                          <p:spTgt spid="717">
                                            <p:txEl>
                                              <p:pRg st="6" end="6"/>
                                            </p:txEl>
                                          </p:spTgt>
                                        </p:tgtEl>
                                        <p:attrNameLst>
                                          <p:attrName>style.visibility</p:attrName>
                                        </p:attrNameLst>
                                      </p:cBhvr>
                                      <p:to>
                                        <p:strVal val="visible"/>
                                      </p:to>
                                    </p:set>
                                    <p:animEffect filter="fade" transition="in">
                                      <p:cBhvr additive="repl">
                                        <p:cTn id="932" dur="500"/>
                                        <p:tgtEl>
                                          <p:spTgt spid="717">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Athena Architecture</a:t>
            </a:r>
            <a:endParaRPr b="0" lang="en-US" sz="2000" spc="-1" strike="noStrike">
              <a:solidFill>
                <a:srgbClr val="000000"/>
              </a:solidFill>
              <a:latin typeface="Calibri"/>
            </a:endParaRPr>
          </a:p>
        </p:txBody>
      </p:sp>
      <p:sp>
        <p:nvSpPr>
          <p:cNvPr id="733" name="PlaceHolder 2"/>
          <p:cNvSpPr>
            <a:spLocks noGrp="1"/>
          </p:cNvSpPr>
          <p:nvPr>
            <p:ph/>
          </p:nvPr>
        </p:nvSpPr>
        <p:spPr>
          <a:xfrm>
            <a:off x="395280" y="1131840"/>
            <a:ext cx="4103640" cy="367164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Explanation intents classified by BERT model (generic); fine-tuned on handcrafted data</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ML Feature Extraction to get use-case specific information</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XAI module with custom implementation of counterfactuals and SHAP-library.</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Rule-based dialogue management</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Knowledge handler for including domain knowledge</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Templates for XAI explanations</a:t>
            </a:r>
            <a:endParaRPr b="0" lang="en-US" sz="1800" spc="-1" strike="noStrike">
              <a:solidFill>
                <a:srgbClr val="000000"/>
              </a:solidFill>
              <a:latin typeface="Calibri"/>
            </a:endParaRPr>
          </a:p>
        </p:txBody>
      </p:sp>
      <p:pic>
        <p:nvPicPr>
          <p:cNvPr id="734" name="Bildplatzhalter 10" descr=""/>
          <p:cNvPicPr/>
          <p:nvPr/>
        </p:nvPicPr>
        <p:blipFill>
          <a:blip r:embed="rId1"/>
          <a:srcRect l="-192099" t="-221565" r="-192099" b="-221565"/>
          <a:stretch/>
        </p:blipFill>
        <p:spPr>
          <a:xfrm>
            <a:off x="4645080" y="1131840"/>
            <a:ext cx="4103280" cy="3671640"/>
          </a:xfrm>
          <a:prstGeom prst="rect">
            <a:avLst/>
          </a:prstGeom>
          <a:ln w="0">
            <a:noFill/>
          </a:ln>
        </p:spPr>
      </p:pic>
      <p:sp>
        <p:nvSpPr>
          <p:cNvPr id="735" name="PlaceHolder 3"/>
          <p:cNvSpPr>
            <a:spLocks noGrp="1"/>
          </p:cNvSpPr>
          <p:nvPr>
            <p:ph/>
          </p:nvPr>
        </p:nvSpPr>
        <p:spPr>
          <a:xfrm rot="10800000">
            <a:off x="8754840" y="2818800"/>
            <a:ext cx="146160" cy="198504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736" name="PlaceHolder 4"/>
          <p:cNvSpPr>
            <a:spLocks noGrp="1"/>
          </p:cNvSpPr>
          <p:nvPr>
            <p:ph type="dt" idx="76"/>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737" name="PlaceHolder 5"/>
          <p:cNvSpPr>
            <a:spLocks noGrp="1"/>
          </p:cNvSpPr>
          <p:nvPr>
            <p:ph type="ftr" idx="77"/>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738" name="PlaceHolder 6"/>
          <p:cNvSpPr>
            <a:spLocks noGrp="1"/>
          </p:cNvSpPr>
          <p:nvPr>
            <p:ph type="sldNum" idx="78"/>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A1D0F1DC-1127-4BCB-B7E6-C34ED9BF0D35}" type="slidenum">
              <a:rPr b="0" lang="de-DE" sz="900" spc="-1" strike="noStrike">
                <a:solidFill>
                  <a:srgbClr val="ffffff"/>
                </a:solidFill>
                <a:latin typeface="Arial"/>
              </a:rPr>
              <a:t>17</a:t>
            </a:fld>
            <a:endParaRPr b="0" lang="en-US" sz="900" spc="-1" strike="noStrike">
              <a:latin typeface="Times New Roman"/>
            </a:endParaRPr>
          </a:p>
        </p:txBody>
      </p:sp>
      <p:pic>
        <p:nvPicPr>
          <p:cNvPr id="739" name="Grafik 6" descr=""/>
          <p:cNvPicPr/>
          <p:nvPr/>
        </p:nvPicPr>
        <p:blipFill>
          <a:blip r:embed="rId2"/>
          <a:stretch/>
        </p:blipFill>
        <p:spPr>
          <a:xfrm>
            <a:off x="4647240" y="1238760"/>
            <a:ext cx="4042080" cy="3071520"/>
          </a:xfrm>
          <a:prstGeom prst="rect">
            <a:avLst/>
          </a:prstGeom>
          <a:ln w="0">
            <a:noFill/>
          </a:ln>
        </p:spPr>
      </p:pic>
      <p:sp>
        <p:nvSpPr>
          <p:cNvPr id="740" name="Textfeld 2"/>
          <p:cNvSpPr/>
          <p:nvPr/>
        </p:nvSpPr>
        <p:spPr>
          <a:xfrm>
            <a:off x="7855200" y="134640"/>
            <a:ext cx="825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Evaluation</a:t>
            </a:r>
            <a:endParaRPr b="0" lang="en-US" sz="1200" spc="-1" strike="noStrike">
              <a:latin typeface="Arial"/>
            </a:endParaRPr>
          </a:p>
        </p:txBody>
      </p:sp>
      <p:sp>
        <p:nvSpPr>
          <p:cNvPr id="741" name="Rechteck 8"/>
          <p:cNvSpPr/>
          <p:nvPr/>
        </p:nvSpPr>
        <p:spPr>
          <a:xfrm>
            <a:off x="8804520" y="664200"/>
            <a:ext cx="277560" cy="277560"/>
          </a:xfrm>
          <a:prstGeom prst="rect">
            <a:avLst/>
          </a:prstGeom>
          <a:blipFill rotWithShape="0">
            <a:blip r:embed="rId3"/>
            <a:srcRect/>
            <a:stretch/>
          </a:blipFill>
          <a:ln>
            <a:noFill/>
          </a:ln>
        </p:spPr>
        <p:style>
          <a:lnRef idx="2"/>
          <a:fillRef idx="0"/>
          <a:effectRef idx="0">
            <a:schemeClr val="accent2">
              <a:hueOff val="0"/>
              <a:satOff val="0"/>
              <a:lumOff val="0"/>
              <a:alphaOff val="0"/>
            </a:schemeClr>
          </a:effectRef>
          <a:fontRef idx="minor"/>
        </p:style>
      </p:sp>
      <p:sp>
        <p:nvSpPr>
          <p:cNvPr id="742" name="Rechteck 12"/>
          <p:cNvSpPr/>
          <p:nvPr/>
        </p:nvSpPr>
        <p:spPr>
          <a:xfrm>
            <a:off x="8804520" y="1043640"/>
            <a:ext cx="277560" cy="277560"/>
          </a:xfrm>
          <a:prstGeom prst="rect">
            <a:avLst/>
          </a:prstGeom>
          <a:blipFill rotWithShape="0">
            <a:blip r:embed="rId4"/>
            <a:srcRect/>
            <a:stretch/>
          </a:blipFill>
          <a:ln>
            <a:noFill/>
          </a:ln>
        </p:spPr>
        <p:style>
          <a:lnRef idx="2"/>
          <a:fillRef idx="0"/>
          <a:effectRef idx="0">
            <a:schemeClr val="accent3">
              <a:hueOff val="0"/>
              <a:satOff val="0"/>
              <a:lumOff val="0"/>
              <a:alphaOff val="0"/>
            </a:schemeClr>
          </a:effectRef>
          <a:fontRef idx="minor"/>
        </p:style>
      </p:sp>
      <p:sp>
        <p:nvSpPr>
          <p:cNvPr id="743" name="Rechteck 13"/>
          <p:cNvSpPr/>
          <p:nvPr/>
        </p:nvSpPr>
        <p:spPr>
          <a:xfrm>
            <a:off x="8804520" y="1379160"/>
            <a:ext cx="277560" cy="277560"/>
          </a:xfrm>
          <a:prstGeom prst="rect">
            <a:avLst/>
          </a:prstGeom>
          <a:blipFill rotWithShape="0">
            <a:blip r:embed="rId5"/>
            <a:srcRect/>
            <a:stretch/>
          </a:blipFill>
          <a:ln>
            <a:noFill/>
          </a:ln>
        </p:spPr>
        <p:style>
          <a:lnRef idx="2"/>
          <a:fillRef idx="0"/>
          <a:effectRef idx="0">
            <a:schemeClr val="accent4">
              <a:hueOff val="0"/>
              <a:satOff val="0"/>
              <a:lumOff val="0"/>
              <a:alphaOff val="0"/>
            </a:schemeClr>
          </a:effectRef>
          <a:fontRef idx="minor"/>
        </p:style>
      </p:sp>
      <p:sp>
        <p:nvSpPr>
          <p:cNvPr id="744" name="Rechteck 14"/>
          <p:cNvSpPr/>
          <p:nvPr/>
        </p:nvSpPr>
        <p:spPr>
          <a:xfrm>
            <a:off x="8804520" y="1688760"/>
            <a:ext cx="277560" cy="277560"/>
          </a:xfrm>
          <a:prstGeom prst="rect">
            <a:avLst/>
          </a:prstGeom>
          <a:blipFill rotWithShape="0">
            <a:blip r:embed="rId6"/>
            <a:srcRect/>
            <a:stretch/>
          </a:blipFill>
          <a:ln>
            <a:noFill/>
          </a:ln>
        </p:spPr>
        <p:style>
          <a:lnRef idx="2"/>
          <a:fillRef idx="0"/>
          <a:effectRef idx="0">
            <a:schemeClr val="accent5">
              <a:hueOff val="0"/>
              <a:satOff val="0"/>
              <a:lumOff val="0"/>
              <a:alphaOff val="0"/>
            </a:schemeClr>
          </a:effectRef>
          <a:fontRef idx="minor"/>
        </p:style>
      </p:sp>
      <p:sp>
        <p:nvSpPr>
          <p:cNvPr id="745" name="Rechteck 15"/>
          <p:cNvSpPr/>
          <p:nvPr/>
        </p:nvSpPr>
        <p:spPr>
          <a:xfrm>
            <a:off x="8804520" y="2007000"/>
            <a:ext cx="277560" cy="277560"/>
          </a:xfrm>
          <a:prstGeom prst="rect">
            <a:avLst/>
          </a:prstGeom>
          <a:blipFill rotWithShape="0">
            <a:blip r:embed="rId7"/>
            <a:srcRect/>
            <a:stretch/>
          </a:blipFill>
          <a:ln>
            <a:noFill/>
          </a:ln>
        </p:spPr>
        <p:style>
          <a:lnRef idx="2"/>
          <a:fillRef idx="0"/>
          <a:effectRef idx="0">
            <a:schemeClr val="accent6">
              <a:hueOff val="0"/>
              <a:satOff val="0"/>
              <a:lumOff val="0"/>
              <a:alphaOff val="0"/>
            </a:schemeClr>
          </a:effectRef>
          <a:fontRef idx="minor"/>
        </p:style>
      </p:sp>
      <p:sp>
        <p:nvSpPr>
          <p:cNvPr id="746" name="Rechteck 16"/>
          <p:cNvSpPr/>
          <p:nvPr/>
        </p:nvSpPr>
        <p:spPr>
          <a:xfrm>
            <a:off x="8804520" y="2316600"/>
            <a:ext cx="277560" cy="277560"/>
          </a:xfrm>
          <a:prstGeom prst="rect">
            <a:avLst/>
          </a:prstGeom>
          <a:blipFill rotWithShape="0">
            <a:blip r:embed="rId8"/>
            <a:srcRect/>
            <a:stretch/>
          </a:blipFill>
          <a:ln>
            <a:noFill/>
          </a:ln>
        </p:spPr>
        <p:style>
          <a:lnRef idx="2"/>
          <a:fillRef idx="0"/>
          <a:effectRef idx="0">
            <a:schemeClr val="accent2">
              <a:hueOff val="0"/>
              <a:satOff val="0"/>
              <a:lumOff val="0"/>
              <a:alphaOff val="0"/>
            </a:schemeClr>
          </a:effectRef>
          <a:fontRef idx="minor"/>
        </p:style>
      </p:sp>
      <p:sp>
        <p:nvSpPr>
          <p:cNvPr id="747" name="Rechteck 17"/>
          <p:cNvSpPr/>
          <p:nvPr/>
        </p:nvSpPr>
        <p:spPr>
          <a:xfrm>
            <a:off x="7601400" y="148320"/>
            <a:ext cx="277560" cy="277560"/>
          </a:xfrm>
          <a:prstGeom prst="rect">
            <a:avLst/>
          </a:prstGeom>
          <a:blipFill rotWithShape="0">
            <a:blip r:embed="rId9"/>
            <a:srcRect/>
            <a:stretch/>
          </a:blipFill>
          <a:ln>
            <a:noFill/>
          </a:ln>
        </p:spPr>
        <p:style>
          <a:lnRef idx="2"/>
          <a:fillRef idx="0"/>
          <a:effectRef idx="0">
            <a:schemeClr val="accent6">
              <a:hueOff val="0"/>
              <a:satOff val="0"/>
              <a:lumOff val="0"/>
              <a:alphaOff val="0"/>
            </a:schemeClr>
          </a:effectRef>
          <a:fontRef idx="minor"/>
        </p:style>
      </p:sp>
    </p:spTree>
  </p:cSld>
  <p:transition spd="slow">
    <p:push dir="u"/>
  </p:transition>
  <p:timing>
    <p:tnLst>
      <p:par>
        <p:cTn id="933" dur="indefinite" restart="never" nodeType="tmRoot">
          <p:childTnLst>
            <p:seq>
              <p:cTn id="934" dur="indefinite" nodeType="mainSeq">
                <p:childTnLst>
                  <p:par>
                    <p:cTn id="935" fill="hold">
                      <p:stCondLst>
                        <p:cond delay="indefinite"/>
                      </p:stCondLst>
                      <p:childTnLst>
                        <p:par>
                          <p:cTn id="936" fill="hold">
                            <p:stCondLst>
                              <p:cond delay="0"/>
                            </p:stCondLst>
                            <p:childTnLst>
                              <p:par>
                                <p:cTn id="937" nodeType="clickEffect" fill="hold" presetClass="entr" presetID="10">
                                  <p:stCondLst>
                                    <p:cond delay="0"/>
                                  </p:stCondLst>
                                  <p:childTnLst>
                                    <p:set>
                                      <p:cBhvr>
                                        <p:cTn id="938" dur="1" fill="hold">
                                          <p:stCondLst>
                                            <p:cond delay="0"/>
                                          </p:stCondLst>
                                        </p:cTn>
                                        <p:tgtEl>
                                          <p:spTgt spid="733">
                                            <p:txEl>
                                              <p:pRg st="0" end="0"/>
                                            </p:txEl>
                                          </p:spTgt>
                                        </p:tgtEl>
                                        <p:attrNameLst>
                                          <p:attrName>style.visibility</p:attrName>
                                        </p:attrNameLst>
                                      </p:cBhvr>
                                      <p:to>
                                        <p:strVal val="visible"/>
                                      </p:to>
                                    </p:set>
                                    <p:animEffect filter="fade" transition="in">
                                      <p:cBhvr additive="repl">
                                        <p:cTn id="939" dur="500"/>
                                        <p:tgtEl>
                                          <p:spTgt spid="733">
                                            <p:txEl>
                                              <p:pRg st="0" end="0"/>
                                            </p:txEl>
                                          </p:spTgt>
                                        </p:tgtEl>
                                      </p:cBhvr>
                                    </p:animEffect>
                                  </p:childTnLst>
                                </p:cTn>
                              </p:par>
                            </p:childTnLst>
                          </p:cTn>
                        </p:par>
                      </p:childTnLst>
                    </p:cTn>
                  </p:par>
                  <p:par>
                    <p:cTn id="940" fill="hold">
                      <p:stCondLst>
                        <p:cond delay="indefinite"/>
                      </p:stCondLst>
                      <p:childTnLst>
                        <p:par>
                          <p:cTn id="941" fill="hold">
                            <p:stCondLst>
                              <p:cond delay="0"/>
                            </p:stCondLst>
                            <p:childTnLst>
                              <p:par>
                                <p:cTn id="942" nodeType="clickEffect" fill="hold" presetClass="entr" presetID="10">
                                  <p:stCondLst>
                                    <p:cond delay="0"/>
                                  </p:stCondLst>
                                  <p:childTnLst>
                                    <p:set>
                                      <p:cBhvr>
                                        <p:cTn id="943" dur="1" fill="hold">
                                          <p:stCondLst>
                                            <p:cond delay="0"/>
                                          </p:stCondLst>
                                        </p:cTn>
                                        <p:tgtEl>
                                          <p:spTgt spid="733">
                                            <p:txEl>
                                              <p:pRg st="1" end="1"/>
                                            </p:txEl>
                                          </p:spTgt>
                                        </p:tgtEl>
                                        <p:attrNameLst>
                                          <p:attrName>style.visibility</p:attrName>
                                        </p:attrNameLst>
                                      </p:cBhvr>
                                      <p:to>
                                        <p:strVal val="visible"/>
                                      </p:to>
                                    </p:set>
                                    <p:animEffect filter="fade" transition="in">
                                      <p:cBhvr additive="repl">
                                        <p:cTn id="944" dur="500"/>
                                        <p:tgtEl>
                                          <p:spTgt spid="733">
                                            <p:txEl>
                                              <p:pRg st="1" end="1"/>
                                            </p:txEl>
                                          </p:spTgt>
                                        </p:tgtEl>
                                      </p:cBhvr>
                                    </p:animEffect>
                                  </p:childTnLst>
                                </p:cTn>
                              </p:par>
                            </p:childTnLst>
                          </p:cTn>
                        </p:par>
                      </p:childTnLst>
                    </p:cTn>
                  </p:par>
                  <p:par>
                    <p:cTn id="945" fill="hold">
                      <p:stCondLst>
                        <p:cond delay="indefinite"/>
                      </p:stCondLst>
                      <p:childTnLst>
                        <p:par>
                          <p:cTn id="946" fill="hold">
                            <p:stCondLst>
                              <p:cond delay="0"/>
                            </p:stCondLst>
                            <p:childTnLst>
                              <p:par>
                                <p:cTn id="947" nodeType="clickEffect" fill="hold" presetClass="entr" presetID="10">
                                  <p:stCondLst>
                                    <p:cond delay="0"/>
                                  </p:stCondLst>
                                  <p:childTnLst>
                                    <p:set>
                                      <p:cBhvr>
                                        <p:cTn id="948" dur="1" fill="hold">
                                          <p:stCondLst>
                                            <p:cond delay="0"/>
                                          </p:stCondLst>
                                        </p:cTn>
                                        <p:tgtEl>
                                          <p:spTgt spid="733">
                                            <p:txEl>
                                              <p:pRg st="2" end="2"/>
                                            </p:txEl>
                                          </p:spTgt>
                                        </p:tgtEl>
                                        <p:attrNameLst>
                                          <p:attrName>style.visibility</p:attrName>
                                        </p:attrNameLst>
                                      </p:cBhvr>
                                      <p:to>
                                        <p:strVal val="visible"/>
                                      </p:to>
                                    </p:set>
                                    <p:animEffect filter="fade" transition="in">
                                      <p:cBhvr additive="repl">
                                        <p:cTn id="949" dur="500"/>
                                        <p:tgtEl>
                                          <p:spTgt spid="733">
                                            <p:txEl>
                                              <p:pRg st="2" end="2"/>
                                            </p:txEl>
                                          </p:spTgt>
                                        </p:tgtEl>
                                      </p:cBhvr>
                                    </p:animEffect>
                                  </p:childTnLst>
                                </p:cTn>
                              </p:par>
                            </p:childTnLst>
                          </p:cTn>
                        </p:par>
                      </p:childTnLst>
                    </p:cTn>
                  </p:par>
                  <p:par>
                    <p:cTn id="950" fill="hold">
                      <p:stCondLst>
                        <p:cond delay="indefinite"/>
                      </p:stCondLst>
                      <p:childTnLst>
                        <p:par>
                          <p:cTn id="951" fill="hold">
                            <p:stCondLst>
                              <p:cond delay="0"/>
                            </p:stCondLst>
                            <p:childTnLst>
                              <p:par>
                                <p:cTn id="952" nodeType="clickEffect" fill="hold" presetClass="entr" presetID="10">
                                  <p:stCondLst>
                                    <p:cond delay="0"/>
                                  </p:stCondLst>
                                  <p:childTnLst>
                                    <p:set>
                                      <p:cBhvr>
                                        <p:cTn id="953" dur="1" fill="hold">
                                          <p:stCondLst>
                                            <p:cond delay="0"/>
                                          </p:stCondLst>
                                        </p:cTn>
                                        <p:tgtEl>
                                          <p:spTgt spid="733">
                                            <p:txEl>
                                              <p:pRg st="3" end="3"/>
                                            </p:txEl>
                                          </p:spTgt>
                                        </p:tgtEl>
                                        <p:attrNameLst>
                                          <p:attrName>style.visibility</p:attrName>
                                        </p:attrNameLst>
                                      </p:cBhvr>
                                      <p:to>
                                        <p:strVal val="visible"/>
                                      </p:to>
                                    </p:set>
                                    <p:animEffect filter="fade" transition="in">
                                      <p:cBhvr additive="repl">
                                        <p:cTn id="954" dur="500"/>
                                        <p:tgtEl>
                                          <p:spTgt spid="733">
                                            <p:txEl>
                                              <p:pRg st="3" end="3"/>
                                            </p:txEl>
                                          </p:spTgt>
                                        </p:tgtEl>
                                      </p:cBhvr>
                                    </p:animEffect>
                                  </p:childTnLst>
                                </p:cTn>
                              </p:par>
                            </p:childTnLst>
                          </p:cTn>
                        </p:par>
                      </p:childTnLst>
                    </p:cTn>
                  </p:par>
                  <p:par>
                    <p:cTn id="955" fill="hold">
                      <p:stCondLst>
                        <p:cond delay="indefinite"/>
                      </p:stCondLst>
                      <p:childTnLst>
                        <p:par>
                          <p:cTn id="956" fill="hold">
                            <p:stCondLst>
                              <p:cond delay="0"/>
                            </p:stCondLst>
                            <p:childTnLst>
                              <p:par>
                                <p:cTn id="957" nodeType="clickEffect" fill="hold" presetClass="entr" presetID="10">
                                  <p:stCondLst>
                                    <p:cond delay="0"/>
                                  </p:stCondLst>
                                  <p:childTnLst>
                                    <p:set>
                                      <p:cBhvr>
                                        <p:cTn id="958" dur="1" fill="hold">
                                          <p:stCondLst>
                                            <p:cond delay="0"/>
                                          </p:stCondLst>
                                        </p:cTn>
                                        <p:tgtEl>
                                          <p:spTgt spid="733">
                                            <p:txEl>
                                              <p:pRg st="4" end="4"/>
                                            </p:txEl>
                                          </p:spTgt>
                                        </p:tgtEl>
                                        <p:attrNameLst>
                                          <p:attrName>style.visibility</p:attrName>
                                        </p:attrNameLst>
                                      </p:cBhvr>
                                      <p:to>
                                        <p:strVal val="visible"/>
                                      </p:to>
                                    </p:set>
                                    <p:animEffect filter="fade" transition="in">
                                      <p:cBhvr additive="repl">
                                        <p:cTn id="959" dur="500"/>
                                        <p:tgtEl>
                                          <p:spTgt spid="733">
                                            <p:txEl>
                                              <p:pRg st="4" end="4"/>
                                            </p:txEl>
                                          </p:spTgt>
                                        </p:tgtEl>
                                      </p:cBhvr>
                                    </p:animEffect>
                                  </p:childTnLst>
                                </p:cTn>
                              </p:par>
                            </p:childTnLst>
                          </p:cTn>
                        </p:par>
                      </p:childTnLst>
                    </p:cTn>
                  </p:par>
                  <p:par>
                    <p:cTn id="960" fill="hold">
                      <p:stCondLst>
                        <p:cond delay="indefinite"/>
                      </p:stCondLst>
                      <p:childTnLst>
                        <p:par>
                          <p:cTn id="961" fill="hold">
                            <p:stCondLst>
                              <p:cond delay="0"/>
                            </p:stCondLst>
                            <p:childTnLst>
                              <p:par>
                                <p:cTn id="962" nodeType="clickEffect" fill="hold" presetClass="entr" presetID="10">
                                  <p:stCondLst>
                                    <p:cond delay="0"/>
                                  </p:stCondLst>
                                  <p:childTnLst>
                                    <p:set>
                                      <p:cBhvr>
                                        <p:cTn id="963" dur="1" fill="hold">
                                          <p:stCondLst>
                                            <p:cond delay="0"/>
                                          </p:stCondLst>
                                        </p:cTn>
                                        <p:tgtEl>
                                          <p:spTgt spid="733">
                                            <p:txEl>
                                              <p:pRg st="5" end="5"/>
                                            </p:txEl>
                                          </p:spTgt>
                                        </p:tgtEl>
                                        <p:attrNameLst>
                                          <p:attrName>style.visibility</p:attrName>
                                        </p:attrNameLst>
                                      </p:cBhvr>
                                      <p:to>
                                        <p:strVal val="visible"/>
                                      </p:to>
                                    </p:set>
                                    <p:animEffect filter="fade" transition="in">
                                      <p:cBhvr additive="repl">
                                        <p:cTn id="964" dur="500"/>
                                        <p:tgtEl>
                                          <p:spTgt spid="733">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Preleminary Study Setup</a:t>
            </a:r>
            <a:endParaRPr b="0" lang="en-US" sz="2000" spc="-1" strike="noStrike">
              <a:solidFill>
                <a:srgbClr val="000000"/>
              </a:solidFill>
              <a:latin typeface="Calibri"/>
            </a:endParaRPr>
          </a:p>
        </p:txBody>
      </p:sp>
      <p:sp>
        <p:nvSpPr>
          <p:cNvPr id="749" name="PlaceHolder 2"/>
          <p:cNvSpPr>
            <a:spLocks noGrp="1"/>
          </p:cNvSpPr>
          <p:nvPr>
            <p:ph/>
          </p:nvPr>
        </p:nvSpPr>
        <p:spPr>
          <a:xfrm>
            <a:off x="395280" y="1131840"/>
            <a:ext cx="8312040" cy="367164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32 participants in Online Study in 4 groups</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2 dialogues per participant (with/without domain knowledge)</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True/False AI Setting</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Titanic &amp; Credit Scenario</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Handcrafted and LLM generated arguments with fully manual annotated trees</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Evaluation:</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de-DE" sz="1800" spc="-1" strike="noStrike">
                <a:solidFill>
                  <a:srgbClr val="000000"/>
                </a:solidFill>
                <a:latin typeface="Calibri"/>
              </a:rPr>
              <a:t>2 XAI related questions (Agreement AI decision)</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de-DE" sz="1800" spc="-1" strike="noStrike">
                <a:solidFill>
                  <a:srgbClr val="000000"/>
                </a:solidFill>
                <a:latin typeface="Calibri"/>
              </a:rPr>
              <a:t>SASSI Questionnaire for dialogue system performance</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de-DE" sz="1800" spc="-1" strike="noStrike">
                <a:solidFill>
                  <a:srgbClr val="000000"/>
                </a:solidFill>
                <a:latin typeface="Calibri"/>
              </a:rPr>
              <a:t>5-likert Scale</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de-DE" sz="1800" spc="-1" strike="noStrike">
                <a:solidFill>
                  <a:srgbClr val="000000"/>
                </a:solidFill>
                <a:latin typeface="Calibri"/>
              </a:rPr>
              <a:t>Significance measured with Mann-Whitney-U Test</a:t>
            </a:r>
            <a:endParaRPr b="0" lang="en-US" sz="1800" spc="-1" strike="noStrike">
              <a:solidFill>
                <a:srgbClr val="000000"/>
              </a:solidFill>
              <a:latin typeface="Calibri"/>
            </a:endParaRPr>
          </a:p>
          <a:p>
            <a:endParaRPr b="0" lang="en-US" sz="1800" spc="-1" strike="noStrike">
              <a:solidFill>
                <a:srgbClr val="000000"/>
              </a:solidFill>
              <a:latin typeface="Calibri"/>
            </a:endParaRPr>
          </a:p>
        </p:txBody>
      </p:sp>
      <p:sp>
        <p:nvSpPr>
          <p:cNvPr id="750" name="PlaceHolder 3"/>
          <p:cNvSpPr>
            <a:spLocks noGrp="1"/>
          </p:cNvSpPr>
          <p:nvPr>
            <p:ph/>
          </p:nvPr>
        </p:nvSpPr>
        <p:spPr>
          <a:xfrm rot="10800000">
            <a:off x="8754840" y="2818800"/>
            <a:ext cx="146160" cy="198504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751" name="PlaceHolder 4"/>
          <p:cNvSpPr>
            <a:spLocks noGrp="1"/>
          </p:cNvSpPr>
          <p:nvPr>
            <p:ph type="dt" idx="79"/>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752" name="PlaceHolder 5"/>
          <p:cNvSpPr>
            <a:spLocks noGrp="1"/>
          </p:cNvSpPr>
          <p:nvPr>
            <p:ph type="ftr" idx="80"/>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753" name="PlaceHolder 6"/>
          <p:cNvSpPr>
            <a:spLocks noGrp="1"/>
          </p:cNvSpPr>
          <p:nvPr>
            <p:ph type="sldNum" idx="81"/>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04F9F720-95D9-4F20-B83C-F7F7EBEB6026}" type="slidenum">
              <a:rPr b="0" lang="de-DE" sz="900" spc="-1" strike="noStrike">
                <a:solidFill>
                  <a:srgbClr val="ffffff"/>
                </a:solidFill>
                <a:latin typeface="Arial"/>
              </a:rPr>
              <a:t>17</a:t>
            </a:fld>
            <a:endParaRPr b="0" lang="en-US" sz="900" spc="-1" strike="noStrike">
              <a:latin typeface="Times New Roman"/>
            </a:endParaRPr>
          </a:p>
        </p:txBody>
      </p:sp>
      <p:sp>
        <p:nvSpPr>
          <p:cNvPr id="754" name="Textfeld 6"/>
          <p:cNvSpPr/>
          <p:nvPr/>
        </p:nvSpPr>
        <p:spPr>
          <a:xfrm>
            <a:off x="7855200" y="134640"/>
            <a:ext cx="825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Evaluation</a:t>
            </a:r>
            <a:endParaRPr b="0" lang="en-US" sz="1200" spc="-1" strike="noStrike">
              <a:latin typeface="Arial"/>
            </a:endParaRPr>
          </a:p>
        </p:txBody>
      </p:sp>
      <p:sp>
        <p:nvSpPr>
          <p:cNvPr id="755" name="Rechteck 7"/>
          <p:cNvSpPr/>
          <p:nvPr/>
        </p:nvSpPr>
        <p:spPr>
          <a:xfrm>
            <a:off x="8804520" y="664200"/>
            <a:ext cx="277560" cy="277560"/>
          </a:xfrm>
          <a:prstGeom prst="rect">
            <a:avLst/>
          </a:prstGeom>
          <a:blipFill rotWithShape="0">
            <a:blip r:embed="rId1"/>
            <a:srcRect/>
            <a:stretch/>
          </a:blipFill>
          <a:ln>
            <a:noFill/>
          </a:ln>
        </p:spPr>
        <p:style>
          <a:lnRef idx="2"/>
          <a:fillRef idx="0"/>
          <a:effectRef idx="0">
            <a:schemeClr val="accent2">
              <a:hueOff val="0"/>
              <a:satOff val="0"/>
              <a:lumOff val="0"/>
              <a:alphaOff val="0"/>
            </a:schemeClr>
          </a:effectRef>
          <a:fontRef idx="minor"/>
        </p:style>
      </p:sp>
      <p:sp>
        <p:nvSpPr>
          <p:cNvPr id="756" name="Rechteck 10"/>
          <p:cNvSpPr/>
          <p:nvPr/>
        </p:nvSpPr>
        <p:spPr>
          <a:xfrm>
            <a:off x="8804520" y="1043640"/>
            <a:ext cx="277560" cy="277560"/>
          </a:xfrm>
          <a:prstGeom prst="rect">
            <a:avLst/>
          </a:prstGeom>
          <a:blipFill rotWithShape="0">
            <a:blip r:embed="rId2"/>
            <a:srcRect/>
            <a:stretch/>
          </a:blipFill>
          <a:ln>
            <a:noFill/>
          </a:ln>
        </p:spPr>
        <p:style>
          <a:lnRef idx="2"/>
          <a:fillRef idx="0"/>
          <a:effectRef idx="0">
            <a:schemeClr val="accent3">
              <a:hueOff val="0"/>
              <a:satOff val="0"/>
              <a:lumOff val="0"/>
              <a:alphaOff val="0"/>
            </a:schemeClr>
          </a:effectRef>
          <a:fontRef idx="minor"/>
        </p:style>
      </p:sp>
      <p:sp>
        <p:nvSpPr>
          <p:cNvPr id="757" name="Rechteck 11"/>
          <p:cNvSpPr/>
          <p:nvPr/>
        </p:nvSpPr>
        <p:spPr>
          <a:xfrm>
            <a:off x="8804520" y="1379160"/>
            <a:ext cx="277560" cy="277560"/>
          </a:xfrm>
          <a:prstGeom prst="rect">
            <a:avLst/>
          </a:prstGeom>
          <a:blipFill rotWithShape="0">
            <a:blip r:embed="rId3"/>
            <a:srcRect/>
            <a:stretch/>
          </a:blipFill>
          <a:ln>
            <a:noFill/>
          </a:ln>
        </p:spPr>
        <p:style>
          <a:lnRef idx="2"/>
          <a:fillRef idx="0"/>
          <a:effectRef idx="0">
            <a:schemeClr val="accent4">
              <a:hueOff val="0"/>
              <a:satOff val="0"/>
              <a:lumOff val="0"/>
              <a:alphaOff val="0"/>
            </a:schemeClr>
          </a:effectRef>
          <a:fontRef idx="minor"/>
        </p:style>
      </p:sp>
      <p:sp>
        <p:nvSpPr>
          <p:cNvPr id="758" name="Rechteck 12"/>
          <p:cNvSpPr/>
          <p:nvPr/>
        </p:nvSpPr>
        <p:spPr>
          <a:xfrm>
            <a:off x="8804520" y="1688760"/>
            <a:ext cx="277560" cy="277560"/>
          </a:xfrm>
          <a:prstGeom prst="rect">
            <a:avLst/>
          </a:prstGeom>
          <a:blipFill rotWithShape="0">
            <a:blip r:embed="rId4"/>
            <a:srcRect/>
            <a:stretch/>
          </a:blipFill>
          <a:ln>
            <a:noFill/>
          </a:ln>
        </p:spPr>
        <p:style>
          <a:lnRef idx="2"/>
          <a:fillRef idx="0"/>
          <a:effectRef idx="0">
            <a:schemeClr val="accent5">
              <a:hueOff val="0"/>
              <a:satOff val="0"/>
              <a:lumOff val="0"/>
              <a:alphaOff val="0"/>
            </a:schemeClr>
          </a:effectRef>
          <a:fontRef idx="minor"/>
        </p:style>
      </p:sp>
      <p:sp>
        <p:nvSpPr>
          <p:cNvPr id="759" name="Rechteck 13"/>
          <p:cNvSpPr/>
          <p:nvPr/>
        </p:nvSpPr>
        <p:spPr>
          <a:xfrm>
            <a:off x="8804520" y="2007000"/>
            <a:ext cx="277560" cy="277560"/>
          </a:xfrm>
          <a:prstGeom prst="rect">
            <a:avLst/>
          </a:prstGeom>
          <a:blipFill rotWithShape="0">
            <a:blip r:embed="rId5"/>
            <a:srcRect/>
            <a:stretch/>
          </a:blipFill>
          <a:ln>
            <a:noFill/>
          </a:ln>
        </p:spPr>
        <p:style>
          <a:lnRef idx="2"/>
          <a:fillRef idx="0"/>
          <a:effectRef idx="0">
            <a:schemeClr val="accent6">
              <a:hueOff val="0"/>
              <a:satOff val="0"/>
              <a:lumOff val="0"/>
              <a:alphaOff val="0"/>
            </a:schemeClr>
          </a:effectRef>
          <a:fontRef idx="minor"/>
        </p:style>
      </p:sp>
      <p:sp>
        <p:nvSpPr>
          <p:cNvPr id="760" name="Rechteck 14"/>
          <p:cNvSpPr/>
          <p:nvPr/>
        </p:nvSpPr>
        <p:spPr>
          <a:xfrm>
            <a:off x="8804520" y="2316600"/>
            <a:ext cx="277560" cy="277560"/>
          </a:xfrm>
          <a:prstGeom prst="rect">
            <a:avLst/>
          </a:prstGeom>
          <a:blipFill rotWithShape="0">
            <a:blip r:embed="rId6"/>
            <a:srcRect/>
            <a:stretch/>
          </a:blipFill>
          <a:ln>
            <a:noFill/>
          </a:ln>
        </p:spPr>
        <p:style>
          <a:lnRef idx="2"/>
          <a:fillRef idx="0"/>
          <a:effectRef idx="0">
            <a:schemeClr val="accent2">
              <a:hueOff val="0"/>
              <a:satOff val="0"/>
              <a:lumOff val="0"/>
              <a:alphaOff val="0"/>
            </a:schemeClr>
          </a:effectRef>
          <a:fontRef idx="minor"/>
        </p:style>
      </p:sp>
      <p:sp>
        <p:nvSpPr>
          <p:cNvPr id="761" name="Rechteck 15"/>
          <p:cNvSpPr/>
          <p:nvPr/>
        </p:nvSpPr>
        <p:spPr>
          <a:xfrm>
            <a:off x="7601400" y="148320"/>
            <a:ext cx="277560" cy="277560"/>
          </a:xfrm>
          <a:prstGeom prst="rect">
            <a:avLst/>
          </a:prstGeom>
          <a:blipFill rotWithShape="0">
            <a:blip r:embed="rId7"/>
            <a:srcRect/>
            <a:stretch/>
          </a:blipFill>
          <a:ln>
            <a:noFill/>
          </a:ln>
        </p:spPr>
        <p:style>
          <a:lnRef idx="2"/>
          <a:fillRef idx="0"/>
          <a:effectRef idx="0">
            <a:schemeClr val="accent6">
              <a:hueOff val="0"/>
              <a:satOff val="0"/>
              <a:lumOff val="0"/>
              <a:alphaOff val="0"/>
            </a:schemeClr>
          </a:effectRef>
          <a:fontRef idx="minor"/>
        </p:style>
      </p:sp>
    </p:spTree>
  </p:cSld>
  <p:transition spd="slow">
    <p:push dir="u"/>
  </p:transition>
  <p:timing>
    <p:tnLst>
      <p:par>
        <p:cTn id="965" dur="indefinite" restart="never" nodeType="tmRoot">
          <p:childTnLst>
            <p:seq>
              <p:cTn id="966" dur="indefinite" nodeType="mainSeq">
                <p:childTnLst>
                  <p:par>
                    <p:cTn id="967" fill="hold">
                      <p:stCondLst>
                        <p:cond delay="indefinite"/>
                      </p:stCondLst>
                      <p:childTnLst>
                        <p:par>
                          <p:cTn id="968" fill="hold">
                            <p:stCondLst>
                              <p:cond delay="0"/>
                            </p:stCondLst>
                            <p:childTnLst>
                              <p:par>
                                <p:cTn id="969" nodeType="clickEffect" fill="hold" presetClass="entr" presetID="10">
                                  <p:stCondLst>
                                    <p:cond delay="0"/>
                                  </p:stCondLst>
                                  <p:childTnLst>
                                    <p:set>
                                      <p:cBhvr>
                                        <p:cTn id="970" dur="1" fill="hold">
                                          <p:stCondLst>
                                            <p:cond delay="0"/>
                                          </p:stCondLst>
                                        </p:cTn>
                                        <p:tgtEl>
                                          <p:spTgt spid="749">
                                            <p:txEl>
                                              <p:pRg st="0" end="0"/>
                                            </p:txEl>
                                          </p:spTgt>
                                        </p:tgtEl>
                                        <p:attrNameLst>
                                          <p:attrName>style.visibility</p:attrName>
                                        </p:attrNameLst>
                                      </p:cBhvr>
                                      <p:to>
                                        <p:strVal val="visible"/>
                                      </p:to>
                                    </p:set>
                                    <p:animEffect filter="fade" transition="in">
                                      <p:cBhvr additive="repl">
                                        <p:cTn id="971" dur="500"/>
                                        <p:tgtEl>
                                          <p:spTgt spid="749">
                                            <p:txEl>
                                              <p:pRg st="0" end="0"/>
                                            </p:txEl>
                                          </p:spTgt>
                                        </p:tgtEl>
                                      </p:cBhvr>
                                    </p:animEffect>
                                  </p:childTnLst>
                                </p:cTn>
                              </p:par>
                            </p:childTnLst>
                          </p:cTn>
                        </p:par>
                      </p:childTnLst>
                    </p:cTn>
                  </p:par>
                  <p:par>
                    <p:cTn id="972" fill="hold">
                      <p:stCondLst>
                        <p:cond delay="indefinite"/>
                      </p:stCondLst>
                      <p:childTnLst>
                        <p:par>
                          <p:cTn id="973" fill="hold">
                            <p:stCondLst>
                              <p:cond delay="0"/>
                            </p:stCondLst>
                            <p:childTnLst>
                              <p:par>
                                <p:cTn id="974" nodeType="clickEffect" fill="hold" presetClass="entr" presetID="10">
                                  <p:stCondLst>
                                    <p:cond delay="0"/>
                                  </p:stCondLst>
                                  <p:childTnLst>
                                    <p:set>
                                      <p:cBhvr>
                                        <p:cTn id="975" dur="1" fill="hold">
                                          <p:stCondLst>
                                            <p:cond delay="0"/>
                                          </p:stCondLst>
                                        </p:cTn>
                                        <p:tgtEl>
                                          <p:spTgt spid="749">
                                            <p:txEl>
                                              <p:pRg st="1" end="1"/>
                                            </p:txEl>
                                          </p:spTgt>
                                        </p:tgtEl>
                                        <p:attrNameLst>
                                          <p:attrName>style.visibility</p:attrName>
                                        </p:attrNameLst>
                                      </p:cBhvr>
                                      <p:to>
                                        <p:strVal val="visible"/>
                                      </p:to>
                                    </p:set>
                                    <p:animEffect filter="fade" transition="in">
                                      <p:cBhvr additive="repl">
                                        <p:cTn id="976" dur="500"/>
                                        <p:tgtEl>
                                          <p:spTgt spid="749">
                                            <p:txEl>
                                              <p:pRg st="1" end="1"/>
                                            </p:txEl>
                                          </p:spTgt>
                                        </p:tgtEl>
                                      </p:cBhvr>
                                    </p:animEffect>
                                  </p:childTnLst>
                                </p:cTn>
                              </p:par>
                            </p:childTnLst>
                          </p:cTn>
                        </p:par>
                      </p:childTnLst>
                    </p:cTn>
                  </p:par>
                  <p:par>
                    <p:cTn id="977" fill="hold">
                      <p:stCondLst>
                        <p:cond delay="indefinite"/>
                      </p:stCondLst>
                      <p:childTnLst>
                        <p:par>
                          <p:cTn id="978" fill="hold">
                            <p:stCondLst>
                              <p:cond delay="0"/>
                            </p:stCondLst>
                            <p:childTnLst>
                              <p:par>
                                <p:cTn id="979" nodeType="clickEffect" fill="hold" presetClass="entr" presetID="10">
                                  <p:stCondLst>
                                    <p:cond delay="0"/>
                                  </p:stCondLst>
                                  <p:childTnLst>
                                    <p:set>
                                      <p:cBhvr>
                                        <p:cTn id="980" dur="1" fill="hold">
                                          <p:stCondLst>
                                            <p:cond delay="0"/>
                                          </p:stCondLst>
                                        </p:cTn>
                                        <p:tgtEl>
                                          <p:spTgt spid="749">
                                            <p:txEl>
                                              <p:pRg st="2" end="2"/>
                                            </p:txEl>
                                          </p:spTgt>
                                        </p:tgtEl>
                                        <p:attrNameLst>
                                          <p:attrName>style.visibility</p:attrName>
                                        </p:attrNameLst>
                                      </p:cBhvr>
                                      <p:to>
                                        <p:strVal val="visible"/>
                                      </p:to>
                                    </p:set>
                                    <p:animEffect filter="fade" transition="in">
                                      <p:cBhvr additive="repl">
                                        <p:cTn id="981" dur="500"/>
                                        <p:tgtEl>
                                          <p:spTgt spid="749">
                                            <p:txEl>
                                              <p:pRg st="2" end="2"/>
                                            </p:txEl>
                                          </p:spTgt>
                                        </p:tgtEl>
                                      </p:cBhvr>
                                    </p:animEffect>
                                  </p:childTnLst>
                                </p:cTn>
                              </p:par>
                            </p:childTnLst>
                          </p:cTn>
                        </p:par>
                      </p:childTnLst>
                    </p:cTn>
                  </p:par>
                  <p:par>
                    <p:cTn id="982" fill="hold">
                      <p:stCondLst>
                        <p:cond delay="indefinite"/>
                      </p:stCondLst>
                      <p:childTnLst>
                        <p:par>
                          <p:cTn id="983" fill="hold">
                            <p:stCondLst>
                              <p:cond delay="0"/>
                            </p:stCondLst>
                            <p:childTnLst>
                              <p:par>
                                <p:cTn id="984" nodeType="clickEffect" fill="hold" presetClass="entr" presetID="10">
                                  <p:stCondLst>
                                    <p:cond delay="0"/>
                                  </p:stCondLst>
                                  <p:childTnLst>
                                    <p:set>
                                      <p:cBhvr>
                                        <p:cTn id="985" dur="1" fill="hold">
                                          <p:stCondLst>
                                            <p:cond delay="0"/>
                                          </p:stCondLst>
                                        </p:cTn>
                                        <p:tgtEl>
                                          <p:spTgt spid="749">
                                            <p:txEl>
                                              <p:pRg st="3" end="3"/>
                                            </p:txEl>
                                          </p:spTgt>
                                        </p:tgtEl>
                                        <p:attrNameLst>
                                          <p:attrName>style.visibility</p:attrName>
                                        </p:attrNameLst>
                                      </p:cBhvr>
                                      <p:to>
                                        <p:strVal val="visible"/>
                                      </p:to>
                                    </p:set>
                                    <p:animEffect filter="fade" transition="in">
                                      <p:cBhvr additive="repl">
                                        <p:cTn id="986" dur="500"/>
                                        <p:tgtEl>
                                          <p:spTgt spid="749">
                                            <p:txEl>
                                              <p:pRg st="3" end="3"/>
                                            </p:txEl>
                                          </p:spTgt>
                                        </p:tgtEl>
                                      </p:cBhvr>
                                    </p:animEffect>
                                  </p:childTnLst>
                                </p:cTn>
                              </p:par>
                            </p:childTnLst>
                          </p:cTn>
                        </p:par>
                      </p:childTnLst>
                    </p:cTn>
                  </p:par>
                  <p:par>
                    <p:cTn id="987" fill="hold">
                      <p:stCondLst>
                        <p:cond delay="indefinite"/>
                      </p:stCondLst>
                      <p:childTnLst>
                        <p:par>
                          <p:cTn id="988" fill="hold">
                            <p:stCondLst>
                              <p:cond delay="0"/>
                            </p:stCondLst>
                            <p:childTnLst>
                              <p:par>
                                <p:cTn id="989" nodeType="clickEffect" fill="hold" presetClass="entr" presetID="10">
                                  <p:stCondLst>
                                    <p:cond delay="0"/>
                                  </p:stCondLst>
                                  <p:childTnLst>
                                    <p:set>
                                      <p:cBhvr>
                                        <p:cTn id="990" dur="1" fill="hold">
                                          <p:stCondLst>
                                            <p:cond delay="0"/>
                                          </p:stCondLst>
                                        </p:cTn>
                                        <p:tgtEl>
                                          <p:spTgt spid="749">
                                            <p:txEl>
                                              <p:pRg st="4" end="4"/>
                                            </p:txEl>
                                          </p:spTgt>
                                        </p:tgtEl>
                                        <p:attrNameLst>
                                          <p:attrName>style.visibility</p:attrName>
                                        </p:attrNameLst>
                                      </p:cBhvr>
                                      <p:to>
                                        <p:strVal val="visible"/>
                                      </p:to>
                                    </p:set>
                                    <p:animEffect filter="fade" transition="in">
                                      <p:cBhvr additive="repl">
                                        <p:cTn id="991" dur="500"/>
                                        <p:tgtEl>
                                          <p:spTgt spid="749">
                                            <p:txEl>
                                              <p:pRg st="4" end="4"/>
                                            </p:txEl>
                                          </p:spTgt>
                                        </p:tgtEl>
                                      </p:cBhvr>
                                    </p:animEffect>
                                  </p:childTnLst>
                                </p:cTn>
                              </p:par>
                            </p:childTnLst>
                          </p:cTn>
                        </p:par>
                      </p:childTnLst>
                    </p:cTn>
                  </p:par>
                  <p:par>
                    <p:cTn id="992" fill="hold">
                      <p:stCondLst>
                        <p:cond delay="indefinite"/>
                      </p:stCondLst>
                      <p:childTnLst>
                        <p:par>
                          <p:cTn id="993" fill="hold">
                            <p:stCondLst>
                              <p:cond delay="0"/>
                            </p:stCondLst>
                            <p:childTnLst>
                              <p:par>
                                <p:cTn id="994" nodeType="clickEffect" fill="hold" presetClass="entr" presetID="10">
                                  <p:stCondLst>
                                    <p:cond delay="0"/>
                                  </p:stCondLst>
                                  <p:childTnLst>
                                    <p:set>
                                      <p:cBhvr>
                                        <p:cTn id="995" dur="1" fill="hold">
                                          <p:stCondLst>
                                            <p:cond delay="0"/>
                                          </p:stCondLst>
                                        </p:cTn>
                                        <p:tgtEl>
                                          <p:spTgt spid="749">
                                            <p:txEl>
                                              <p:pRg st="5" end="5"/>
                                            </p:txEl>
                                          </p:spTgt>
                                        </p:tgtEl>
                                        <p:attrNameLst>
                                          <p:attrName>style.visibility</p:attrName>
                                        </p:attrNameLst>
                                      </p:cBhvr>
                                      <p:to>
                                        <p:strVal val="visible"/>
                                      </p:to>
                                    </p:set>
                                    <p:animEffect filter="fade" transition="in">
                                      <p:cBhvr additive="repl">
                                        <p:cTn id="996" dur="500"/>
                                        <p:tgtEl>
                                          <p:spTgt spid="749">
                                            <p:txEl>
                                              <p:pRg st="5" end="5"/>
                                            </p:txEl>
                                          </p:spTgt>
                                        </p:tgtEl>
                                      </p:cBhvr>
                                    </p:animEffect>
                                  </p:childTnLst>
                                </p:cTn>
                              </p:par>
                            </p:childTnLst>
                          </p:cTn>
                        </p:par>
                      </p:childTnLst>
                    </p:cTn>
                  </p:par>
                  <p:par>
                    <p:cTn id="997" fill="hold">
                      <p:stCondLst>
                        <p:cond delay="indefinite"/>
                      </p:stCondLst>
                      <p:childTnLst>
                        <p:par>
                          <p:cTn id="998" fill="hold">
                            <p:stCondLst>
                              <p:cond delay="0"/>
                            </p:stCondLst>
                            <p:childTnLst>
                              <p:par>
                                <p:cTn id="999" nodeType="clickEffect" fill="hold" presetClass="entr" presetID="10">
                                  <p:stCondLst>
                                    <p:cond delay="0"/>
                                  </p:stCondLst>
                                  <p:childTnLst>
                                    <p:set>
                                      <p:cBhvr>
                                        <p:cTn id="1000" dur="1" fill="hold">
                                          <p:stCondLst>
                                            <p:cond delay="0"/>
                                          </p:stCondLst>
                                        </p:cTn>
                                        <p:tgtEl>
                                          <p:spTgt spid="749">
                                            <p:txEl>
                                              <p:pRg st="6" end="6"/>
                                            </p:txEl>
                                          </p:spTgt>
                                        </p:tgtEl>
                                        <p:attrNameLst>
                                          <p:attrName>style.visibility</p:attrName>
                                        </p:attrNameLst>
                                      </p:cBhvr>
                                      <p:to>
                                        <p:strVal val="visible"/>
                                      </p:to>
                                    </p:set>
                                    <p:animEffect filter="fade" transition="in">
                                      <p:cBhvr additive="repl">
                                        <p:cTn id="1001" dur="500"/>
                                        <p:tgtEl>
                                          <p:spTgt spid="749">
                                            <p:txEl>
                                              <p:pRg st="6" end="6"/>
                                            </p:txEl>
                                          </p:spTgt>
                                        </p:tgtEl>
                                      </p:cBhvr>
                                    </p:animEffect>
                                  </p:childTnLst>
                                </p:cTn>
                              </p:par>
                            </p:childTnLst>
                          </p:cTn>
                        </p:par>
                      </p:childTnLst>
                    </p:cTn>
                  </p:par>
                  <p:par>
                    <p:cTn id="1002" fill="hold">
                      <p:stCondLst>
                        <p:cond delay="indefinite"/>
                      </p:stCondLst>
                      <p:childTnLst>
                        <p:par>
                          <p:cTn id="1003" fill="hold">
                            <p:stCondLst>
                              <p:cond delay="0"/>
                            </p:stCondLst>
                            <p:childTnLst>
                              <p:par>
                                <p:cTn id="1004" nodeType="clickEffect" fill="hold" presetClass="entr" presetID="10">
                                  <p:stCondLst>
                                    <p:cond delay="0"/>
                                  </p:stCondLst>
                                  <p:childTnLst>
                                    <p:set>
                                      <p:cBhvr>
                                        <p:cTn id="1005" dur="1" fill="hold">
                                          <p:stCondLst>
                                            <p:cond delay="0"/>
                                          </p:stCondLst>
                                        </p:cTn>
                                        <p:tgtEl>
                                          <p:spTgt spid="749">
                                            <p:txEl>
                                              <p:pRg st="7" end="7"/>
                                            </p:txEl>
                                          </p:spTgt>
                                        </p:tgtEl>
                                        <p:attrNameLst>
                                          <p:attrName>style.visibility</p:attrName>
                                        </p:attrNameLst>
                                      </p:cBhvr>
                                      <p:to>
                                        <p:strVal val="visible"/>
                                      </p:to>
                                    </p:set>
                                    <p:animEffect filter="fade" transition="in">
                                      <p:cBhvr additive="repl">
                                        <p:cTn id="1006" dur="500"/>
                                        <p:tgtEl>
                                          <p:spTgt spid="749">
                                            <p:txEl>
                                              <p:pRg st="7" end="7"/>
                                            </p:txEl>
                                          </p:spTgt>
                                        </p:tgtEl>
                                      </p:cBhvr>
                                    </p:animEffect>
                                  </p:childTnLst>
                                </p:cTn>
                              </p:par>
                            </p:childTnLst>
                          </p:cTn>
                        </p:par>
                      </p:childTnLst>
                    </p:cTn>
                  </p:par>
                  <p:par>
                    <p:cTn id="1007" fill="hold">
                      <p:stCondLst>
                        <p:cond delay="indefinite"/>
                      </p:stCondLst>
                      <p:childTnLst>
                        <p:par>
                          <p:cTn id="1008" fill="hold">
                            <p:stCondLst>
                              <p:cond delay="0"/>
                            </p:stCondLst>
                            <p:childTnLst>
                              <p:par>
                                <p:cTn id="1009" nodeType="clickEffect" fill="hold" presetClass="entr" presetID="10">
                                  <p:stCondLst>
                                    <p:cond delay="0"/>
                                  </p:stCondLst>
                                  <p:childTnLst>
                                    <p:set>
                                      <p:cBhvr>
                                        <p:cTn id="1010" dur="1" fill="hold">
                                          <p:stCondLst>
                                            <p:cond delay="0"/>
                                          </p:stCondLst>
                                        </p:cTn>
                                        <p:tgtEl>
                                          <p:spTgt spid="749">
                                            <p:txEl>
                                              <p:pRg st="8" end="8"/>
                                            </p:txEl>
                                          </p:spTgt>
                                        </p:tgtEl>
                                        <p:attrNameLst>
                                          <p:attrName>style.visibility</p:attrName>
                                        </p:attrNameLst>
                                      </p:cBhvr>
                                      <p:to>
                                        <p:strVal val="visible"/>
                                      </p:to>
                                    </p:set>
                                    <p:animEffect filter="fade" transition="in">
                                      <p:cBhvr additive="repl">
                                        <p:cTn id="1011" dur="500"/>
                                        <p:tgtEl>
                                          <p:spTgt spid="749">
                                            <p:txEl>
                                              <p:pRg st="8" end="8"/>
                                            </p:txEl>
                                          </p:spTgt>
                                        </p:tgtEl>
                                      </p:cBhvr>
                                    </p:animEffect>
                                  </p:childTnLst>
                                </p:cTn>
                              </p:par>
                            </p:childTnLst>
                          </p:cTn>
                        </p:par>
                      </p:childTnLst>
                    </p:cTn>
                  </p:par>
                  <p:par>
                    <p:cTn id="1012" fill="hold">
                      <p:stCondLst>
                        <p:cond delay="indefinite"/>
                      </p:stCondLst>
                      <p:childTnLst>
                        <p:par>
                          <p:cTn id="1013" fill="hold">
                            <p:stCondLst>
                              <p:cond delay="0"/>
                            </p:stCondLst>
                            <p:childTnLst>
                              <p:par>
                                <p:cTn id="1014" nodeType="clickEffect" fill="hold" presetClass="entr" presetID="10">
                                  <p:stCondLst>
                                    <p:cond delay="0"/>
                                  </p:stCondLst>
                                  <p:childTnLst>
                                    <p:set>
                                      <p:cBhvr>
                                        <p:cTn id="1015" dur="1" fill="hold">
                                          <p:stCondLst>
                                            <p:cond delay="0"/>
                                          </p:stCondLst>
                                        </p:cTn>
                                        <p:tgtEl>
                                          <p:spTgt spid="749">
                                            <p:txEl>
                                              <p:pRg st="9" end="9"/>
                                            </p:txEl>
                                          </p:spTgt>
                                        </p:tgtEl>
                                        <p:attrNameLst>
                                          <p:attrName>style.visibility</p:attrName>
                                        </p:attrNameLst>
                                      </p:cBhvr>
                                      <p:to>
                                        <p:strVal val="visible"/>
                                      </p:to>
                                    </p:set>
                                    <p:animEffect filter="fade" transition="in">
                                      <p:cBhvr additive="repl">
                                        <p:cTn id="1016" dur="500"/>
                                        <p:tgtEl>
                                          <p:spTgt spid="749">
                                            <p:txEl>
                                              <p:pRg st="9" end="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Preliminary User Study</a:t>
            </a:r>
            <a:endParaRPr b="0" lang="en-US" sz="2000" spc="-1" strike="noStrike">
              <a:solidFill>
                <a:srgbClr val="000000"/>
              </a:solidFill>
              <a:latin typeface="Calibri"/>
            </a:endParaRPr>
          </a:p>
        </p:txBody>
      </p:sp>
      <p:sp>
        <p:nvSpPr>
          <p:cNvPr id="763" name="PlaceHolder 2"/>
          <p:cNvSpPr>
            <a:spLocks noGrp="1"/>
          </p:cNvSpPr>
          <p:nvPr>
            <p:ph/>
          </p:nvPr>
        </p:nvSpPr>
        <p:spPr>
          <a:xfrm>
            <a:off x="395280" y="1131840"/>
            <a:ext cx="8353080" cy="367596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Do users understand that the AI is behaving incorrect? </a:t>
            </a:r>
            <a:br>
              <a:rPr sz="1800"/>
            </a:br>
            <a:r>
              <a:rPr b="0" lang="de-DE" sz="1800" spc="-1" strike="noStrike">
                <a:solidFill>
                  <a:srgbClr val="000000"/>
                </a:solidFill>
                <a:latin typeface="Calibri"/>
              </a:rPr>
              <a:t>Does domain knowledge help to detect incorrect AI behavior?</a:t>
            </a:r>
            <a:endParaRPr b="0" lang="en-US" sz="1800" spc="-1" strike="noStrike">
              <a:solidFill>
                <a:srgbClr val="000000"/>
              </a:solidFill>
              <a:latin typeface="Calibri"/>
            </a:endParaRPr>
          </a:p>
          <a:p>
            <a:pPr lvl="1" marL="514440" indent="-171360">
              <a:lnSpc>
                <a:spcPct val="100000"/>
              </a:lnSpc>
              <a:spcBef>
                <a:spcPts val="374"/>
              </a:spcBef>
              <a:buClr>
                <a:srgbClr val="a32638"/>
              </a:buClr>
              <a:buFont typeface="Arial"/>
              <a:buChar char="•"/>
            </a:pPr>
            <a:r>
              <a:rPr b="0" lang="de-DE" sz="1800" spc="-1" strike="noStrike">
                <a:solidFill>
                  <a:srgbClr val="000000"/>
                </a:solidFill>
                <a:latin typeface="Calibri"/>
              </a:rPr>
              <a:t>Q1: I agree with the decisions made by the system.</a:t>
            </a:r>
            <a:endParaRPr b="0" lang="en-US" sz="1800" spc="-1" strike="noStrike">
              <a:solidFill>
                <a:srgbClr val="000000"/>
              </a:solidFill>
              <a:latin typeface="Calibri"/>
            </a:endParaRPr>
          </a:p>
          <a:p>
            <a:pPr lvl="1" marL="514440" indent="-171360">
              <a:lnSpc>
                <a:spcPct val="100000"/>
              </a:lnSpc>
              <a:spcBef>
                <a:spcPts val="374"/>
              </a:spcBef>
              <a:buClr>
                <a:srgbClr val="a32638"/>
              </a:buClr>
              <a:buFont typeface="Arial"/>
              <a:buChar char="•"/>
            </a:pPr>
            <a:r>
              <a:rPr b="0" lang="de-DE" sz="1800" spc="-1" strike="noStrike">
                <a:solidFill>
                  <a:srgbClr val="000000"/>
                </a:solidFill>
                <a:latin typeface="Calibri"/>
              </a:rPr>
              <a:t>Q2: The system decisions are plausible.</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Domain knowledge requested by the user: 44%</a:t>
            </a:r>
            <a:endParaRPr b="0" lang="en-US" sz="1800" spc="-1" strike="noStrike">
              <a:solidFill>
                <a:srgbClr val="000000"/>
              </a:solidFill>
              <a:latin typeface="Calibri"/>
            </a:endParaRPr>
          </a:p>
          <a:p>
            <a:pPr>
              <a:lnSpc>
                <a:spcPct val="100000"/>
              </a:lnSpc>
              <a:spcBef>
                <a:spcPts val="751"/>
              </a:spcBef>
              <a:buNone/>
            </a:pPr>
            <a:endParaRPr b="0" lang="en-US" sz="1800" spc="-1" strike="noStrike">
              <a:solidFill>
                <a:srgbClr val="000000"/>
              </a:solidFill>
              <a:latin typeface="Calibri"/>
            </a:endParaRPr>
          </a:p>
          <a:p>
            <a:pPr>
              <a:lnSpc>
                <a:spcPct val="100000"/>
              </a:lnSpc>
              <a:spcBef>
                <a:spcPts val="751"/>
              </a:spcBef>
              <a:buNone/>
            </a:pP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p:txBody>
      </p:sp>
      <p:sp>
        <p:nvSpPr>
          <p:cNvPr id="764" name="PlaceHolder 3"/>
          <p:cNvSpPr>
            <a:spLocks noGrp="1"/>
          </p:cNvSpPr>
          <p:nvPr>
            <p:ph type="dt" idx="82"/>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765" name="PlaceHolder 4"/>
          <p:cNvSpPr>
            <a:spLocks noGrp="1"/>
          </p:cNvSpPr>
          <p:nvPr>
            <p:ph type="ftr" idx="83"/>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766" name="PlaceHolder 5"/>
          <p:cNvSpPr>
            <a:spLocks noGrp="1"/>
          </p:cNvSpPr>
          <p:nvPr>
            <p:ph type="sldNum" idx="84"/>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9A06EA25-FFAC-4AD6-8860-E5CA72398F97}" type="slidenum">
              <a:rPr b="0" lang="de-DE" sz="900" spc="-1" strike="noStrike">
                <a:solidFill>
                  <a:srgbClr val="ffffff"/>
                </a:solidFill>
                <a:latin typeface="Arial"/>
              </a:rPr>
              <a:t>17</a:t>
            </a:fld>
            <a:endParaRPr b="0" lang="en-US" sz="900" spc="-1" strike="noStrike">
              <a:latin typeface="Times New Roman"/>
            </a:endParaRPr>
          </a:p>
        </p:txBody>
      </p:sp>
      <p:pic>
        <p:nvPicPr>
          <p:cNvPr id="767" name="Grafik 9" descr=""/>
          <p:cNvPicPr/>
          <p:nvPr/>
        </p:nvPicPr>
        <p:blipFill>
          <a:blip r:embed="rId1"/>
          <a:stretch/>
        </p:blipFill>
        <p:spPr>
          <a:xfrm>
            <a:off x="841680" y="2687040"/>
            <a:ext cx="3664800" cy="1686240"/>
          </a:xfrm>
          <a:prstGeom prst="rect">
            <a:avLst/>
          </a:prstGeom>
          <a:ln w="0">
            <a:noFill/>
          </a:ln>
        </p:spPr>
      </p:pic>
      <p:sp>
        <p:nvSpPr>
          <p:cNvPr id="768" name="Textfeld 10"/>
          <p:cNvSpPr/>
          <p:nvPr/>
        </p:nvSpPr>
        <p:spPr>
          <a:xfrm>
            <a:off x="320040" y="4708800"/>
            <a:ext cx="8373960" cy="2419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i="1" lang="de-DE" sz="1000" spc="-1" strike="noStrike">
                <a:solidFill>
                  <a:srgbClr val="000000"/>
                </a:solidFill>
                <a:latin typeface="Calibri"/>
              </a:rPr>
              <a:t>(Feustel et al., 2024)</a:t>
            </a:r>
            <a:endParaRPr b="0" lang="en-US" sz="1000" spc="-1" strike="noStrike">
              <a:latin typeface="Arial"/>
            </a:endParaRPr>
          </a:p>
        </p:txBody>
      </p:sp>
      <p:sp>
        <p:nvSpPr>
          <p:cNvPr id="769" name="Textfeld 4"/>
          <p:cNvSpPr/>
          <p:nvPr/>
        </p:nvSpPr>
        <p:spPr>
          <a:xfrm>
            <a:off x="4507200" y="3951000"/>
            <a:ext cx="45716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de-DE" sz="1800" spc="-1" strike="noStrike">
                <a:solidFill>
                  <a:srgbClr val="000000"/>
                </a:solidFill>
                <a:latin typeface="Calibri"/>
              </a:rPr>
              <a:t>(p is value of Mann-Whitney U Test)</a:t>
            </a:r>
            <a:endParaRPr b="0" lang="en-US" sz="1800" spc="-1" strike="noStrike">
              <a:latin typeface="Arial"/>
            </a:endParaRPr>
          </a:p>
        </p:txBody>
      </p:sp>
      <p:sp>
        <p:nvSpPr>
          <p:cNvPr id="770" name="Textfeld 2"/>
          <p:cNvSpPr/>
          <p:nvPr/>
        </p:nvSpPr>
        <p:spPr>
          <a:xfrm>
            <a:off x="7855200" y="134640"/>
            <a:ext cx="825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Evaluation</a:t>
            </a:r>
            <a:endParaRPr b="0" lang="en-US" sz="1200" spc="-1" strike="noStrike">
              <a:latin typeface="Arial"/>
            </a:endParaRPr>
          </a:p>
        </p:txBody>
      </p:sp>
      <p:sp>
        <p:nvSpPr>
          <p:cNvPr id="771" name="Rechteck 8"/>
          <p:cNvSpPr/>
          <p:nvPr/>
        </p:nvSpPr>
        <p:spPr>
          <a:xfrm>
            <a:off x="8804520" y="664200"/>
            <a:ext cx="277560" cy="277560"/>
          </a:xfrm>
          <a:prstGeom prst="rect">
            <a:avLst/>
          </a:prstGeom>
          <a:blipFill rotWithShape="0">
            <a:blip r:embed="rId2"/>
            <a:srcRect/>
            <a:stretch/>
          </a:blipFill>
          <a:ln>
            <a:noFill/>
          </a:ln>
        </p:spPr>
        <p:style>
          <a:lnRef idx="2"/>
          <a:fillRef idx="0"/>
          <a:effectRef idx="0">
            <a:schemeClr val="accent2">
              <a:hueOff val="0"/>
              <a:satOff val="0"/>
              <a:lumOff val="0"/>
              <a:alphaOff val="0"/>
            </a:schemeClr>
          </a:effectRef>
          <a:fontRef idx="minor"/>
        </p:style>
      </p:sp>
      <p:sp>
        <p:nvSpPr>
          <p:cNvPr id="772" name="Rechteck 11"/>
          <p:cNvSpPr/>
          <p:nvPr/>
        </p:nvSpPr>
        <p:spPr>
          <a:xfrm>
            <a:off x="8804520" y="1043640"/>
            <a:ext cx="277560" cy="277560"/>
          </a:xfrm>
          <a:prstGeom prst="rect">
            <a:avLst/>
          </a:prstGeom>
          <a:blipFill rotWithShape="0">
            <a:blip r:embed="rId3"/>
            <a:srcRect/>
            <a:stretch/>
          </a:blipFill>
          <a:ln>
            <a:noFill/>
          </a:ln>
        </p:spPr>
        <p:style>
          <a:lnRef idx="2"/>
          <a:fillRef idx="0"/>
          <a:effectRef idx="0">
            <a:schemeClr val="accent3">
              <a:hueOff val="0"/>
              <a:satOff val="0"/>
              <a:lumOff val="0"/>
              <a:alphaOff val="0"/>
            </a:schemeClr>
          </a:effectRef>
          <a:fontRef idx="minor"/>
        </p:style>
      </p:sp>
      <p:sp>
        <p:nvSpPr>
          <p:cNvPr id="773" name="Rechteck 13"/>
          <p:cNvSpPr/>
          <p:nvPr/>
        </p:nvSpPr>
        <p:spPr>
          <a:xfrm>
            <a:off x="8804520" y="1379160"/>
            <a:ext cx="277560" cy="277560"/>
          </a:xfrm>
          <a:prstGeom prst="rect">
            <a:avLst/>
          </a:prstGeom>
          <a:blipFill rotWithShape="0">
            <a:blip r:embed="rId4"/>
            <a:srcRect/>
            <a:stretch/>
          </a:blipFill>
          <a:ln>
            <a:noFill/>
          </a:ln>
        </p:spPr>
        <p:style>
          <a:lnRef idx="2"/>
          <a:fillRef idx="0"/>
          <a:effectRef idx="0">
            <a:schemeClr val="accent4">
              <a:hueOff val="0"/>
              <a:satOff val="0"/>
              <a:lumOff val="0"/>
              <a:alphaOff val="0"/>
            </a:schemeClr>
          </a:effectRef>
          <a:fontRef idx="minor"/>
        </p:style>
      </p:sp>
      <p:sp>
        <p:nvSpPr>
          <p:cNvPr id="774" name="Rechteck 14"/>
          <p:cNvSpPr/>
          <p:nvPr/>
        </p:nvSpPr>
        <p:spPr>
          <a:xfrm>
            <a:off x="8804520" y="1688760"/>
            <a:ext cx="277560" cy="277560"/>
          </a:xfrm>
          <a:prstGeom prst="rect">
            <a:avLst/>
          </a:prstGeom>
          <a:blipFill rotWithShape="0">
            <a:blip r:embed="rId5"/>
            <a:srcRect/>
            <a:stretch/>
          </a:blipFill>
          <a:ln>
            <a:noFill/>
          </a:ln>
        </p:spPr>
        <p:style>
          <a:lnRef idx="2"/>
          <a:fillRef idx="0"/>
          <a:effectRef idx="0">
            <a:schemeClr val="accent5">
              <a:hueOff val="0"/>
              <a:satOff val="0"/>
              <a:lumOff val="0"/>
              <a:alphaOff val="0"/>
            </a:schemeClr>
          </a:effectRef>
          <a:fontRef idx="minor"/>
        </p:style>
      </p:sp>
      <p:sp>
        <p:nvSpPr>
          <p:cNvPr id="775" name="Rechteck 15"/>
          <p:cNvSpPr/>
          <p:nvPr/>
        </p:nvSpPr>
        <p:spPr>
          <a:xfrm>
            <a:off x="8804520" y="2007000"/>
            <a:ext cx="277560" cy="277560"/>
          </a:xfrm>
          <a:prstGeom prst="rect">
            <a:avLst/>
          </a:prstGeom>
          <a:blipFill rotWithShape="0">
            <a:blip r:embed="rId6"/>
            <a:srcRect/>
            <a:stretch/>
          </a:blipFill>
          <a:ln>
            <a:noFill/>
          </a:ln>
        </p:spPr>
        <p:style>
          <a:lnRef idx="2"/>
          <a:fillRef idx="0"/>
          <a:effectRef idx="0">
            <a:schemeClr val="accent6">
              <a:hueOff val="0"/>
              <a:satOff val="0"/>
              <a:lumOff val="0"/>
              <a:alphaOff val="0"/>
            </a:schemeClr>
          </a:effectRef>
          <a:fontRef idx="minor"/>
        </p:style>
      </p:sp>
      <p:sp>
        <p:nvSpPr>
          <p:cNvPr id="776" name="Rechteck 16"/>
          <p:cNvSpPr/>
          <p:nvPr/>
        </p:nvSpPr>
        <p:spPr>
          <a:xfrm>
            <a:off x="8804520" y="2316600"/>
            <a:ext cx="277560" cy="277560"/>
          </a:xfrm>
          <a:prstGeom prst="rect">
            <a:avLst/>
          </a:prstGeom>
          <a:blipFill rotWithShape="0">
            <a:blip r:embed="rId7"/>
            <a:srcRect/>
            <a:stretch/>
          </a:blipFill>
          <a:ln>
            <a:noFill/>
          </a:ln>
        </p:spPr>
        <p:style>
          <a:lnRef idx="2"/>
          <a:fillRef idx="0"/>
          <a:effectRef idx="0">
            <a:schemeClr val="accent2">
              <a:hueOff val="0"/>
              <a:satOff val="0"/>
              <a:lumOff val="0"/>
              <a:alphaOff val="0"/>
            </a:schemeClr>
          </a:effectRef>
          <a:fontRef idx="minor"/>
        </p:style>
      </p:sp>
      <p:sp>
        <p:nvSpPr>
          <p:cNvPr id="777" name="Rechteck 17"/>
          <p:cNvSpPr/>
          <p:nvPr/>
        </p:nvSpPr>
        <p:spPr>
          <a:xfrm>
            <a:off x="7601400" y="148320"/>
            <a:ext cx="277560" cy="277560"/>
          </a:xfrm>
          <a:prstGeom prst="rect">
            <a:avLst/>
          </a:prstGeom>
          <a:blipFill rotWithShape="0">
            <a:blip r:embed="rId8"/>
            <a:srcRect/>
            <a:stretch/>
          </a:blipFill>
          <a:ln>
            <a:noFill/>
          </a:ln>
        </p:spPr>
        <p:style>
          <a:lnRef idx="2"/>
          <a:fillRef idx="0"/>
          <a:effectRef idx="0">
            <a:schemeClr val="accent6">
              <a:hueOff val="0"/>
              <a:satOff val="0"/>
              <a:lumOff val="0"/>
              <a:alphaOff val="0"/>
            </a:schemeClr>
          </a:effectRef>
          <a:fontRef idx="minor"/>
        </p:style>
      </p:sp>
    </p:spTree>
  </p:cSld>
  <p:transition spd="slow">
    <p:push dir="u"/>
  </p:transition>
  <p:timing>
    <p:tnLst>
      <p:par>
        <p:cTn id="1017" dur="indefinite" restart="never" nodeType="tmRoot">
          <p:childTnLst>
            <p:seq>
              <p:cTn id="1018" dur="indefinite" nodeType="mainSeq">
                <p:childTnLst>
                  <p:par>
                    <p:cTn id="1019" fill="hold">
                      <p:stCondLst>
                        <p:cond delay="indefinite"/>
                      </p:stCondLst>
                      <p:childTnLst>
                        <p:par>
                          <p:cTn id="1020" fill="hold">
                            <p:stCondLst>
                              <p:cond delay="0"/>
                            </p:stCondLst>
                            <p:childTnLst>
                              <p:par>
                                <p:cTn id="1021" nodeType="clickEffect" fill="hold" presetClass="entr" presetID="10">
                                  <p:stCondLst>
                                    <p:cond delay="0"/>
                                  </p:stCondLst>
                                  <p:childTnLst>
                                    <p:set>
                                      <p:cBhvr>
                                        <p:cTn id="1022" dur="1" fill="hold">
                                          <p:stCondLst>
                                            <p:cond delay="0"/>
                                          </p:stCondLst>
                                        </p:cTn>
                                        <p:tgtEl>
                                          <p:spTgt spid="763">
                                            <p:txEl>
                                              <p:pRg st="0" end="0"/>
                                            </p:txEl>
                                          </p:spTgt>
                                        </p:tgtEl>
                                        <p:attrNameLst>
                                          <p:attrName>style.visibility</p:attrName>
                                        </p:attrNameLst>
                                      </p:cBhvr>
                                      <p:to>
                                        <p:strVal val="visible"/>
                                      </p:to>
                                    </p:set>
                                    <p:animEffect filter="fade" transition="in">
                                      <p:cBhvr additive="repl">
                                        <p:cTn id="1023" dur="500"/>
                                        <p:tgtEl>
                                          <p:spTgt spid="763">
                                            <p:txEl>
                                              <p:pRg st="0" end="0"/>
                                            </p:txEl>
                                          </p:spTgt>
                                        </p:tgtEl>
                                      </p:cBhvr>
                                    </p:animEffect>
                                  </p:childTnLst>
                                </p:cTn>
                              </p:par>
                              <p:par>
                                <p:cTn id="1024" nodeType="withEffect" fill="hold" presetClass="entr" presetID="10">
                                  <p:stCondLst>
                                    <p:cond delay="0"/>
                                  </p:stCondLst>
                                  <p:childTnLst>
                                    <p:set>
                                      <p:cBhvr>
                                        <p:cTn id="1025" dur="1" fill="hold">
                                          <p:stCondLst>
                                            <p:cond delay="0"/>
                                          </p:stCondLst>
                                        </p:cTn>
                                        <p:tgtEl>
                                          <p:spTgt spid="763">
                                            <p:txEl>
                                              <p:pRg st="1" end="1"/>
                                            </p:txEl>
                                          </p:spTgt>
                                        </p:tgtEl>
                                        <p:attrNameLst>
                                          <p:attrName>style.visibility</p:attrName>
                                        </p:attrNameLst>
                                      </p:cBhvr>
                                      <p:to>
                                        <p:strVal val="visible"/>
                                      </p:to>
                                    </p:set>
                                    <p:animEffect filter="fade" transition="in">
                                      <p:cBhvr additive="repl">
                                        <p:cTn id="1026" dur="500"/>
                                        <p:tgtEl>
                                          <p:spTgt spid="763">
                                            <p:txEl>
                                              <p:pRg st="1" end="1"/>
                                            </p:txEl>
                                          </p:spTgt>
                                        </p:tgtEl>
                                      </p:cBhvr>
                                    </p:animEffect>
                                  </p:childTnLst>
                                </p:cTn>
                              </p:par>
                              <p:par>
                                <p:cTn id="1027" nodeType="withEffect" fill="hold" presetClass="entr" presetID="10">
                                  <p:stCondLst>
                                    <p:cond delay="0"/>
                                  </p:stCondLst>
                                  <p:childTnLst>
                                    <p:set>
                                      <p:cBhvr>
                                        <p:cTn id="1028" dur="1" fill="hold">
                                          <p:stCondLst>
                                            <p:cond delay="0"/>
                                          </p:stCondLst>
                                        </p:cTn>
                                        <p:tgtEl>
                                          <p:spTgt spid="763">
                                            <p:txEl>
                                              <p:pRg st="2" end="2"/>
                                            </p:txEl>
                                          </p:spTgt>
                                        </p:tgtEl>
                                        <p:attrNameLst>
                                          <p:attrName>style.visibility</p:attrName>
                                        </p:attrNameLst>
                                      </p:cBhvr>
                                      <p:to>
                                        <p:strVal val="visible"/>
                                      </p:to>
                                    </p:set>
                                    <p:animEffect filter="fade" transition="in">
                                      <p:cBhvr additive="repl">
                                        <p:cTn id="1029" dur="500"/>
                                        <p:tgtEl>
                                          <p:spTgt spid="763">
                                            <p:txEl>
                                              <p:pRg st="2" end="2"/>
                                            </p:txEl>
                                          </p:spTgt>
                                        </p:tgtEl>
                                      </p:cBhvr>
                                    </p:animEffect>
                                  </p:childTnLst>
                                </p:cTn>
                              </p:par>
                            </p:childTnLst>
                          </p:cTn>
                        </p:par>
                      </p:childTnLst>
                    </p:cTn>
                  </p:par>
                  <p:par>
                    <p:cTn id="1030" fill="hold">
                      <p:stCondLst>
                        <p:cond delay="indefinite"/>
                      </p:stCondLst>
                      <p:childTnLst>
                        <p:par>
                          <p:cTn id="1031" fill="hold">
                            <p:stCondLst>
                              <p:cond delay="0"/>
                            </p:stCondLst>
                            <p:childTnLst>
                              <p:par>
                                <p:cTn id="1032" nodeType="clickEffect" fill="hold" presetClass="entr" presetID="10">
                                  <p:stCondLst>
                                    <p:cond delay="0"/>
                                  </p:stCondLst>
                                  <p:childTnLst>
                                    <p:set>
                                      <p:cBhvr>
                                        <p:cTn id="1033" dur="1" fill="hold">
                                          <p:stCondLst>
                                            <p:cond delay="0"/>
                                          </p:stCondLst>
                                        </p:cTn>
                                        <p:tgtEl>
                                          <p:spTgt spid="763">
                                            <p:txEl>
                                              <p:pRg st="3" end="3"/>
                                            </p:txEl>
                                          </p:spTgt>
                                        </p:tgtEl>
                                        <p:attrNameLst>
                                          <p:attrName>style.visibility</p:attrName>
                                        </p:attrNameLst>
                                      </p:cBhvr>
                                      <p:to>
                                        <p:strVal val="visible"/>
                                      </p:to>
                                    </p:set>
                                    <p:animEffect filter="fade" transition="in">
                                      <p:cBhvr additive="repl">
                                        <p:cTn id="1034" dur="500"/>
                                        <p:tgtEl>
                                          <p:spTgt spid="763">
                                            <p:txEl>
                                              <p:pRg st="3" end="3"/>
                                            </p:txEl>
                                          </p:spTgt>
                                        </p:tgtEl>
                                      </p:cBhvr>
                                    </p:animEffect>
                                  </p:childTnLst>
                                </p:cTn>
                              </p:par>
                              <p:par>
                                <p:cTn id="1035" nodeType="withEffect" fill="hold" presetClass="entr" presetID="10">
                                  <p:stCondLst>
                                    <p:cond delay="0"/>
                                  </p:stCondLst>
                                  <p:childTnLst>
                                    <p:set>
                                      <p:cBhvr>
                                        <p:cTn id="1036" dur="1" fill="hold">
                                          <p:stCondLst>
                                            <p:cond delay="0"/>
                                          </p:stCondLst>
                                        </p:cTn>
                                        <p:tgtEl>
                                          <p:spTgt spid="767"/>
                                        </p:tgtEl>
                                        <p:attrNameLst>
                                          <p:attrName>style.visibility</p:attrName>
                                        </p:attrNameLst>
                                      </p:cBhvr>
                                      <p:to>
                                        <p:strVal val="visible"/>
                                      </p:to>
                                    </p:set>
                                    <p:animEffect filter="fade" transition="in">
                                      <p:cBhvr additive="repl">
                                        <p:cTn id="1037" dur="500"/>
                                        <p:tgtEl>
                                          <p:spTgt spid="767"/>
                                        </p:tgtEl>
                                      </p:cBhvr>
                                    </p:animEffect>
                                  </p:childTnLst>
                                </p:cTn>
                              </p:par>
                              <p:par>
                                <p:cTn id="1038" nodeType="withEffect" fill="hold" presetClass="entr" presetID="10">
                                  <p:stCondLst>
                                    <p:cond delay="0"/>
                                  </p:stCondLst>
                                  <p:childTnLst>
                                    <p:set>
                                      <p:cBhvr>
                                        <p:cTn id="1039" dur="1" fill="hold">
                                          <p:stCondLst>
                                            <p:cond delay="0"/>
                                          </p:stCondLst>
                                        </p:cTn>
                                        <p:tgtEl>
                                          <p:spTgt spid="769"/>
                                        </p:tgtEl>
                                        <p:attrNameLst>
                                          <p:attrName>style.visibility</p:attrName>
                                        </p:attrNameLst>
                                      </p:cBhvr>
                                      <p:to>
                                        <p:strVal val="visible"/>
                                      </p:to>
                                    </p:set>
                                    <p:animEffect filter="fade" transition="in">
                                      <p:cBhvr additive="repl">
                                        <p:cTn id="1040" dur="500"/>
                                        <p:tgtEl>
                                          <p:spTgt spid="7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8"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Arial"/>
              </a:rPr>
              <a:t>Preliminary Study Results</a:t>
            </a:r>
            <a:br>
              <a:rPr sz="2100"/>
            </a:br>
            <a:r>
              <a:rPr b="1" lang="de-DE" sz="2100" spc="-1" strike="noStrike">
                <a:solidFill>
                  <a:srgbClr val="000000"/>
                </a:solidFill>
                <a:latin typeface="Arial"/>
              </a:rPr>
              <a:t>Impact of Domain Knowledge</a:t>
            </a:r>
            <a:endParaRPr b="0" lang="en-US" sz="2100" spc="-1" strike="noStrike">
              <a:solidFill>
                <a:srgbClr val="000000"/>
              </a:solidFill>
              <a:latin typeface="Calibri"/>
            </a:endParaRPr>
          </a:p>
        </p:txBody>
      </p:sp>
      <p:sp>
        <p:nvSpPr>
          <p:cNvPr id="779" name="PlaceHolder 2"/>
          <p:cNvSpPr>
            <a:spLocks noGrp="1"/>
          </p:cNvSpPr>
          <p:nvPr>
            <p:ph/>
          </p:nvPr>
        </p:nvSpPr>
        <p:spPr>
          <a:xfrm>
            <a:off x="395280" y="1131840"/>
            <a:ext cx="8353080" cy="3675960"/>
          </a:xfrm>
          <a:prstGeom prst="rect">
            <a:avLst/>
          </a:prstGeom>
          <a:noFill/>
          <a:ln w="0">
            <a:noFill/>
          </a:ln>
        </p:spPr>
        <p:txBody>
          <a:bodyPr lIns="0" rIns="0" tIns="0" bIns="0" anchor="t">
            <a:normAutofit/>
          </a:bodyPr>
          <a:p>
            <a:endParaRPr b="0" lang="en-US" sz="1800" spc="-1" strike="noStrike">
              <a:solidFill>
                <a:srgbClr val="000000"/>
              </a:solidFill>
              <a:latin typeface="Calibri"/>
            </a:endParaRPr>
          </a:p>
          <a:p>
            <a:pPr marL="343080">
              <a:lnSpc>
                <a:spcPct val="100000"/>
              </a:lnSpc>
              <a:spcBef>
                <a:spcPts val="374"/>
              </a:spcBef>
              <a:buNone/>
              <a:tabLst>
                <a:tab algn="l" pos="0"/>
              </a:tabLst>
            </a:pPr>
            <a:r>
              <a:rPr b="0" lang="de-DE" sz="1800" spc="-1" strike="noStrike">
                <a:solidFill>
                  <a:srgbClr val="000000"/>
                </a:solidFill>
                <a:latin typeface="Calibri"/>
              </a:rPr>
              <a:t>	</a:t>
            </a:r>
            <a:r>
              <a:rPr b="0" lang="de-DE" sz="1800" spc="-1" strike="noStrike">
                <a:solidFill>
                  <a:srgbClr val="000000"/>
                </a:solidFill>
                <a:latin typeface="Calibri"/>
              </a:rPr>
              <a:t>System likeability is higher (trend true AI, significant false AI)</a:t>
            </a:r>
            <a:br>
              <a:rPr sz="1800"/>
            </a:br>
            <a:endParaRPr b="0" lang="en-US" sz="1800" spc="-1" strike="noStrike">
              <a:solidFill>
                <a:srgbClr val="000000"/>
              </a:solidFill>
              <a:latin typeface="Calibri"/>
            </a:endParaRPr>
          </a:p>
          <a:p>
            <a:pPr marL="343080">
              <a:lnSpc>
                <a:spcPct val="100000"/>
              </a:lnSpc>
              <a:spcBef>
                <a:spcPts val="374"/>
              </a:spcBef>
              <a:buNone/>
              <a:tabLst>
                <a:tab algn="l" pos="0"/>
              </a:tabLst>
            </a:pPr>
            <a:endParaRPr b="0" lang="en-US" sz="1800" spc="-1" strike="noStrike">
              <a:solidFill>
                <a:srgbClr val="000000"/>
              </a:solidFill>
              <a:latin typeface="Calibri"/>
            </a:endParaRPr>
          </a:p>
          <a:p>
            <a:pPr marL="343080">
              <a:lnSpc>
                <a:spcPct val="100000"/>
              </a:lnSpc>
              <a:spcBef>
                <a:spcPts val="374"/>
              </a:spcBef>
              <a:buNone/>
              <a:tabLst>
                <a:tab algn="l" pos="0"/>
              </a:tabLst>
            </a:pPr>
            <a:r>
              <a:rPr b="0" lang="de-DE" sz="1800" spc="-1" strike="noStrike">
                <a:solidFill>
                  <a:srgbClr val="000000"/>
                </a:solidFill>
                <a:latin typeface="Calibri"/>
              </a:rPr>
              <a:t>	</a:t>
            </a:r>
            <a:r>
              <a:rPr b="0" lang="de-DE" sz="1800" spc="-1" strike="noStrike">
                <a:solidFill>
                  <a:srgbClr val="000000"/>
                </a:solidFill>
                <a:latin typeface="Calibri"/>
              </a:rPr>
              <a:t>System appears more robust (false AI)</a:t>
            </a:r>
            <a:endParaRPr b="0" lang="en-US" sz="1800" spc="-1" strike="noStrike">
              <a:solidFill>
                <a:srgbClr val="000000"/>
              </a:solidFill>
              <a:latin typeface="Calibri"/>
            </a:endParaRPr>
          </a:p>
          <a:p>
            <a:pPr marL="343080">
              <a:lnSpc>
                <a:spcPct val="100000"/>
              </a:lnSpc>
              <a:spcBef>
                <a:spcPts val="374"/>
              </a:spcBef>
              <a:buNone/>
              <a:tabLst>
                <a:tab algn="l" pos="0"/>
              </a:tabLst>
            </a:pPr>
            <a:endParaRPr b="0" lang="en-US" sz="1800" spc="-1" strike="noStrike">
              <a:solidFill>
                <a:srgbClr val="000000"/>
              </a:solidFill>
              <a:latin typeface="Calibri"/>
            </a:endParaRPr>
          </a:p>
          <a:p>
            <a:pPr marL="343080">
              <a:lnSpc>
                <a:spcPct val="100000"/>
              </a:lnSpc>
              <a:spcBef>
                <a:spcPts val="374"/>
              </a:spcBef>
              <a:buNone/>
              <a:tabLst>
                <a:tab algn="l" pos="0"/>
              </a:tabLst>
            </a:pPr>
            <a:endParaRPr b="0" lang="en-US" sz="1800" spc="-1" strike="noStrike">
              <a:solidFill>
                <a:srgbClr val="000000"/>
              </a:solidFill>
              <a:latin typeface="Calibri"/>
            </a:endParaRPr>
          </a:p>
          <a:p>
            <a:pPr marL="343080">
              <a:lnSpc>
                <a:spcPct val="100000"/>
              </a:lnSpc>
              <a:spcBef>
                <a:spcPts val="374"/>
              </a:spcBef>
              <a:buNone/>
              <a:tabLst>
                <a:tab algn="l" pos="0"/>
              </a:tabLst>
            </a:pPr>
            <a:r>
              <a:rPr b="0" lang="de-DE" sz="1800" spc="-1" strike="noStrike">
                <a:solidFill>
                  <a:srgbClr val="000000"/>
                </a:solidFill>
                <a:latin typeface="Calibri"/>
              </a:rPr>
              <a:t>	</a:t>
            </a:r>
            <a:r>
              <a:rPr b="0" lang="de-DE" sz="1800" spc="-1" strike="noStrike">
                <a:solidFill>
                  <a:srgbClr val="000000"/>
                </a:solidFill>
                <a:latin typeface="Calibri"/>
              </a:rPr>
              <a:t>Reduced cognitive demand (false AI)</a:t>
            </a:r>
            <a:endParaRPr b="0" lang="en-US" sz="1800" spc="-1" strike="noStrike">
              <a:solidFill>
                <a:srgbClr val="000000"/>
              </a:solidFill>
              <a:latin typeface="Calibri"/>
            </a:endParaRPr>
          </a:p>
          <a:p>
            <a:pPr marL="343080">
              <a:lnSpc>
                <a:spcPct val="100000"/>
              </a:lnSpc>
              <a:spcBef>
                <a:spcPts val="374"/>
              </a:spcBef>
              <a:buNone/>
              <a:tabLst>
                <a:tab algn="l" pos="0"/>
              </a:tabLst>
            </a:pPr>
            <a:endParaRPr b="0" lang="en-US" sz="1800" spc="-1" strike="noStrike">
              <a:solidFill>
                <a:srgbClr val="000000"/>
              </a:solidFill>
              <a:latin typeface="Calibri"/>
            </a:endParaRPr>
          </a:p>
          <a:p>
            <a:pPr marL="343080">
              <a:lnSpc>
                <a:spcPct val="100000"/>
              </a:lnSpc>
              <a:spcBef>
                <a:spcPts val="374"/>
              </a:spcBef>
              <a:buNone/>
              <a:tabLst>
                <a:tab algn="l" pos="0"/>
              </a:tabLst>
            </a:pPr>
            <a:endParaRPr b="0" lang="en-US" sz="1800" spc="-1" strike="noStrike">
              <a:solidFill>
                <a:srgbClr val="000000"/>
              </a:solidFill>
              <a:latin typeface="Calibri"/>
            </a:endParaRPr>
          </a:p>
          <a:p>
            <a:pPr marL="343080">
              <a:lnSpc>
                <a:spcPct val="100000"/>
              </a:lnSpc>
              <a:spcBef>
                <a:spcPts val="374"/>
              </a:spcBef>
              <a:buNone/>
              <a:tabLst>
                <a:tab algn="l" pos="0"/>
              </a:tabLst>
            </a:pPr>
            <a:r>
              <a:rPr b="0" lang="de-DE" sz="1800" spc="-1" strike="noStrike">
                <a:solidFill>
                  <a:srgbClr val="000000"/>
                </a:solidFill>
                <a:latin typeface="Calibri"/>
              </a:rPr>
              <a:t>	</a:t>
            </a:r>
            <a:r>
              <a:rPr b="0" lang="de-DE" sz="1800" spc="-1" strike="noStrike">
                <a:solidFill>
                  <a:srgbClr val="000000"/>
                </a:solidFill>
                <a:latin typeface="Calibri"/>
              </a:rPr>
              <a:t>System appears more useful (true AI)</a:t>
            </a:r>
            <a:endParaRPr b="0" lang="en-US" sz="1800" spc="-1" strike="noStrike">
              <a:solidFill>
                <a:srgbClr val="000000"/>
              </a:solidFill>
              <a:latin typeface="Calibri"/>
            </a:endParaRPr>
          </a:p>
        </p:txBody>
      </p:sp>
      <p:sp>
        <p:nvSpPr>
          <p:cNvPr id="780" name="PlaceHolder 3"/>
          <p:cNvSpPr>
            <a:spLocks noGrp="1"/>
          </p:cNvSpPr>
          <p:nvPr>
            <p:ph type="dt" idx="85"/>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781" name="PlaceHolder 4"/>
          <p:cNvSpPr>
            <a:spLocks noGrp="1"/>
          </p:cNvSpPr>
          <p:nvPr>
            <p:ph type="ftr" idx="86"/>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782" name="PlaceHolder 5"/>
          <p:cNvSpPr>
            <a:spLocks noGrp="1"/>
          </p:cNvSpPr>
          <p:nvPr>
            <p:ph type="sldNum" idx="87"/>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79C294D3-86F5-48F1-B7D1-620DEA6BFACC}" type="slidenum">
              <a:rPr b="0" lang="de-DE" sz="900" spc="-1" strike="noStrike">
                <a:solidFill>
                  <a:srgbClr val="ffffff"/>
                </a:solidFill>
                <a:latin typeface="Arial"/>
              </a:rPr>
              <a:t>25</a:t>
            </a:fld>
            <a:endParaRPr b="0" lang="en-US" sz="900" spc="-1" strike="noStrike">
              <a:latin typeface="Times New Roman"/>
            </a:endParaRPr>
          </a:p>
        </p:txBody>
      </p:sp>
      <p:pic>
        <p:nvPicPr>
          <p:cNvPr id="783" name="Grafik 10" descr=""/>
          <p:cNvPicPr/>
          <p:nvPr/>
        </p:nvPicPr>
        <p:blipFill>
          <a:blip r:embed="rId1"/>
          <a:stretch/>
        </p:blipFill>
        <p:spPr>
          <a:xfrm>
            <a:off x="488520" y="1337760"/>
            <a:ext cx="469080" cy="469080"/>
          </a:xfrm>
          <a:prstGeom prst="rect">
            <a:avLst/>
          </a:prstGeom>
          <a:ln w="0">
            <a:noFill/>
          </a:ln>
        </p:spPr>
      </p:pic>
      <p:pic>
        <p:nvPicPr>
          <p:cNvPr id="784" name="Grafik 11" descr=""/>
          <p:cNvPicPr/>
          <p:nvPr/>
        </p:nvPicPr>
        <p:blipFill>
          <a:blip r:embed="rId2"/>
          <a:stretch/>
        </p:blipFill>
        <p:spPr>
          <a:xfrm>
            <a:off x="373680" y="2240280"/>
            <a:ext cx="570240" cy="570240"/>
          </a:xfrm>
          <a:prstGeom prst="rect">
            <a:avLst/>
          </a:prstGeom>
          <a:ln w="0">
            <a:noFill/>
          </a:ln>
        </p:spPr>
      </p:pic>
      <p:pic>
        <p:nvPicPr>
          <p:cNvPr id="785" name="Grafik 12" descr=""/>
          <p:cNvPicPr/>
          <p:nvPr/>
        </p:nvPicPr>
        <p:blipFill>
          <a:blip r:embed="rId3"/>
          <a:stretch/>
        </p:blipFill>
        <p:spPr>
          <a:xfrm>
            <a:off x="449640" y="3253680"/>
            <a:ext cx="520920" cy="520920"/>
          </a:xfrm>
          <a:prstGeom prst="rect">
            <a:avLst/>
          </a:prstGeom>
          <a:ln w="0">
            <a:noFill/>
          </a:ln>
        </p:spPr>
      </p:pic>
      <p:pic>
        <p:nvPicPr>
          <p:cNvPr id="786" name="Grafik 13" descr=""/>
          <p:cNvPicPr/>
          <p:nvPr/>
        </p:nvPicPr>
        <p:blipFill>
          <a:blip r:embed="rId4"/>
          <a:stretch/>
        </p:blipFill>
        <p:spPr>
          <a:xfrm>
            <a:off x="449640" y="4182120"/>
            <a:ext cx="493920" cy="493920"/>
          </a:xfrm>
          <a:prstGeom prst="rect">
            <a:avLst/>
          </a:prstGeom>
          <a:ln w="0">
            <a:noFill/>
          </a:ln>
        </p:spPr>
      </p:pic>
      <p:sp>
        <p:nvSpPr>
          <p:cNvPr id="787" name="Textfeld 8"/>
          <p:cNvSpPr/>
          <p:nvPr/>
        </p:nvSpPr>
        <p:spPr>
          <a:xfrm>
            <a:off x="320040" y="4708800"/>
            <a:ext cx="8373960" cy="24192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i="1" lang="de-DE" sz="1000" spc="-1" strike="noStrike">
                <a:solidFill>
                  <a:srgbClr val="000000"/>
                </a:solidFill>
                <a:latin typeface="Calibri"/>
              </a:rPr>
              <a:t>(Feustel et al., 2024)</a:t>
            </a:r>
            <a:endParaRPr b="0" lang="en-US" sz="1000" spc="-1" strike="noStrike">
              <a:latin typeface="Arial"/>
            </a:endParaRPr>
          </a:p>
        </p:txBody>
      </p:sp>
      <p:sp>
        <p:nvSpPr>
          <p:cNvPr id="788" name="Textfeld 9"/>
          <p:cNvSpPr/>
          <p:nvPr/>
        </p:nvSpPr>
        <p:spPr>
          <a:xfrm>
            <a:off x="7855200" y="134640"/>
            <a:ext cx="825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Evaluation</a:t>
            </a:r>
            <a:endParaRPr b="0" lang="en-US" sz="1200" spc="-1" strike="noStrike">
              <a:latin typeface="Arial"/>
            </a:endParaRPr>
          </a:p>
        </p:txBody>
      </p:sp>
      <p:sp>
        <p:nvSpPr>
          <p:cNvPr id="789" name="Rechteck 15"/>
          <p:cNvSpPr/>
          <p:nvPr/>
        </p:nvSpPr>
        <p:spPr>
          <a:xfrm>
            <a:off x="8804520" y="664200"/>
            <a:ext cx="277560" cy="277560"/>
          </a:xfrm>
          <a:prstGeom prst="rect">
            <a:avLst/>
          </a:prstGeom>
          <a:blipFill rotWithShape="0">
            <a:blip r:embed="rId5"/>
            <a:srcRect/>
            <a:stretch/>
          </a:blipFill>
          <a:ln>
            <a:noFill/>
          </a:ln>
        </p:spPr>
        <p:style>
          <a:lnRef idx="2"/>
          <a:fillRef idx="0"/>
          <a:effectRef idx="0">
            <a:schemeClr val="accent2">
              <a:hueOff val="0"/>
              <a:satOff val="0"/>
              <a:lumOff val="0"/>
              <a:alphaOff val="0"/>
            </a:schemeClr>
          </a:effectRef>
          <a:fontRef idx="minor"/>
        </p:style>
      </p:sp>
      <p:sp>
        <p:nvSpPr>
          <p:cNvPr id="790" name="Rechteck 16"/>
          <p:cNvSpPr/>
          <p:nvPr/>
        </p:nvSpPr>
        <p:spPr>
          <a:xfrm>
            <a:off x="8804520" y="1043640"/>
            <a:ext cx="277560" cy="277560"/>
          </a:xfrm>
          <a:prstGeom prst="rect">
            <a:avLst/>
          </a:prstGeom>
          <a:blipFill rotWithShape="0">
            <a:blip r:embed="rId6"/>
            <a:srcRect/>
            <a:stretch/>
          </a:blipFill>
          <a:ln>
            <a:noFill/>
          </a:ln>
        </p:spPr>
        <p:style>
          <a:lnRef idx="2"/>
          <a:fillRef idx="0"/>
          <a:effectRef idx="0">
            <a:schemeClr val="accent3">
              <a:hueOff val="0"/>
              <a:satOff val="0"/>
              <a:lumOff val="0"/>
              <a:alphaOff val="0"/>
            </a:schemeClr>
          </a:effectRef>
          <a:fontRef idx="minor"/>
        </p:style>
      </p:sp>
      <p:sp>
        <p:nvSpPr>
          <p:cNvPr id="791" name="Rechteck 17"/>
          <p:cNvSpPr/>
          <p:nvPr/>
        </p:nvSpPr>
        <p:spPr>
          <a:xfrm>
            <a:off x="8804520" y="1379160"/>
            <a:ext cx="277560" cy="277560"/>
          </a:xfrm>
          <a:prstGeom prst="rect">
            <a:avLst/>
          </a:prstGeom>
          <a:blipFill rotWithShape="0">
            <a:blip r:embed="rId7"/>
            <a:srcRect/>
            <a:stretch/>
          </a:blipFill>
          <a:ln>
            <a:noFill/>
          </a:ln>
        </p:spPr>
        <p:style>
          <a:lnRef idx="2"/>
          <a:fillRef idx="0"/>
          <a:effectRef idx="0">
            <a:schemeClr val="accent4">
              <a:hueOff val="0"/>
              <a:satOff val="0"/>
              <a:lumOff val="0"/>
              <a:alphaOff val="0"/>
            </a:schemeClr>
          </a:effectRef>
          <a:fontRef idx="minor"/>
        </p:style>
      </p:sp>
      <p:sp>
        <p:nvSpPr>
          <p:cNvPr id="792" name="Rechteck 18"/>
          <p:cNvSpPr/>
          <p:nvPr/>
        </p:nvSpPr>
        <p:spPr>
          <a:xfrm>
            <a:off x="8804520" y="1688760"/>
            <a:ext cx="277560" cy="277560"/>
          </a:xfrm>
          <a:prstGeom prst="rect">
            <a:avLst/>
          </a:prstGeom>
          <a:blipFill rotWithShape="0">
            <a:blip r:embed="rId8"/>
            <a:srcRect/>
            <a:stretch/>
          </a:blipFill>
          <a:ln>
            <a:noFill/>
          </a:ln>
        </p:spPr>
        <p:style>
          <a:lnRef idx="2"/>
          <a:fillRef idx="0"/>
          <a:effectRef idx="0">
            <a:schemeClr val="accent5">
              <a:hueOff val="0"/>
              <a:satOff val="0"/>
              <a:lumOff val="0"/>
              <a:alphaOff val="0"/>
            </a:schemeClr>
          </a:effectRef>
          <a:fontRef idx="minor"/>
        </p:style>
      </p:sp>
      <p:sp>
        <p:nvSpPr>
          <p:cNvPr id="793" name="Rechteck 19"/>
          <p:cNvSpPr/>
          <p:nvPr/>
        </p:nvSpPr>
        <p:spPr>
          <a:xfrm>
            <a:off x="8804520" y="2007000"/>
            <a:ext cx="277560" cy="277560"/>
          </a:xfrm>
          <a:prstGeom prst="rect">
            <a:avLst/>
          </a:prstGeom>
          <a:blipFill rotWithShape="0">
            <a:blip r:embed="rId9"/>
            <a:srcRect/>
            <a:stretch/>
          </a:blipFill>
          <a:ln>
            <a:noFill/>
          </a:ln>
        </p:spPr>
        <p:style>
          <a:lnRef idx="2"/>
          <a:fillRef idx="0"/>
          <a:effectRef idx="0">
            <a:schemeClr val="accent6">
              <a:hueOff val="0"/>
              <a:satOff val="0"/>
              <a:lumOff val="0"/>
              <a:alphaOff val="0"/>
            </a:schemeClr>
          </a:effectRef>
          <a:fontRef idx="minor"/>
        </p:style>
      </p:sp>
      <p:sp>
        <p:nvSpPr>
          <p:cNvPr id="794" name="Rechteck 20"/>
          <p:cNvSpPr/>
          <p:nvPr/>
        </p:nvSpPr>
        <p:spPr>
          <a:xfrm>
            <a:off x="8804520" y="2316600"/>
            <a:ext cx="277560" cy="277560"/>
          </a:xfrm>
          <a:prstGeom prst="rect">
            <a:avLst/>
          </a:prstGeom>
          <a:blipFill rotWithShape="0">
            <a:blip r:embed="rId10"/>
            <a:srcRect/>
            <a:stretch/>
          </a:blipFill>
          <a:ln>
            <a:noFill/>
          </a:ln>
        </p:spPr>
        <p:style>
          <a:lnRef idx="2"/>
          <a:fillRef idx="0"/>
          <a:effectRef idx="0">
            <a:schemeClr val="accent2">
              <a:hueOff val="0"/>
              <a:satOff val="0"/>
              <a:lumOff val="0"/>
              <a:alphaOff val="0"/>
            </a:schemeClr>
          </a:effectRef>
          <a:fontRef idx="minor"/>
        </p:style>
      </p:sp>
      <p:sp>
        <p:nvSpPr>
          <p:cNvPr id="795" name="Rechteck 21"/>
          <p:cNvSpPr/>
          <p:nvPr/>
        </p:nvSpPr>
        <p:spPr>
          <a:xfrm>
            <a:off x="7601400" y="148320"/>
            <a:ext cx="277560" cy="277560"/>
          </a:xfrm>
          <a:prstGeom prst="rect">
            <a:avLst/>
          </a:prstGeom>
          <a:blipFill rotWithShape="0">
            <a:blip r:embed="rId11"/>
            <a:srcRect/>
            <a:stretch/>
          </a:blipFill>
          <a:ln>
            <a:noFill/>
          </a:ln>
        </p:spPr>
        <p:style>
          <a:lnRef idx="2"/>
          <a:fillRef idx="0"/>
          <a:effectRef idx="0">
            <a:schemeClr val="accent6">
              <a:hueOff val="0"/>
              <a:satOff val="0"/>
              <a:lumOff val="0"/>
              <a:alphaOff val="0"/>
            </a:schemeClr>
          </a:effectRef>
          <a:fontRef idx="minor"/>
        </p:style>
      </p:sp>
    </p:spTree>
  </p:cSld>
  <p:transition spd="slow">
    <p:push dir="u"/>
  </p:transition>
  <p:timing>
    <p:tnLst>
      <p:par>
        <p:cTn id="1041" dur="indefinite" restart="never" nodeType="tmRoot">
          <p:childTnLst>
            <p:seq>
              <p:cTn id="1042" dur="indefinite" nodeType="mainSeq">
                <p:childTnLst>
                  <p:par>
                    <p:cTn id="1043" fill="hold">
                      <p:stCondLst>
                        <p:cond delay="indefinite"/>
                      </p:stCondLst>
                      <p:childTnLst>
                        <p:par>
                          <p:cTn id="1044" fill="hold">
                            <p:stCondLst>
                              <p:cond delay="0"/>
                            </p:stCondLst>
                            <p:childTnLst>
                              <p:par>
                                <p:cTn id="1045" nodeType="clickEffect" fill="hold" presetClass="entr" presetID="2" presetSubtype="4">
                                  <p:stCondLst>
                                    <p:cond delay="0"/>
                                  </p:stCondLst>
                                  <p:childTnLst>
                                    <p:set>
                                      <p:cBhvr>
                                        <p:cTn id="1046" dur="1" fill="hold">
                                          <p:stCondLst>
                                            <p:cond delay="0"/>
                                          </p:stCondLst>
                                        </p:cTn>
                                        <p:tgtEl>
                                          <p:spTgt spid="779">
                                            <p:txEl>
                                              <p:pRg st="1" end="1"/>
                                            </p:txEl>
                                          </p:spTgt>
                                        </p:tgtEl>
                                        <p:attrNameLst>
                                          <p:attrName>style.visibility</p:attrName>
                                        </p:attrNameLst>
                                      </p:cBhvr>
                                      <p:to>
                                        <p:strVal val="visible"/>
                                      </p:to>
                                    </p:set>
                                    <p:anim calcmode="lin" valueType="num">
                                      <p:cBhvr additive="repl">
                                        <p:cTn id="1047" dur="500" fill="hold"/>
                                        <p:tgtEl>
                                          <p:spTgt spid="779">
                                            <p:txEl>
                                              <p:pRg st="1" end="1"/>
                                            </p:txEl>
                                          </p:spTgt>
                                        </p:tgtEl>
                                        <p:attrNameLst>
                                          <p:attrName>ppt_x</p:attrName>
                                        </p:attrNameLst>
                                      </p:cBhvr>
                                      <p:tavLst>
                                        <p:tav tm="0">
                                          <p:val>
                                            <p:strVal val="#ppt_x"/>
                                          </p:val>
                                        </p:tav>
                                        <p:tav tm="100000">
                                          <p:val>
                                            <p:strVal val="#ppt_x"/>
                                          </p:val>
                                        </p:tav>
                                      </p:tavLst>
                                    </p:anim>
                                    <p:anim calcmode="lin" valueType="num">
                                      <p:cBhvr additive="repl">
                                        <p:cTn id="1048" dur="500" fill="hold"/>
                                        <p:tgtEl>
                                          <p:spTgt spid="779">
                                            <p:txEl>
                                              <p:pRg st="1" end="1"/>
                                            </p:txEl>
                                          </p:spTgt>
                                        </p:tgtEl>
                                        <p:attrNameLst>
                                          <p:attrName>ppt_y</p:attrName>
                                        </p:attrNameLst>
                                      </p:cBhvr>
                                      <p:tavLst>
                                        <p:tav tm="0">
                                          <p:val>
                                            <p:strVal val="1+#ppt_h/2"/>
                                          </p:val>
                                        </p:tav>
                                        <p:tav tm="100000">
                                          <p:val>
                                            <p:strVal val="#ppt_y"/>
                                          </p:val>
                                        </p:tav>
                                      </p:tavLst>
                                    </p:anim>
                                  </p:childTnLst>
                                </p:cTn>
                              </p:par>
                              <p:par>
                                <p:cTn id="1049" nodeType="withEffect" fill="hold" presetClass="entr" presetID="2" presetSubtype="4">
                                  <p:stCondLst>
                                    <p:cond delay="0"/>
                                  </p:stCondLst>
                                  <p:childTnLst>
                                    <p:set>
                                      <p:cBhvr>
                                        <p:cTn id="1050" dur="1" fill="hold">
                                          <p:stCondLst>
                                            <p:cond delay="0"/>
                                          </p:stCondLst>
                                        </p:cTn>
                                        <p:tgtEl>
                                          <p:spTgt spid="783"/>
                                        </p:tgtEl>
                                        <p:attrNameLst>
                                          <p:attrName>style.visibility</p:attrName>
                                        </p:attrNameLst>
                                      </p:cBhvr>
                                      <p:to>
                                        <p:strVal val="visible"/>
                                      </p:to>
                                    </p:set>
                                    <p:anim calcmode="lin" valueType="num">
                                      <p:cBhvr additive="repl">
                                        <p:cTn id="1051" dur="500" fill="hold"/>
                                        <p:tgtEl>
                                          <p:spTgt spid="783"/>
                                        </p:tgtEl>
                                        <p:attrNameLst>
                                          <p:attrName>ppt_x</p:attrName>
                                        </p:attrNameLst>
                                      </p:cBhvr>
                                      <p:tavLst>
                                        <p:tav tm="0">
                                          <p:val>
                                            <p:strVal val="#ppt_x"/>
                                          </p:val>
                                        </p:tav>
                                        <p:tav tm="100000">
                                          <p:val>
                                            <p:strVal val="#ppt_x"/>
                                          </p:val>
                                        </p:tav>
                                      </p:tavLst>
                                    </p:anim>
                                    <p:anim calcmode="lin" valueType="num">
                                      <p:cBhvr additive="repl">
                                        <p:cTn id="1052" dur="500" fill="hold"/>
                                        <p:tgtEl>
                                          <p:spTgt spid="783"/>
                                        </p:tgtEl>
                                        <p:attrNameLst>
                                          <p:attrName>ppt_y</p:attrName>
                                        </p:attrNameLst>
                                      </p:cBhvr>
                                      <p:tavLst>
                                        <p:tav tm="0">
                                          <p:val>
                                            <p:strVal val="1+#ppt_h/2"/>
                                          </p:val>
                                        </p:tav>
                                        <p:tav tm="100000">
                                          <p:val>
                                            <p:strVal val="#ppt_y"/>
                                          </p:val>
                                        </p:tav>
                                      </p:tavLst>
                                    </p:anim>
                                  </p:childTnLst>
                                </p:cTn>
                              </p:par>
                            </p:childTnLst>
                          </p:cTn>
                        </p:par>
                      </p:childTnLst>
                    </p:cTn>
                  </p:par>
                  <p:par>
                    <p:cTn id="1053" fill="hold">
                      <p:stCondLst>
                        <p:cond delay="indefinite"/>
                      </p:stCondLst>
                      <p:childTnLst>
                        <p:par>
                          <p:cTn id="1054" fill="hold">
                            <p:stCondLst>
                              <p:cond delay="0"/>
                            </p:stCondLst>
                            <p:childTnLst>
                              <p:par>
                                <p:cTn id="1055" nodeType="clickEffect" fill="hold" presetClass="entr" presetID="2" presetSubtype="4">
                                  <p:stCondLst>
                                    <p:cond delay="0"/>
                                  </p:stCondLst>
                                  <p:childTnLst>
                                    <p:set>
                                      <p:cBhvr>
                                        <p:cTn id="1056" dur="1" fill="hold">
                                          <p:stCondLst>
                                            <p:cond delay="0"/>
                                          </p:stCondLst>
                                        </p:cTn>
                                        <p:tgtEl>
                                          <p:spTgt spid="779">
                                            <p:txEl>
                                              <p:pRg st="3" end="3"/>
                                            </p:txEl>
                                          </p:spTgt>
                                        </p:tgtEl>
                                        <p:attrNameLst>
                                          <p:attrName>style.visibility</p:attrName>
                                        </p:attrNameLst>
                                      </p:cBhvr>
                                      <p:to>
                                        <p:strVal val="visible"/>
                                      </p:to>
                                    </p:set>
                                    <p:anim calcmode="lin" valueType="num">
                                      <p:cBhvr additive="repl">
                                        <p:cTn id="1057" dur="500" fill="hold"/>
                                        <p:tgtEl>
                                          <p:spTgt spid="779">
                                            <p:txEl>
                                              <p:pRg st="3" end="3"/>
                                            </p:txEl>
                                          </p:spTgt>
                                        </p:tgtEl>
                                        <p:attrNameLst>
                                          <p:attrName>ppt_x</p:attrName>
                                        </p:attrNameLst>
                                      </p:cBhvr>
                                      <p:tavLst>
                                        <p:tav tm="0">
                                          <p:val>
                                            <p:strVal val="#ppt_x"/>
                                          </p:val>
                                        </p:tav>
                                        <p:tav tm="100000">
                                          <p:val>
                                            <p:strVal val="#ppt_x"/>
                                          </p:val>
                                        </p:tav>
                                      </p:tavLst>
                                    </p:anim>
                                    <p:anim calcmode="lin" valueType="num">
                                      <p:cBhvr additive="repl">
                                        <p:cTn id="1058" dur="500" fill="hold"/>
                                        <p:tgtEl>
                                          <p:spTgt spid="779">
                                            <p:txEl>
                                              <p:pRg st="3" end="3"/>
                                            </p:txEl>
                                          </p:spTgt>
                                        </p:tgtEl>
                                        <p:attrNameLst>
                                          <p:attrName>ppt_y</p:attrName>
                                        </p:attrNameLst>
                                      </p:cBhvr>
                                      <p:tavLst>
                                        <p:tav tm="0">
                                          <p:val>
                                            <p:strVal val="1+#ppt_h/2"/>
                                          </p:val>
                                        </p:tav>
                                        <p:tav tm="100000">
                                          <p:val>
                                            <p:strVal val="#ppt_y"/>
                                          </p:val>
                                        </p:tav>
                                      </p:tavLst>
                                    </p:anim>
                                  </p:childTnLst>
                                </p:cTn>
                              </p:par>
                              <p:par>
                                <p:cTn id="1059" nodeType="withEffect" fill="hold" presetClass="entr" presetID="2" presetSubtype="4">
                                  <p:stCondLst>
                                    <p:cond delay="0"/>
                                  </p:stCondLst>
                                  <p:childTnLst>
                                    <p:set>
                                      <p:cBhvr>
                                        <p:cTn id="1060" dur="1" fill="hold">
                                          <p:stCondLst>
                                            <p:cond delay="0"/>
                                          </p:stCondLst>
                                        </p:cTn>
                                        <p:tgtEl>
                                          <p:spTgt spid="784"/>
                                        </p:tgtEl>
                                        <p:attrNameLst>
                                          <p:attrName>style.visibility</p:attrName>
                                        </p:attrNameLst>
                                      </p:cBhvr>
                                      <p:to>
                                        <p:strVal val="visible"/>
                                      </p:to>
                                    </p:set>
                                    <p:anim calcmode="lin" valueType="num">
                                      <p:cBhvr additive="repl">
                                        <p:cTn id="1061" dur="500" fill="hold"/>
                                        <p:tgtEl>
                                          <p:spTgt spid="784"/>
                                        </p:tgtEl>
                                        <p:attrNameLst>
                                          <p:attrName>ppt_x</p:attrName>
                                        </p:attrNameLst>
                                      </p:cBhvr>
                                      <p:tavLst>
                                        <p:tav tm="0">
                                          <p:val>
                                            <p:strVal val="#ppt_x"/>
                                          </p:val>
                                        </p:tav>
                                        <p:tav tm="100000">
                                          <p:val>
                                            <p:strVal val="#ppt_x"/>
                                          </p:val>
                                        </p:tav>
                                      </p:tavLst>
                                    </p:anim>
                                    <p:anim calcmode="lin" valueType="num">
                                      <p:cBhvr additive="repl">
                                        <p:cTn id="1062" dur="500" fill="hold"/>
                                        <p:tgtEl>
                                          <p:spTgt spid="784"/>
                                        </p:tgtEl>
                                        <p:attrNameLst>
                                          <p:attrName>ppt_y</p:attrName>
                                        </p:attrNameLst>
                                      </p:cBhvr>
                                      <p:tavLst>
                                        <p:tav tm="0">
                                          <p:val>
                                            <p:strVal val="1+#ppt_h/2"/>
                                          </p:val>
                                        </p:tav>
                                        <p:tav tm="100000">
                                          <p:val>
                                            <p:strVal val="#ppt_y"/>
                                          </p:val>
                                        </p:tav>
                                      </p:tavLst>
                                    </p:anim>
                                  </p:childTnLst>
                                </p:cTn>
                              </p:par>
                            </p:childTnLst>
                          </p:cTn>
                        </p:par>
                      </p:childTnLst>
                    </p:cTn>
                  </p:par>
                  <p:par>
                    <p:cTn id="1063" fill="hold">
                      <p:stCondLst>
                        <p:cond delay="indefinite"/>
                      </p:stCondLst>
                      <p:childTnLst>
                        <p:par>
                          <p:cTn id="1064" fill="hold">
                            <p:stCondLst>
                              <p:cond delay="0"/>
                            </p:stCondLst>
                            <p:childTnLst>
                              <p:par>
                                <p:cTn id="1065" nodeType="clickEffect" fill="hold" presetClass="entr" presetID="2" presetSubtype="4">
                                  <p:stCondLst>
                                    <p:cond delay="0"/>
                                  </p:stCondLst>
                                  <p:childTnLst>
                                    <p:set>
                                      <p:cBhvr>
                                        <p:cTn id="1066" dur="1" fill="hold">
                                          <p:stCondLst>
                                            <p:cond delay="0"/>
                                          </p:stCondLst>
                                        </p:cTn>
                                        <p:tgtEl>
                                          <p:spTgt spid="779">
                                            <p:txEl>
                                              <p:pRg st="6" end="6"/>
                                            </p:txEl>
                                          </p:spTgt>
                                        </p:tgtEl>
                                        <p:attrNameLst>
                                          <p:attrName>style.visibility</p:attrName>
                                        </p:attrNameLst>
                                      </p:cBhvr>
                                      <p:to>
                                        <p:strVal val="visible"/>
                                      </p:to>
                                    </p:set>
                                    <p:anim calcmode="lin" valueType="num">
                                      <p:cBhvr additive="repl">
                                        <p:cTn id="1067" dur="500" fill="hold"/>
                                        <p:tgtEl>
                                          <p:spTgt spid="779">
                                            <p:txEl>
                                              <p:pRg st="6" end="6"/>
                                            </p:txEl>
                                          </p:spTgt>
                                        </p:tgtEl>
                                        <p:attrNameLst>
                                          <p:attrName>ppt_x</p:attrName>
                                        </p:attrNameLst>
                                      </p:cBhvr>
                                      <p:tavLst>
                                        <p:tav tm="0">
                                          <p:val>
                                            <p:strVal val="#ppt_x"/>
                                          </p:val>
                                        </p:tav>
                                        <p:tav tm="100000">
                                          <p:val>
                                            <p:strVal val="#ppt_x"/>
                                          </p:val>
                                        </p:tav>
                                      </p:tavLst>
                                    </p:anim>
                                    <p:anim calcmode="lin" valueType="num">
                                      <p:cBhvr additive="repl">
                                        <p:cTn id="1068" dur="500" fill="hold"/>
                                        <p:tgtEl>
                                          <p:spTgt spid="779">
                                            <p:txEl>
                                              <p:pRg st="6" end="6"/>
                                            </p:txEl>
                                          </p:spTgt>
                                        </p:tgtEl>
                                        <p:attrNameLst>
                                          <p:attrName>ppt_y</p:attrName>
                                        </p:attrNameLst>
                                      </p:cBhvr>
                                      <p:tavLst>
                                        <p:tav tm="0">
                                          <p:val>
                                            <p:strVal val="1+#ppt_h/2"/>
                                          </p:val>
                                        </p:tav>
                                        <p:tav tm="100000">
                                          <p:val>
                                            <p:strVal val="#ppt_y"/>
                                          </p:val>
                                        </p:tav>
                                      </p:tavLst>
                                    </p:anim>
                                  </p:childTnLst>
                                </p:cTn>
                              </p:par>
                              <p:par>
                                <p:cTn id="1069" nodeType="withEffect" fill="hold" presetClass="entr" presetID="2" presetSubtype="4">
                                  <p:stCondLst>
                                    <p:cond delay="0"/>
                                  </p:stCondLst>
                                  <p:childTnLst>
                                    <p:set>
                                      <p:cBhvr>
                                        <p:cTn id="1070" dur="1" fill="hold">
                                          <p:stCondLst>
                                            <p:cond delay="0"/>
                                          </p:stCondLst>
                                        </p:cTn>
                                        <p:tgtEl>
                                          <p:spTgt spid="785"/>
                                        </p:tgtEl>
                                        <p:attrNameLst>
                                          <p:attrName>style.visibility</p:attrName>
                                        </p:attrNameLst>
                                      </p:cBhvr>
                                      <p:to>
                                        <p:strVal val="visible"/>
                                      </p:to>
                                    </p:set>
                                    <p:anim calcmode="lin" valueType="num">
                                      <p:cBhvr additive="repl">
                                        <p:cTn id="1071" dur="500" fill="hold"/>
                                        <p:tgtEl>
                                          <p:spTgt spid="785"/>
                                        </p:tgtEl>
                                        <p:attrNameLst>
                                          <p:attrName>ppt_x</p:attrName>
                                        </p:attrNameLst>
                                      </p:cBhvr>
                                      <p:tavLst>
                                        <p:tav tm="0">
                                          <p:val>
                                            <p:strVal val="#ppt_x"/>
                                          </p:val>
                                        </p:tav>
                                        <p:tav tm="100000">
                                          <p:val>
                                            <p:strVal val="#ppt_x"/>
                                          </p:val>
                                        </p:tav>
                                      </p:tavLst>
                                    </p:anim>
                                    <p:anim calcmode="lin" valueType="num">
                                      <p:cBhvr additive="repl">
                                        <p:cTn id="1072" dur="500" fill="hold"/>
                                        <p:tgtEl>
                                          <p:spTgt spid="785"/>
                                        </p:tgtEl>
                                        <p:attrNameLst>
                                          <p:attrName>ppt_y</p:attrName>
                                        </p:attrNameLst>
                                      </p:cBhvr>
                                      <p:tavLst>
                                        <p:tav tm="0">
                                          <p:val>
                                            <p:strVal val="1+#ppt_h/2"/>
                                          </p:val>
                                        </p:tav>
                                        <p:tav tm="100000">
                                          <p:val>
                                            <p:strVal val="#ppt_y"/>
                                          </p:val>
                                        </p:tav>
                                      </p:tavLst>
                                    </p:anim>
                                  </p:childTnLst>
                                </p:cTn>
                              </p:par>
                            </p:childTnLst>
                          </p:cTn>
                        </p:par>
                      </p:childTnLst>
                    </p:cTn>
                  </p:par>
                  <p:par>
                    <p:cTn id="1073" fill="hold">
                      <p:stCondLst>
                        <p:cond delay="indefinite"/>
                      </p:stCondLst>
                      <p:childTnLst>
                        <p:par>
                          <p:cTn id="1074" fill="hold">
                            <p:stCondLst>
                              <p:cond delay="0"/>
                            </p:stCondLst>
                            <p:childTnLst>
                              <p:par>
                                <p:cTn id="1075" nodeType="clickEffect" fill="hold" presetClass="entr" presetID="2" presetSubtype="4">
                                  <p:stCondLst>
                                    <p:cond delay="0"/>
                                  </p:stCondLst>
                                  <p:childTnLst>
                                    <p:set>
                                      <p:cBhvr>
                                        <p:cTn id="1076" dur="1" fill="hold">
                                          <p:stCondLst>
                                            <p:cond delay="0"/>
                                          </p:stCondLst>
                                        </p:cTn>
                                        <p:tgtEl>
                                          <p:spTgt spid="779">
                                            <p:txEl>
                                              <p:pRg st="9" end="9"/>
                                            </p:txEl>
                                          </p:spTgt>
                                        </p:tgtEl>
                                        <p:attrNameLst>
                                          <p:attrName>style.visibility</p:attrName>
                                        </p:attrNameLst>
                                      </p:cBhvr>
                                      <p:to>
                                        <p:strVal val="visible"/>
                                      </p:to>
                                    </p:set>
                                    <p:anim calcmode="lin" valueType="num">
                                      <p:cBhvr additive="repl">
                                        <p:cTn id="1077" dur="500" fill="hold"/>
                                        <p:tgtEl>
                                          <p:spTgt spid="779">
                                            <p:txEl>
                                              <p:pRg st="9" end="9"/>
                                            </p:txEl>
                                          </p:spTgt>
                                        </p:tgtEl>
                                        <p:attrNameLst>
                                          <p:attrName>ppt_x</p:attrName>
                                        </p:attrNameLst>
                                      </p:cBhvr>
                                      <p:tavLst>
                                        <p:tav tm="0">
                                          <p:val>
                                            <p:strVal val="#ppt_x"/>
                                          </p:val>
                                        </p:tav>
                                        <p:tav tm="100000">
                                          <p:val>
                                            <p:strVal val="#ppt_x"/>
                                          </p:val>
                                        </p:tav>
                                      </p:tavLst>
                                    </p:anim>
                                    <p:anim calcmode="lin" valueType="num">
                                      <p:cBhvr additive="repl">
                                        <p:cTn id="1078" dur="500" fill="hold"/>
                                        <p:tgtEl>
                                          <p:spTgt spid="779">
                                            <p:txEl>
                                              <p:pRg st="9" end="9"/>
                                            </p:txEl>
                                          </p:spTgt>
                                        </p:tgtEl>
                                        <p:attrNameLst>
                                          <p:attrName>ppt_y</p:attrName>
                                        </p:attrNameLst>
                                      </p:cBhvr>
                                      <p:tavLst>
                                        <p:tav tm="0">
                                          <p:val>
                                            <p:strVal val="1+#ppt_h/2"/>
                                          </p:val>
                                        </p:tav>
                                        <p:tav tm="100000">
                                          <p:val>
                                            <p:strVal val="#ppt_y"/>
                                          </p:val>
                                        </p:tav>
                                      </p:tavLst>
                                    </p:anim>
                                  </p:childTnLst>
                                </p:cTn>
                              </p:par>
                              <p:par>
                                <p:cTn id="1079" nodeType="withEffect" fill="hold" presetClass="entr" presetID="2" presetSubtype="4">
                                  <p:stCondLst>
                                    <p:cond delay="0"/>
                                  </p:stCondLst>
                                  <p:childTnLst>
                                    <p:set>
                                      <p:cBhvr>
                                        <p:cTn id="1080" dur="1" fill="hold">
                                          <p:stCondLst>
                                            <p:cond delay="0"/>
                                          </p:stCondLst>
                                        </p:cTn>
                                        <p:tgtEl>
                                          <p:spTgt spid="786"/>
                                        </p:tgtEl>
                                        <p:attrNameLst>
                                          <p:attrName>style.visibility</p:attrName>
                                        </p:attrNameLst>
                                      </p:cBhvr>
                                      <p:to>
                                        <p:strVal val="visible"/>
                                      </p:to>
                                    </p:set>
                                    <p:anim calcmode="lin" valueType="num">
                                      <p:cBhvr additive="repl">
                                        <p:cTn id="1081" dur="500" fill="hold"/>
                                        <p:tgtEl>
                                          <p:spTgt spid="786"/>
                                        </p:tgtEl>
                                        <p:attrNameLst>
                                          <p:attrName>ppt_x</p:attrName>
                                        </p:attrNameLst>
                                      </p:cBhvr>
                                      <p:tavLst>
                                        <p:tav tm="0">
                                          <p:val>
                                            <p:strVal val="#ppt_x"/>
                                          </p:val>
                                        </p:tav>
                                        <p:tav tm="100000">
                                          <p:val>
                                            <p:strVal val="#ppt_x"/>
                                          </p:val>
                                        </p:tav>
                                      </p:tavLst>
                                    </p:anim>
                                    <p:anim calcmode="lin" valueType="num">
                                      <p:cBhvr additive="repl">
                                        <p:cTn id="1082" dur="500" fill="hold"/>
                                        <p:tgtEl>
                                          <p:spTgt spid="7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6"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Study Setup</a:t>
            </a:r>
            <a:endParaRPr b="0" lang="en-US" sz="2100" spc="-1" strike="noStrike">
              <a:solidFill>
                <a:srgbClr val="000000"/>
              </a:solidFill>
              <a:latin typeface="Calibri"/>
            </a:endParaRPr>
          </a:p>
        </p:txBody>
      </p:sp>
      <p:sp>
        <p:nvSpPr>
          <p:cNvPr id="797" name="PlaceHolder 2"/>
          <p:cNvSpPr>
            <a:spLocks noGrp="1"/>
          </p:cNvSpPr>
          <p:nvPr>
            <p:ph/>
          </p:nvPr>
        </p:nvSpPr>
        <p:spPr>
          <a:xfrm>
            <a:off x="395280" y="1131840"/>
            <a:ext cx="8353080" cy="367596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80 participants in Online Study</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4 groups / 2 dialogues per participant (DK &amp; NO DK) / True|False AI Setting</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New scenario diabetes</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New explanation type: example based</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Automatic generated argumentation trees with human in the loop to guarantee qualitiy</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Separation of AI and Dialogue System</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More proactive strategy for Domain Knowledge</a:t>
            </a:r>
            <a:endParaRPr b="0" lang="en-US" sz="1800" spc="-1" strike="noStrike">
              <a:solidFill>
                <a:srgbClr val="000000"/>
              </a:solidFill>
              <a:latin typeface="Calibri"/>
            </a:endParaRPr>
          </a:p>
        </p:txBody>
      </p:sp>
      <p:sp>
        <p:nvSpPr>
          <p:cNvPr id="798" name="PlaceHolder 3"/>
          <p:cNvSpPr>
            <a:spLocks noGrp="1"/>
          </p:cNvSpPr>
          <p:nvPr>
            <p:ph type="dt" idx="88"/>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799" name="PlaceHolder 4"/>
          <p:cNvSpPr>
            <a:spLocks noGrp="1"/>
          </p:cNvSpPr>
          <p:nvPr>
            <p:ph type="ftr" idx="89"/>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800" name="PlaceHolder 5"/>
          <p:cNvSpPr>
            <a:spLocks noGrp="1"/>
          </p:cNvSpPr>
          <p:nvPr>
            <p:ph type="sldNum" idx="90"/>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FA5FFE7B-DF80-4243-AD28-3E534D471CF8}" type="slidenum">
              <a:rPr b="0" lang="de-DE" sz="900" spc="-1" strike="noStrike">
                <a:solidFill>
                  <a:srgbClr val="ffffff"/>
                </a:solidFill>
                <a:latin typeface="Arial"/>
              </a:rPr>
              <a:t>25</a:t>
            </a:fld>
            <a:endParaRPr b="0" lang="en-US" sz="900" spc="-1" strike="noStrike">
              <a:latin typeface="Times New Roman"/>
            </a:endParaRPr>
          </a:p>
        </p:txBody>
      </p:sp>
      <p:sp>
        <p:nvSpPr>
          <p:cNvPr id="801" name="Textfeld 6"/>
          <p:cNvSpPr/>
          <p:nvPr/>
        </p:nvSpPr>
        <p:spPr>
          <a:xfrm>
            <a:off x="7855200" y="134640"/>
            <a:ext cx="825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Evaluation</a:t>
            </a:r>
            <a:endParaRPr b="0" lang="en-US" sz="1200" spc="-1" strike="noStrike">
              <a:latin typeface="Arial"/>
            </a:endParaRPr>
          </a:p>
        </p:txBody>
      </p:sp>
      <p:sp>
        <p:nvSpPr>
          <p:cNvPr id="802" name="Rechteck 7"/>
          <p:cNvSpPr/>
          <p:nvPr/>
        </p:nvSpPr>
        <p:spPr>
          <a:xfrm>
            <a:off x="8804520" y="664200"/>
            <a:ext cx="277560" cy="277560"/>
          </a:xfrm>
          <a:prstGeom prst="rect">
            <a:avLst/>
          </a:prstGeom>
          <a:blipFill rotWithShape="0">
            <a:blip r:embed="rId1"/>
            <a:srcRect/>
            <a:stretch/>
          </a:blipFill>
          <a:ln>
            <a:noFill/>
          </a:ln>
        </p:spPr>
        <p:style>
          <a:lnRef idx="2"/>
          <a:fillRef idx="0"/>
          <a:effectRef idx="0">
            <a:schemeClr val="accent2">
              <a:hueOff val="0"/>
              <a:satOff val="0"/>
              <a:lumOff val="0"/>
              <a:alphaOff val="0"/>
            </a:schemeClr>
          </a:effectRef>
          <a:fontRef idx="minor"/>
        </p:style>
      </p:sp>
      <p:sp>
        <p:nvSpPr>
          <p:cNvPr id="803" name="Rechteck 10"/>
          <p:cNvSpPr/>
          <p:nvPr/>
        </p:nvSpPr>
        <p:spPr>
          <a:xfrm>
            <a:off x="8804520" y="1043640"/>
            <a:ext cx="277560" cy="277560"/>
          </a:xfrm>
          <a:prstGeom prst="rect">
            <a:avLst/>
          </a:prstGeom>
          <a:blipFill rotWithShape="0">
            <a:blip r:embed="rId2"/>
            <a:srcRect/>
            <a:stretch/>
          </a:blipFill>
          <a:ln>
            <a:noFill/>
          </a:ln>
        </p:spPr>
        <p:style>
          <a:lnRef idx="2"/>
          <a:fillRef idx="0"/>
          <a:effectRef idx="0">
            <a:schemeClr val="accent3">
              <a:hueOff val="0"/>
              <a:satOff val="0"/>
              <a:lumOff val="0"/>
              <a:alphaOff val="0"/>
            </a:schemeClr>
          </a:effectRef>
          <a:fontRef idx="minor"/>
        </p:style>
      </p:sp>
      <p:sp>
        <p:nvSpPr>
          <p:cNvPr id="804" name="Rechteck 11"/>
          <p:cNvSpPr/>
          <p:nvPr/>
        </p:nvSpPr>
        <p:spPr>
          <a:xfrm>
            <a:off x="8804520" y="1379160"/>
            <a:ext cx="277560" cy="277560"/>
          </a:xfrm>
          <a:prstGeom prst="rect">
            <a:avLst/>
          </a:prstGeom>
          <a:blipFill rotWithShape="0">
            <a:blip r:embed="rId3"/>
            <a:srcRect/>
            <a:stretch/>
          </a:blipFill>
          <a:ln>
            <a:noFill/>
          </a:ln>
        </p:spPr>
        <p:style>
          <a:lnRef idx="2"/>
          <a:fillRef idx="0"/>
          <a:effectRef idx="0">
            <a:schemeClr val="accent4">
              <a:hueOff val="0"/>
              <a:satOff val="0"/>
              <a:lumOff val="0"/>
              <a:alphaOff val="0"/>
            </a:schemeClr>
          </a:effectRef>
          <a:fontRef idx="minor"/>
        </p:style>
      </p:sp>
      <p:sp>
        <p:nvSpPr>
          <p:cNvPr id="805" name="Rechteck 12"/>
          <p:cNvSpPr/>
          <p:nvPr/>
        </p:nvSpPr>
        <p:spPr>
          <a:xfrm>
            <a:off x="8804520" y="1688760"/>
            <a:ext cx="277560" cy="277560"/>
          </a:xfrm>
          <a:prstGeom prst="rect">
            <a:avLst/>
          </a:prstGeom>
          <a:blipFill rotWithShape="0">
            <a:blip r:embed="rId4"/>
            <a:srcRect/>
            <a:stretch/>
          </a:blipFill>
          <a:ln>
            <a:noFill/>
          </a:ln>
        </p:spPr>
        <p:style>
          <a:lnRef idx="2"/>
          <a:fillRef idx="0"/>
          <a:effectRef idx="0">
            <a:schemeClr val="accent5">
              <a:hueOff val="0"/>
              <a:satOff val="0"/>
              <a:lumOff val="0"/>
              <a:alphaOff val="0"/>
            </a:schemeClr>
          </a:effectRef>
          <a:fontRef idx="minor"/>
        </p:style>
      </p:sp>
      <p:sp>
        <p:nvSpPr>
          <p:cNvPr id="806" name="Rechteck 13"/>
          <p:cNvSpPr/>
          <p:nvPr/>
        </p:nvSpPr>
        <p:spPr>
          <a:xfrm>
            <a:off x="8804520" y="2007000"/>
            <a:ext cx="277560" cy="277560"/>
          </a:xfrm>
          <a:prstGeom prst="rect">
            <a:avLst/>
          </a:prstGeom>
          <a:blipFill rotWithShape="0">
            <a:blip r:embed="rId5"/>
            <a:srcRect/>
            <a:stretch/>
          </a:blipFill>
          <a:ln>
            <a:noFill/>
          </a:ln>
        </p:spPr>
        <p:style>
          <a:lnRef idx="2"/>
          <a:fillRef idx="0"/>
          <a:effectRef idx="0">
            <a:schemeClr val="accent6">
              <a:hueOff val="0"/>
              <a:satOff val="0"/>
              <a:lumOff val="0"/>
              <a:alphaOff val="0"/>
            </a:schemeClr>
          </a:effectRef>
          <a:fontRef idx="minor"/>
        </p:style>
      </p:sp>
      <p:sp>
        <p:nvSpPr>
          <p:cNvPr id="807" name="Rechteck 14"/>
          <p:cNvSpPr/>
          <p:nvPr/>
        </p:nvSpPr>
        <p:spPr>
          <a:xfrm>
            <a:off x="8804520" y="2316600"/>
            <a:ext cx="277560" cy="277560"/>
          </a:xfrm>
          <a:prstGeom prst="rect">
            <a:avLst/>
          </a:prstGeom>
          <a:blipFill rotWithShape="0">
            <a:blip r:embed="rId6"/>
            <a:srcRect/>
            <a:stretch/>
          </a:blipFill>
          <a:ln>
            <a:noFill/>
          </a:ln>
        </p:spPr>
        <p:style>
          <a:lnRef idx="2"/>
          <a:fillRef idx="0"/>
          <a:effectRef idx="0">
            <a:schemeClr val="accent2">
              <a:hueOff val="0"/>
              <a:satOff val="0"/>
              <a:lumOff val="0"/>
              <a:alphaOff val="0"/>
            </a:schemeClr>
          </a:effectRef>
          <a:fontRef idx="minor"/>
        </p:style>
      </p:sp>
      <p:sp>
        <p:nvSpPr>
          <p:cNvPr id="808" name="Rechteck 15"/>
          <p:cNvSpPr/>
          <p:nvPr/>
        </p:nvSpPr>
        <p:spPr>
          <a:xfrm>
            <a:off x="7601400" y="148320"/>
            <a:ext cx="277560" cy="277560"/>
          </a:xfrm>
          <a:prstGeom prst="rect">
            <a:avLst/>
          </a:prstGeom>
          <a:blipFill rotWithShape="0">
            <a:blip r:embed="rId7"/>
            <a:srcRect/>
            <a:stretch/>
          </a:blipFill>
          <a:ln>
            <a:noFill/>
          </a:ln>
        </p:spPr>
        <p:style>
          <a:lnRef idx="2"/>
          <a:fillRef idx="0"/>
          <a:effectRef idx="0">
            <a:schemeClr val="accent6">
              <a:hueOff val="0"/>
              <a:satOff val="0"/>
              <a:lumOff val="0"/>
              <a:alphaOff val="0"/>
            </a:schemeClr>
          </a:effectRef>
          <a:fontRef idx="minor"/>
        </p:style>
      </p:sp>
    </p:spTree>
  </p:cSld>
  <p:transition spd="slow">
    <p:push dir="u"/>
  </p:transition>
  <p:timing>
    <p:tnLst>
      <p:par>
        <p:cTn id="1083" dur="indefinite" restart="never" nodeType="tmRoot">
          <p:childTnLst>
            <p:seq>
              <p:cTn id="1084" dur="indefinite" nodeType="mainSeq">
                <p:childTnLst>
                  <p:par>
                    <p:cTn id="1085" fill="hold">
                      <p:stCondLst>
                        <p:cond delay="indefinite"/>
                      </p:stCondLst>
                      <p:childTnLst>
                        <p:par>
                          <p:cTn id="1086" fill="hold">
                            <p:stCondLst>
                              <p:cond delay="0"/>
                            </p:stCondLst>
                            <p:childTnLst>
                              <p:par>
                                <p:cTn id="1087" nodeType="clickEffect" fill="hold" presetClass="entr" presetID="10">
                                  <p:stCondLst>
                                    <p:cond delay="0"/>
                                  </p:stCondLst>
                                  <p:childTnLst>
                                    <p:set>
                                      <p:cBhvr>
                                        <p:cTn id="1088" dur="1" fill="hold">
                                          <p:stCondLst>
                                            <p:cond delay="0"/>
                                          </p:stCondLst>
                                        </p:cTn>
                                        <p:tgtEl>
                                          <p:spTgt spid="797">
                                            <p:txEl>
                                              <p:pRg st="0" end="0"/>
                                            </p:txEl>
                                          </p:spTgt>
                                        </p:tgtEl>
                                        <p:attrNameLst>
                                          <p:attrName>style.visibility</p:attrName>
                                        </p:attrNameLst>
                                      </p:cBhvr>
                                      <p:to>
                                        <p:strVal val="visible"/>
                                      </p:to>
                                    </p:set>
                                    <p:animEffect filter="fade" transition="in">
                                      <p:cBhvr additive="repl">
                                        <p:cTn id="1089" dur="500"/>
                                        <p:tgtEl>
                                          <p:spTgt spid="797">
                                            <p:txEl>
                                              <p:pRg st="0" end="0"/>
                                            </p:txEl>
                                          </p:spTgt>
                                        </p:tgtEl>
                                      </p:cBhvr>
                                    </p:animEffect>
                                  </p:childTnLst>
                                </p:cTn>
                              </p:par>
                            </p:childTnLst>
                          </p:cTn>
                        </p:par>
                      </p:childTnLst>
                    </p:cTn>
                  </p:par>
                  <p:par>
                    <p:cTn id="1090" fill="hold">
                      <p:stCondLst>
                        <p:cond delay="indefinite"/>
                      </p:stCondLst>
                      <p:childTnLst>
                        <p:par>
                          <p:cTn id="1091" fill="hold">
                            <p:stCondLst>
                              <p:cond delay="0"/>
                            </p:stCondLst>
                            <p:childTnLst>
                              <p:par>
                                <p:cTn id="1092" nodeType="clickEffect" fill="hold" presetClass="entr" presetID="10">
                                  <p:stCondLst>
                                    <p:cond delay="0"/>
                                  </p:stCondLst>
                                  <p:childTnLst>
                                    <p:set>
                                      <p:cBhvr>
                                        <p:cTn id="1093" dur="1" fill="hold">
                                          <p:stCondLst>
                                            <p:cond delay="0"/>
                                          </p:stCondLst>
                                        </p:cTn>
                                        <p:tgtEl>
                                          <p:spTgt spid="797">
                                            <p:txEl>
                                              <p:pRg st="1" end="1"/>
                                            </p:txEl>
                                          </p:spTgt>
                                        </p:tgtEl>
                                        <p:attrNameLst>
                                          <p:attrName>style.visibility</p:attrName>
                                        </p:attrNameLst>
                                      </p:cBhvr>
                                      <p:to>
                                        <p:strVal val="visible"/>
                                      </p:to>
                                    </p:set>
                                    <p:animEffect filter="fade" transition="in">
                                      <p:cBhvr additive="repl">
                                        <p:cTn id="1094" dur="500"/>
                                        <p:tgtEl>
                                          <p:spTgt spid="797">
                                            <p:txEl>
                                              <p:pRg st="1" end="1"/>
                                            </p:txEl>
                                          </p:spTgt>
                                        </p:tgtEl>
                                      </p:cBhvr>
                                    </p:animEffect>
                                  </p:childTnLst>
                                </p:cTn>
                              </p:par>
                            </p:childTnLst>
                          </p:cTn>
                        </p:par>
                      </p:childTnLst>
                    </p:cTn>
                  </p:par>
                  <p:par>
                    <p:cTn id="1095" fill="hold">
                      <p:stCondLst>
                        <p:cond delay="indefinite"/>
                      </p:stCondLst>
                      <p:childTnLst>
                        <p:par>
                          <p:cTn id="1096" fill="hold">
                            <p:stCondLst>
                              <p:cond delay="0"/>
                            </p:stCondLst>
                            <p:childTnLst>
                              <p:par>
                                <p:cTn id="1097" nodeType="clickEffect" fill="hold" presetClass="entr" presetID="10">
                                  <p:stCondLst>
                                    <p:cond delay="0"/>
                                  </p:stCondLst>
                                  <p:childTnLst>
                                    <p:set>
                                      <p:cBhvr>
                                        <p:cTn id="1098" dur="1" fill="hold">
                                          <p:stCondLst>
                                            <p:cond delay="0"/>
                                          </p:stCondLst>
                                        </p:cTn>
                                        <p:tgtEl>
                                          <p:spTgt spid="797">
                                            <p:txEl>
                                              <p:pRg st="2" end="2"/>
                                            </p:txEl>
                                          </p:spTgt>
                                        </p:tgtEl>
                                        <p:attrNameLst>
                                          <p:attrName>style.visibility</p:attrName>
                                        </p:attrNameLst>
                                      </p:cBhvr>
                                      <p:to>
                                        <p:strVal val="visible"/>
                                      </p:to>
                                    </p:set>
                                    <p:animEffect filter="fade" transition="in">
                                      <p:cBhvr additive="repl">
                                        <p:cTn id="1099" dur="500"/>
                                        <p:tgtEl>
                                          <p:spTgt spid="797">
                                            <p:txEl>
                                              <p:pRg st="2" end="2"/>
                                            </p:txEl>
                                          </p:spTgt>
                                        </p:tgtEl>
                                      </p:cBhvr>
                                    </p:animEffect>
                                  </p:childTnLst>
                                </p:cTn>
                              </p:par>
                            </p:childTnLst>
                          </p:cTn>
                        </p:par>
                      </p:childTnLst>
                    </p:cTn>
                  </p:par>
                  <p:par>
                    <p:cTn id="1100" fill="hold">
                      <p:stCondLst>
                        <p:cond delay="indefinite"/>
                      </p:stCondLst>
                      <p:childTnLst>
                        <p:par>
                          <p:cTn id="1101" fill="hold">
                            <p:stCondLst>
                              <p:cond delay="0"/>
                            </p:stCondLst>
                            <p:childTnLst>
                              <p:par>
                                <p:cTn id="1102" nodeType="clickEffect" fill="hold" presetClass="entr" presetID="10">
                                  <p:stCondLst>
                                    <p:cond delay="0"/>
                                  </p:stCondLst>
                                  <p:childTnLst>
                                    <p:set>
                                      <p:cBhvr>
                                        <p:cTn id="1103" dur="1" fill="hold">
                                          <p:stCondLst>
                                            <p:cond delay="0"/>
                                          </p:stCondLst>
                                        </p:cTn>
                                        <p:tgtEl>
                                          <p:spTgt spid="797">
                                            <p:txEl>
                                              <p:pRg st="3" end="3"/>
                                            </p:txEl>
                                          </p:spTgt>
                                        </p:tgtEl>
                                        <p:attrNameLst>
                                          <p:attrName>style.visibility</p:attrName>
                                        </p:attrNameLst>
                                      </p:cBhvr>
                                      <p:to>
                                        <p:strVal val="visible"/>
                                      </p:to>
                                    </p:set>
                                    <p:animEffect filter="fade" transition="in">
                                      <p:cBhvr additive="repl">
                                        <p:cTn id="1104" dur="500"/>
                                        <p:tgtEl>
                                          <p:spTgt spid="797">
                                            <p:txEl>
                                              <p:pRg st="3" end="3"/>
                                            </p:txEl>
                                          </p:spTgt>
                                        </p:tgtEl>
                                      </p:cBhvr>
                                    </p:animEffect>
                                  </p:childTnLst>
                                </p:cTn>
                              </p:par>
                            </p:childTnLst>
                          </p:cTn>
                        </p:par>
                      </p:childTnLst>
                    </p:cTn>
                  </p:par>
                  <p:par>
                    <p:cTn id="1105" fill="hold">
                      <p:stCondLst>
                        <p:cond delay="indefinite"/>
                      </p:stCondLst>
                      <p:childTnLst>
                        <p:par>
                          <p:cTn id="1106" fill="hold">
                            <p:stCondLst>
                              <p:cond delay="0"/>
                            </p:stCondLst>
                            <p:childTnLst>
                              <p:par>
                                <p:cTn id="1107" nodeType="clickEffect" fill="hold" presetClass="entr" presetID="10">
                                  <p:stCondLst>
                                    <p:cond delay="0"/>
                                  </p:stCondLst>
                                  <p:childTnLst>
                                    <p:set>
                                      <p:cBhvr>
                                        <p:cTn id="1108" dur="1" fill="hold">
                                          <p:stCondLst>
                                            <p:cond delay="0"/>
                                          </p:stCondLst>
                                        </p:cTn>
                                        <p:tgtEl>
                                          <p:spTgt spid="797">
                                            <p:txEl>
                                              <p:pRg st="4" end="4"/>
                                            </p:txEl>
                                          </p:spTgt>
                                        </p:tgtEl>
                                        <p:attrNameLst>
                                          <p:attrName>style.visibility</p:attrName>
                                        </p:attrNameLst>
                                      </p:cBhvr>
                                      <p:to>
                                        <p:strVal val="visible"/>
                                      </p:to>
                                    </p:set>
                                    <p:animEffect filter="fade" transition="in">
                                      <p:cBhvr additive="repl">
                                        <p:cTn id="1109" dur="500"/>
                                        <p:tgtEl>
                                          <p:spTgt spid="797">
                                            <p:txEl>
                                              <p:pRg st="4" end="4"/>
                                            </p:txEl>
                                          </p:spTgt>
                                        </p:tgtEl>
                                      </p:cBhvr>
                                    </p:animEffect>
                                  </p:childTnLst>
                                </p:cTn>
                              </p:par>
                            </p:childTnLst>
                          </p:cTn>
                        </p:par>
                      </p:childTnLst>
                    </p:cTn>
                  </p:par>
                  <p:par>
                    <p:cTn id="1110" fill="hold">
                      <p:stCondLst>
                        <p:cond delay="indefinite"/>
                      </p:stCondLst>
                      <p:childTnLst>
                        <p:par>
                          <p:cTn id="1111" fill="hold">
                            <p:stCondLst>
                              <p:cond delay="0"/>
                            </p:stCondLst>
                            <p:childTnLst>
                              <p:par>
                                <p:cTn id="1112" nodeType="clickEffect" fill="hold" presetClass="entr" presetID="10">
                                  <p:stCondLst>
                                    <p:cond delay="0"/>
                                  </p:stCondLst>
                                  <p:childTnLst>
                                    <p:set>
                                      <p:cBhvr>
                                        <p:cTn id="1113" dur="1" fill="hold">
                                          <p:stCondLst>
                                            <p:cond delay="0"/>
                                          </p:stCondLst>
                                        </p:cTn>
                                        <p:tgtEl>
                                          <p:spTgt spid="797">
                                            <p:txEl>
                                              <p:pRg st="5" end="5"/>
                                            </p:txEl>
                                          </p:spTgt>
                                        </p:tgtEl>
                                        <p:attrNameLst>
                                          <p:attrName>style.visibility</p:attrName>
                                        </p:attrNameLst>
                                      </p:cBhvr>
                                      <p:to>
                                        <p:strVal val="visible"/>
                                      </p:to>
                                    </p:set>
                                    <p:animEffect filter="fade" transition="in">
                                      <p:cBhvr additive="repl">
                                        <p:cTn id="1114" dur="500"/>
                                        <p:tgtEl>
                                          <p:spTgt spid="797">
                                            <p:txEl>
                                              <p:pRg st="5" end="5"/>
                                            </p:txEl>
                                          </p:spTgt>
                                        </p:tgtEl>
                                      </p:cBhvr>
                                    </p:animEffect>
                                  </p:childTnLst>
                                </p:cTn>
                              </p:par>
                            </p:childTnLst>
                          </p:cTn>
                        </p:par>
                      </p:childTnLst>
                    </p:cTn>
                  </p:par>
                  <p:par>
                    <p:cTn id="1115" fill="hold">
                      <p:stCondLst>
                        <p:cond delay="indefinite"/>
                      </p:stCondLst>
                      <p:childTnLst>
                        <p:par>
                          <p:cTn id="1116" fill="hold">
                            <p:stCondLst>
                              <p:cond delay="0"/>
                            </p:stCondLst>
                            <p:childTnLst>
                              <p:par>
                                <p:cTn id="1117" nodeType="clickEffect" fill="hold" presetClass="entr" presetID="10">
                                  <p:stCondLst>
                                    <p:cond delay="0"/>
                                  </p:stCondLst>
                                  <p:childTnLst>
                                    <p:set>
                                      <p:cBhvr>
                                        <p:cTn id="1118" dur="1" fill="hold">
                                          <p:stCondLst>
                                            <p:cond delay="0"/>
                                          </p:stCondLst>
                                        </p:cTn>
                                        <p:tgtEl>
                                          <p:spTgt spid="797">
                                            <p:txEl>
                                              <p:pRg st="6" end="6"/>
                                            </p:txEl>
                                          </p:spTgt>
                                        </p:tgtEl>
                                        <p:attrNameLst>
                                          <p:attrName>style.visibility</p:attrName>
                                        </p:attrNameLst>
                                      </p:cBhvr>
                                      <p:to>
                                        <p:strVal val="visible"/>
                                      </p:to>
                                    </p:set>
                                    <p:animEffect filter="fade" transition="in">
                                      <p:cBhvr additive="repl">
                                        <p:cTn id="1119" dur="500"/>
                                        <p:tgtEl>
                                          <p:spTgt spid="797">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User Study Results</a:t>
            </a:r>
            <a:endParaRPr b="0" lang="en-US" sz="2100" spc="-1" strike="noStrike">
              <a:solidFill>
                <a:srgbClr val="000000"/>
              </a:solidFill>
              <a:latin typeface="Calibri"/>
            </a:endParaRPr>
          </a:p>
        </p:txBody>
      </p:sp>
      <p:sp>
        <p:nvSpPr>
          <p:cNvPr id="810" name="PlaceHolder 2"/>
          <p:cNvSpPr>
            <a:spLocks noGrp="1"/>
          </p:cNvSpPr>
          <p:nvPr>
            <p:ph/>
          </p:nvPr>
        </p:nvSpPr>
        <p:spPr>
          <a:xfrm>
            <a:off x="395280" y="1131840"/>
            <a:ext cx="8353080" cy="367596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en-US" sz="1800" spc="-1" strike="noStrike">
                <a:solidFill>
                  <a:srgbClr val="000000"/>
                </a:solidFill>
                <a:latin typeface="Calibri"/>
              </a:rPr>
              <a:t>Domain Knowledge usage increased to 76% (before 44%)</a:t>
            </a: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tabLst>
                <a:tab algn="l" pos="0"/>
              </a:tabLst>
            </a:pPr>
            <a:r>
              <a:rPr b="0" lang="en-US" sz="1800" spc="-1" strike="noStrike">
                <a:solidFill>
                  <a:srgbClr val="000000"/>
                </a:solidFill>
                <a:latin typeface="Calibri"/>
              </a:rPr>
              <a:t>Q1 I agree with the decisions made by the prediction system.</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tabLst>
                <a:tab algn="l" pos="0"/>
              </a:tabLst>
            </a:pPr>
            <a:r>
              <a:rPr b="0" lang="en-US" sz="1800" spc="-1" strike="noStrike">
                <a:solidFill>
                  <a:srgbClr val="000000"/>
                </a:solidFill>
                <a:latin typeface="Calibri"/>
              </a:rPr>
              <a:t>Q2 The prediction system’s decisions are plausible.</a:t>
            </a:r>
            <a:endParaRPr b="0" lang="en-US" sz="1800" spc="-1" strike="noStrike">
              <a:solidFill>
                <a:srgbClr val="000000"/>
              </a:solidFill>
              <a:latin typeface="Calibri"/>
            </a:endParaRPr>
          </a:p>
          <a:p>
            <a:pPr>
              <a:lnSpc>
                <a:spcPct val="100000"/>
              </a:lnSpc>
              <a:spcBef>
                <a:spcPts val="751"/>
              </a:spcBef>
              <a:buNone/>
              <a:tabLst>
                <a:tab algn="l" pos="0"/>
              </a:tabLst>
            </a:pPr>
            <a:endParaRPr b="0" lang="en-US" sz="1800" spc="-1" strike="noStrike">
              <a:solidFill>
                <a:srgbClr val="000000"/>
              </a:solidFill>
              <a:latin typeface="Calibri"/>
            </a:endParaRPr>
          </a:p>
        </p:txBody>
      </p:sp>
      <p:sp>
        <p:nvSpPr>
          <p:cNvPr id="811" name="PlaceHolder 3"/>
          <p:cNvSpPr>
            <a:spLocks noGrp="1"/>
          </p:cNvSpPr>
          <p:nvPr>
            <p:ph type="dt" idx="91"/>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pic>
        <p:nvPicPr>
          <p:cNvPr id="812" name="Grafik 7" descr=""/>
          <p:cNvPicPr/>
          <p:nvPr/>
        </p:nvPicPr>
        <p:blipFill>
          <a:blip r:embed="rId1"/>
          <a:srcRect l="24395" t="49114" r="24987" b="6643"/>
          <a:stretch/>
        </p:blipFill>
        <p:spPr>
          <a:xfrm>
            <a:off x="345600" y="2651400"/>
            <a:ext cx="4620960" cy="2156400"/>
          </a:xfrm>
          <a:prstGeom prst="rect">
            <a:avLst/>
          </a:prstGeom>
          <a:ln w="0">
            <a:noFill/>
          </a:ln>
        </p:spPr>
      </p:pic>
      <p:sp>
        <p:nvSpPr>
          <p:cNvPr id="813" name="Textfeld 10"/>
          <p:cNvSpPr/>
          <p:nvPr/>
        </p:nvSpPr>
        <p:spPr>
          <a:xfrm>
            <a:off x="4917240" y="4011480"/>
            <a:ext cx="3839040" cy="729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de-DE" sz="1400" spc="-1" strike="noStrike">
                <a:solidFill>
                  <a:srgbClr val="000000"/>
                </a:solidFill>
                <a:latin typeface="Calibri"/>
              </a:rPr>
              <a:t>Where:</a:t>
            </a:r>
            <a:endParaRPr b="0" lang="en-US" sz="1400" spc="-1" strike="noStrike">
              <a:latin typeface="Arial"/>
            </a:endParaRPr>
          </a:p>
          <a:p>
            <a:pPr>
              <a:lnSpc>
                <a:spcPct val="100000"/>
              </a:lnSpc>
              <a:buNone/>
            </a:pPr>
            <a:r>
              <a:rPr b="0" lang="de-DE" sz="1400" spc="-1" strike="noStrike">
                <a:solidFill>
                  <a:srgbClr val="000000"/>
                </a:solidFill>
                <a:latin typeface="Calibri"/>
              </a:rPr>
              <a:t>p is value of Mann-Whitney U Test</a:t>
            </a:r>
            <a:endParaRPr b="0" lang="en-US" sz="1400" spc="-1" strike="noStrike">
              <a:latin typeface="Arial"/>
            </a:endParaRPr>
          </a:p>
          <a:p>
            <a:pPr>
              <a:lnSpc>
                <a:spcPct val="100000"/>
              </a:lnSpc>
              <a:buNone/>
            </a:pPr>
            <a:r>
              <a:rPr b="0" lang="de-DE" sz="1400" spc="-1" strike="noStrike">
                <a:solidFill>
                  <a:srgbClr val="000000"/>
                </a:solidFill>
                <a:latin typeface="Calibri"/>
              </a:rPr>
              <a:t>p* is the value of Holm-Bonferroni Correction</a:t>
            </a:r>
            <a:endParaRPr b="0" lang="en-US" sz="1400" spc="-1" strike="noStrike">
              <a:latin typeface="Arial"/>
            </a:endParaRPr>
          </a:p>
        </p:txBody>
      </p:sp>
      <p:sp>
        <p:nvSpPr>
          <p:cNvPr id="814" name="Textfeld 11"/>
          <p:cNvSpPr/>
          <p:nvPr/>
        </p:nvSpPr>
        <p:spPr>
          <a:xfrm>
            <a:off x="7855200" y="134640"/>
            <a:ext cx="825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Evaluation</a:t>
            </a:r>
            <a:endParaRPr b="0" lang="en-US" sz="1200" spc="-1" strike="noStrike">
              <a:latin typeface="Arial"/>
            </a:endParaRPr>
          </a:p>
        </p:txBody>
      </p:sp>
      <p:sp>
        <p:nvSpPr>
          <p:cNvPr id="815" name="Rechteck 12"/>
          <p:cNvSpPr/>
          <p:nvPr/>
        </p:nvSpPr>
        <p:spPr>
          <a:xfrm>
            <a:off x="8804520" y="664200"/>
            <a:ext cx="277560" cy="277560"/>
          </a:xfrm>
          <a:prstGeom prst="rect">
            <a:avLst/>
          </a:prstGeom>
          <a:blipFill rotWithShape="0">
            <a:blip r:embed="rId2"/>
            <a:srcRect/>
            <a:stretch/>
          </a:blipFill>
          <a:ln>
            <a:noFill/>
          </a:ln>
        </p:spPr>
        <p:style>
          <a:lnRef idx="2"/>
          <a:fillRef idx="0"/>
          <a:effectRef idx="0">
            <a:schemeClr val="accent2">
              <a:hueOff val="0"/>
              <a:satOff val="0"/>
              <a:lumOff val="0"/>
              <a:alphaOff val="0"/>
            </a:schemeClr>
          </a:effectRef>
          <a:fontRef idx="minor"/>
        </p:style>
      </p:sp>
      <p:sp>
        <p:nvSpPr>
          <p:cNvPr id="816" name="Rechteck 13"/>
          <p:cNvSpPr/>
          <p:nvPr/>
        </p:nvSpPr>
        <p:spPr>
          <a:xfrm>
            <a:off x="8804520" y="1043640"/>
            <a:ext cx="277560" cy="277560"/>
          </a:xfrm>
          <a:prstGeom prst="rect">
            <a:avLst/>
          </a:prstGeom>
          <a:blipFill rotWithShape="0">
            <a:blip r:embed="rId3"/>
            <a:srcRect/>
            <a:stretch/>
          </a:blipFill>
          <a:ln>
            <a:noFill/>
          </a:ln>
        </p:spPr>
        <p:style>
          <a:lnRef idx="2"/>
          <a:fillRef idx="0"/>
          <a:effectRef idx="0">
            <a:schemeClr val="accent3">
              <a:hueOff val="0"/>
              <a:satOff val="0"/>
              <a:lumOff val="0"/>
              <a:alphaOff val="0"/>
            </a:schemeClr>
          </a:effectRef>
          <a:fontRef idx="minor"/>
        </p:style>
      </p:sp>
      <p:sp>
        <p:nvSpPr>
          <p:cNvPr id="817" name="Rechteck 14"/>
          <p:cNvSpPr/>
          <p:nvPr/>
        </p:nvSpPr>
        <p:spPr>
          <a:xfrm>
            <a:off x="8804520" y="1379160"/>
            <a:ext cx="277560" cy="277560"/>
          </a:xfrm>
          <a:prstGeom prst="rect">
            <a:avLst/>
          </a:prstGeom>
          <a:blipFill rotWithShape="0">
            <a:blip r:embed="rId4"/>
            <a:srcRect/>
            <a:stretch/>
          </a:blipFill>
          <a:ln>
            <a:noFill/>
          </a:ln>
        </p:spPr>
        <p:style>
          <a:lnRef idx="2"/>
          <a:fillRef idx="0"/>
          <a:effectRef idx="0">
            <a:schemeClr val="accent4">
              <a:hueOff val="0"/>
              <a:satOff val="0"/>
              <a:lumOff val="0"/>
              <a:alphaOff val="0"/>
            </a:schemeClr>
          </a:effectRef>
          <a:fontRef idx="minor"/>
        </p:style>
      </p:sp>
      <p:sp>
        <p:nvSpPr>
          <p:cNvPr id="818" name="Rechteck 15"/>
          <p:cNvSpPr/>
          <p:nvPr/>
        </p:nvSpPr>
        <p:spPr>
          <a:xfrm>
            <a:off x="8804520" y="1688760"/>
            <a:ext cx="277560" cy="277560"/>
          </a:xfrm>
          <a:prstGeom prst="rect">
            <a:avLst/>
          </a:prstGeom>
          <a:blipFill rotWithShape="0">
            <a:blip r:embed="rId5"/>
            <a:srcRect/>
            <a:stretch/>
          </a:blipFill>
          <a:ln>
            <a:noFill/>
          </a:ln>
        </p:spPr>
        <p:style>
          <a:lnRef idx="2"/>
          <a:fillRef idx="0"/>
          <a:effectRef idx="0">
            <a:schemeClr val="accent5">
              <a:hueOff val="0"/>
              <a:satOff val="0"/>
              <a:lumOff val="0"/>
              <a:alphaOff val="0"/>
            </a:schemeClr>
          </a:effectRef>
          <a:fontRef idx="minor"/>
        </p:style>
      </p:sp>
      <p:sp>
        <p:nvSpPr>
          <p:cNvPr id="819" name="Rechteck 16"/>
          <p:cNvSpPr/>
          <p:nvPr/>
        </p:nvSpPr>
        <p:spPr>
          <a:xfrm>
            <a:off x="8804520" y="2007000"/>
            <a:ext cx="277560" cy="277560"/>
          </a:xfrm>
          <a:prstGeom prst="rect">
            <a:avLst/>
          </a:prstGeom>
          <a:blipFill rotWithShape="0">
            <a:blip r:embed="rId6"/>
            <a:srcRect/>
            <a:stretch/>
          </a:blipFill>
          <a:ln>
            <a:noFill/>
          </a:ln>
        </p:spPr>
        <p:style>
          <a:lnRef idx="2"/>
          <a:fillRef idx="0"/>
          <a:effectRef idx="0">
            <a:schemeClr val="accent6">
              <a:hueOff val="0"/>
              <a:satOff val="0"/>
              <a:lumOff val="0"/>
              <a:alphaOff val="0"/>
            </a:schemeClr>
          </a:effectRef>
          <a:fontRef idx="minor"/>
        </p:style>
      </p:sp>
      <p:sp>
        <p:nvSpPr>
          <p:cNvPr id="820" name="Rechteck 17"/>
          <p:cNvSpPr/>
          <p:nvPr/>
        </p:nvSpPr>
        <p:spPr>
          <a:xfrm>
            <a:off x="8804520" y="2316600"/>
            <a:ext cx="277560" cy="277560"/>
          </a:xfrm>
          <a:prstGeom prst="rect">
            <a:avLst/>
          </a:prstGeom>
          <a:blipFill rotWithShape="0">
            <a:blip r:embed="rId7"/>
            <a:srcRect/>
            <a:stretch/>
          </a:blipFill>
          <a:ln>
            <a:noFill/>
          </a:ln>
        </p:spPr>
        <p:style>
          <a:lnRef idx="2"/>
          <a:fillRef idx="0"/>
          <a:effectRef idx="0">
            <a:schemeClr val="accent2">
              <a:hueOff val="0"/>
              <a:satOff val="0"/>
              <a:lumOff val="0"/>
              <a:alphaOff val="0"/>
            </a:schemeClr>
          </a:effectRef>
          <a:fontRef idx="minor"/>
        </p:style>
      </p:sp>
      <p:sp>
        <p:nvSpPr>
          <p:cNvPr id="821" name="Rechteck 18"/>
          <p:cNvSpPr/>
          <p:nvPr/>
        </p:nvSpPr>
        <p:spPr>
          <a:xfrm>
            <a:off x="7601400" y="148320"/>
            <a:ext cx="277560" cy="277560"/>
          </a:xfrm>
          <a:prstGeom prst="rect">
            <a:avLst/>
          </a:prstGeom>
          <a:blipFill rotWithShape="0">
            <a:blip r:embed="rId8"/>
            <a:srcRect/>
            <a:stretch/>
          </a:blipFill>
          <a:ln>
            <a:noFill/>
          </a:ln>
        </p:spPr>
        <p:style>
          <a:lnRef idx="2"/>
          <a:fillRef idx="0"/>
          <a:effectRef idx="0">
            <a:schemeClr val="accent6">
              <a:hueOff val="0"/>
              <a:satOff val="0"/>
              <a:lumOff val="0"/>
              <a:alphaOff val="0"/>
            </a:schemeClr>
          </a:effectRef>
          <a:fontRef idx="minor"/>
        </p:style>
      </p:sp>
      <p:sp>
        <p:nvSpPr>
          <p:cNvPr id="5" name="PlaceHolder 4"/>
          <p:cNvSpPr>
            <a:spLocks noGrp="1"/>
          </p:cNvSpPr>
          <p:nvPr>
            <p:ph type="ftr" idx="5"/>
          </p:nvPr>
        </p:nvSpPr>
        <p:spPr/>
        <p:txBody>
          <a:bodyPr/>
          <a:p>
            <a:r>
              <a:t>Enhancing model transparency: Effects of DK Integration for Conversational XAI | Feustel</a:t>
            </a:r>
          </a:p>
        </p:txBody>
      </p:sp>
      <p:sp>
        <p:nvSpPr>
          <p:cNvPr id="6" name="PlaceHolder 5"/>
          <p:cNvSpPr>
            <a:spLocks noGrp="1"/>
          </p:cNvSpPr>
          <p:nvPr>
            <p:ph type="sldNum" idx="6"/>
          </p:nvPr>
        </p:nvSpPr>
        <p:spPr/>
        <p:txBody>
          <a:bodyPr/>
          <a:p>
            <a:fld id="{E0BFA1C0-4775-4F22-B617-FF592A91B9A3}" type="slidenum">
              <a:t>27</a:t>
            </a:fld>
          </a:p>
        </p:txBody>
      </p:sp>
    </p:spTree>
  </p:cSld>
  <mc:AlternateContent>
    <mc:Choice Requires="p14">
      <p:transition spd="slow" p14:dur="2000"/>
    </mc:Choice>
    <mc:Fallback>
      <p:transition spd="slow"/>
    </mc:Fallback>
  </mc:AlternateContent>
  <p:timing>
    <p:tnLst>
      <p:par>
        <p:cTn id="1120" dur="indefinite" restart="never" nodeType="tmRoot">
          <p:childTnLst>
            <p:seq>
              <p:cTn id="1121" dur="indefinite" nodeType="mainSeq">
                <p:childTnLst>
                  <p:par>
                    <p:cTn id="1122" fill="hold">
                      <p:stCondLst>
                        <p:cond delay="indefinite"/>
                      </p:stCondLst>
                      <p:childTnLst>
                        <p:par>
                          <p:cTn id="1123" fill="hold">
                            <p:stCondLst>
                              <p:cond delay="0"/>
                            </p:stCondLst>
                            <p:childTnLst>
                              <p:par>
                                <p:cTn id="1124" nodeType="clickEffect" fill="hold" presetClass="entr" presetID="2" presetSubtype="4">
                                  <p:stCondLst>
                                    <p:cond delay="0"/>
                                  </p:stCondLst>
                                  <p:childTnLst>
                                    <p:set>
                                      <p:cBhvr>
                                        <p:cTn id="1125" dur="1" fill="hold">
                                          <p:stCondLst>
                                            <p:cond delay="0"/>
                                          </p:stCondLst>
                                        </p:cTn>
                                        <p:tgtEl>
                                          <p:spTgt spid="810">
                                            <p:txEl>
                                              <p:pRg st="0" end="0"/>
                                            </p:txEl>
                                          </p:spTgt>
                                        </p:tgtEl>
                                        <p:attrNameLst>
                                          <p:attrName>style.visibility</p:attrName>
                                        </p:attrNameLst>
                                      </p:cBhvr>
                                      <p:to>
                                        <p:strVal val="visible"/>
                                      </p:to>
                                    </p:set>
                                    <p:anim calcmode="lin" valueType="num">
                                      <p:cBhvr additive="repl">
                                        <p:cTn id="1126" dur="500" fill="hold"/>
                                        <p:tgtEl>
                                          <p:spTgt spid="810">
                                            <p:txEl>
                                              <p:pRg st="0" end="0"/>
                                            </p:txEl>
                                          </p:spTgt>
                                        </p:tgtEl>
                                        <p:attrNameLst>
                                          <p:attrName>ppt_x</p:attrName>
                                        </p:attrNameLst>
                                      </p:cBhvr>
                                      <p:tavLst>
                                        <p:tav tm="0">
                                          <p:val>
                                            <p:strVal val="#ppt_x"/>
                                          </p:val>
                                        </p:tav>
                                        <p:tav tm="100000">
                                          <p:val>
                                            <p:strVal val="#ppt_x"/>
                                          </p:val>
                                        </p:tav>
                                      </p:tavLst>
                                    </p:anim>
                                    <p:anim calcmode="lin" valueType="num">
                                      <p:cBhvr additive="repl">
                                        <p:cTn id="1127" dur="500" fill="hold"/>
                                        <p:tgtEl>
                                          <p:spTgt spid="8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28" fill="hold">
                      <p:stCondLst>
                        <p:cond delay="indefinite"/>
                      </p:stCondLst>
                      <p:childTnLst>
                        <p:par>
                          <p:cTn id="1129" fill="hold">
                            <p:stCondLst>
                              <p:cond delay="0"/>
                            </p:stCondLst>
                            <p:childTnLst>
                              <p:par>
                                <p:cTn id="1130" nodeType="clickEffect" fill="hold" presetClass="entr" presetID="2" presetSubtype="4">
                                  <p:stCondLst>
                                    <p:cond delay="0"/>
                                  </p:stCondLst>
                                  <p:childTnLst>
                                    <p:set>
                                      <p:cBhvr>
                                        <p:cTn id="1131" dur="1" fill="hold">
                                          <p:stCondLst>
                                            <p:cond delay="0"/>
                                          </p:stCondLst>
                                        </p:cTn>
                                        <p:tgtEl>
                                          <p:spTgt spid="810">
                                            <p:txEl>
                                              <p:pRg st="2" end="2"/>
                                            </p:txEl>
                                          </p:spTgt>
                                        </p:tgtEl>
                                        <p:attrNameLst>
                                          <p:attrName>style.visibility</p:attrName>
                                        </p:attrNameLst>
                                      </p:cBhvr>
                                      <p:to>
                                        <p:strVal val="visible"/>
                                      </p:to>
                                    </p:set>
                                    <p:anim calcmode="lin" valueType="num">
                                      <p:cBhvr additive="repl">
                                        <p:cTn id="1132" dur="500" fill="hold"/>
                                        <p:tgtEl>
                                          <p:spTgt spid="810">
                                            <p:txEl>
                                              <p:pRg st="2" end="2"/>
                                            </p:txEl>
                                          </p:spTgt>
                                        </p:tgtEl>
                                        <p:attrNameLst>
                                          <p:attrName>ppt_x</p:attrName>
                                        </p:attrNameLst>
                                      </p:cBhvr>
                                      <p:tavLst>
                                        <p:tav tm="0">
                                          <p:val>
                                            <p:strVal val="#ppt_x"/>
                                          </p:val>
                                        </p:tav>
                                        <p:tav tm="100000">
                                          <p:val>
                                            <p:strVal val="#ppt_x"/>
                                          </p:val>
                                        </p:tav>
                                      </p:tavLst>
                                    </p:anim>
                                    <p:anim calcmode="lin" valueType="num">
                                      <p:cBhvr additive="repl">
                                        <p:cTn id="1133" dur="500" fill="hold"/>
                                        <p:tgtEl>
                                          <p:spTgt spid="810">
                                            <p:txEl>
                                              <p:pRg st="2" end="2"/>
                                            </p:txEl>
                                          </p:spTgt>
                                        </p:tgtEl>
                                        <p:attrNameLst>
                                          <p:attrName>ppt_y</p:attrName>
                                        </p:attrNameLst>
                                      </p:cBhvr>
                                      <p:tavLst>
                                        <p:tav tm="0">
                                          <p:val>
                                            <p:strVal val="1+#ppt_h/2"/>
                                          </p:val>
                                        </p:tav>
                                        <p:tav tm="100000">
                                          <p:val>
                                            <p:strVal val="#ppt_y"/>
                                          </p:val>
                                        </p:tav>
                                      </p:tavLst>
                                    </p:anim>
                                  </p:childTnLst>
                                </p:cTn>
                              </p:par>
                              <p:par>
                                <p:cTn id="1134" nodeType="withEffect" fill="hold" presetClass="entr" presetID="2" presetSubtype="4">
                                  <p:stCondLst>
                                    <p:cond delay="0"/>
                                  </p:stCondLst>
                                  <p:childTnLst>
                                    <p:set>
                                      <p:cBhvr>
                                        <p:cTn id="1135" dur="1" fill="hold">
                                          <p:stCondLst>
                                            <p:cond delay="0"/>
                                          </p:stCondLst>
                                        </p:cTn>
                                        <p:tgtEl>
                                          <p:spTgt spid="810">
                                            <p:txEl>
                                              <p:pRg st="3" end="3"/>
                                            </p:txEl>
                                          </p:spTgt>
                                        </p:tgtEl>
                                        <p:attrNameLst>
                                          <p:attrName>style.visibility</p:attrName>
                                        </p:attrNameLst>
                                      </p:cBhvr>
                                      <p:to>
                                        <p:strVal val="visible"/>
                                      </p:to>
                                    </p:set>
                                    <p:anim calcmode="lin" valueType="num">
                                      <p:cBhvr additive="repl">
                                        <p:cTn id="1136" dur="500" fill="hold"/>
                                        <p:tgtEl>
                                          <p:spTgt spid="810">
                                            <p:txEl>
                                              <p:pRg st="3" end="3"/>
                                            </p:txEl>
                                          </p:spTgt>
                                        </p:tgtEl>
                                        <p:attrNameLst>
                                          <p:attrName>ppt_x</p:attrName>
                                        </p:attrNameLst>
                                      </p:cBhvr>
                                      <p:tavLst>
                                        <p:tav tm="0">
                                          <p:val>
                                            <p:strVal val="#ppt_x"/>
                                          </p:val>
                                        </p:tav>
                                        <p:tav tm="100000">
                                          <p:val>
                                            <p:strVal val="#ppt_x"/>
                                          </p:val>
                                        </p:tav>
                                      </p:tavLst>
                                    </p:anim>
                                    <p:anim calcmode="lin" valueType="num">
                                      <p:cBhvr additive="repl">
                                        <p:cTn id="1137" dur="500" fill="hold"/>
                                        <p:tgtEl>
                                          <p:spTgt spid="810">
                                            <p:txEl>
                                              <p:pRg st="3" end="3"/>
                                            </p:txEl>
                                          </p:spTgt>
                                        </p:tgtEl>
                                        <p:attrNameLst>
                                          <p:attrName>ppt_y</p:attrName>
                                        </p:attrNameLst>
                                      </p:cBhvr>
                                      <p:tavLst>
                                        <p:tav tm="0">
                                          <p:val>
                                            <p:strVal val="1+#ppt_h/2"/>
                                          </p:val>
                                        </p:tav>
                                        <p:tav tm="100000">
                                          <p:val>
                                            <p:strVal val="#ppt_y"/>
                                          </p:val>
                                        </p:tav>
                                      </p:tavLst>
                                    </p:anim>
                                  </p:childTnLst>
                                </p:cTn>
                              </p:par>
                            </p:childTnLst>
                          </p:cTn>
                        </p:par>
                        <p:par>
                          <p:cTn id="1138" fill="hold">
                            <p:stCondLst>
                              <p:cond delay="500"/>
                            </p:stCondLst>
                            <p:childTnLst>
                              <p:par>
                                <p:cTn id="1139" nodeType="afterEffect" fill="hold" presetClass="entr" presetID="2" presetSubtype="4">
                                  <p:stCondLst>
                                    <p:cond delay="0"/>
                                  </p:stCondLst>
                                  <p:childTnLst>
                                    <p:set>
                                      <p:cBhvr>
                                        <p:cTn id="1140" dur="1" fill="hold">
                                          <p:stCondLst>
                                            <p:cond delay="0"/>
                                          </p:stCondLst>
                                        </p:cTn>
                                        <p:tgtEl>
                                          <p:spTgt spid="812"/>
                                        </p:tgtEl>
                                        <p:attrNameLst>
                                          <p:attrName>style.visibility</p:attrName>
                                        </p:attrNameLst>
                                      </p:cBhvr>
                                      <p:to>
                                        <p:strVal val="visible"/>
                                      </p:to>
                                    </p:set>
                                    <p:anim calcmode="lin" valueType="num">
                                      <p:cBhvr additive="repl">
                                        <p:cTn id="1141" dur="500" fill="hold"/>
                                        <p:tgtEl>
                                          <p:spTgt spid="812"/>
                                        </p:tgtEl>
                                        <p:attrNameLst>
                                          <p:attrName>ppt_x</p:attrName>
                                        </p:attrNameLst>
                                      </p:cBhvr>
                                      <p:tavLst>
                                        <p:tav tm="0">
                                          <p:val>
                                            <p:strVal val="#ppt_x"/>
                                          </p:val>
                                        </p:tav>
                                        <p:tav tm="100000">
                                          <p:val>
                                            <p:strVal val="#ppt_x"/>
                                          </p:val>
                                        </p:tav>
                                      </p:tavLst>
                                    </p:anim>
                                    <p:anim calcmode="lin" valueType="num">
                                      <p:cBhvr additive="repl">
                                        <p:cTn id="1142" dur="500" fill="hold"/>
                                        <p:tgtEl>
                                          <p:spTgt spid="812"/>
                                        </p:tgtEl>
                                        <p:attrNameLst>
                                          <p:attrName>ppt_y</p:attrName>
                                        </p:attrNameLst>
                                      </p:cBhvr>
                                      <p:tavLst>
                                        <p:tav tm="0">
                                          <p:val>
                                            <p:strVal val="1+#ppt_h/2"/>
                                          </p:val>
                                        </p:tav>
                                        <p:tav tm="100000">
                                          <p:val>
                                            <p:strVal val="#ppt_y"/>
                                          </p:val>
                                        </p:tav>
                                      </p:tavLst>
                                    </p:anim>
                                  </p:childTnLst>
                                </p:cTn>
                              </p:par>
                              <p:par>
                                <p:cTn id="1143" nodeType="withEffect" fill="hold" presetClass="entr" presetID="2" presetSubtype="4">
                                  <p:stCondLst>
                                    <p:cond delay="0"/>
                                  </p:stCondLst>
                                  <p:childTnLst>
                                    <p:set>
                                      <p:cBhvr>
                                        <p:cTn id="1144" dur="1" fill="hold">
                                          <p:stCondLst>
                                            <p:cond delay="0"/>
                                          </p:stCondLst>
                                        </p:cTn>
                                        <p:tgtEl>
                                          <p:spTgt spid="813"/>
                                        </p:tgtEl>
                                        <p:attrNameLst>
                                          <p:attrName>style.visibility</p:attrName>
                                        </p:attrNameLst>
                                      </p:cBhvr>
                                      <p:to>
                                        <p:strVal val="visible"/>
                                      </p:to>
                                    </p:set>
                                    <p:anim calcmode="lin" valueType="num">
                                      <p:cBhvr additive="repl">
                                        <p:cTn id="1145" dur="500" fill="hold"/>
                                        <p:tgtEl>
                                          <p:spTgt spid="813"/>
                                        </p:tgtEl>
                                        <p:attrNameLst>
                                          <p:attrName>ppt_x</p:attrName>
                                        </p:attrNameLst>
                                      </p:cBhvr>
                                      <p:tavLst>
                                        <p:tav tm="0">
                                          <p:val>
                                            <p:strVal val="#ppt_x"/>
                                          </p:val>
                                        </p:tav>
                                        <p:tav tm="100000">
                                          <p:val>
                                            <p:strVal val="#ppt_x"/>
                                          </p:val>
                                        </p:tav>
                                      </p:tavLst>
                                    </p:anim>
                                    <p:anim calcmode="lin" valueType="num">
                                      <p:cBhvr additive="repl">
                                        <p:cTn id="1146" dur="500" fill="hold"/>
                                        <p:tgtEl>
                                          <p:spTgt spid="8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User Study Results: Topicwise</a:t>
            </a:r>
            <a:endParaRPr b="0" lang="en-US" sz="2100" spc="-1" strike="noStrike">
              <a:solidFill>
                <a:srgbClr val="000000"/>
              </a:solidFill>
              <a:latin typeface="Calibri"/>
            </a:endParaRPr>
          </a:p>
        </p:txBody>
      </p:sp>
      <p:sp>
        <p:nvSpPr>
          <p:cNvPr id="823" name="PlaceHolder 2"/>
          <p:cNvSpPr>
            <a:spLocks noGrp="1"/>
          </p:cNvSpPr>
          <p:nvPr>
            <p:ph/>
          </p:nvPr>
        </p:nvSpPr>
        <p:spPr>
          <a:xfrm>
            <a:off x="395280" y="1131840"/>
            <a:ext cx="8353080" cy="367596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en-US" sz="1800" spc="-1" strike="noStrike">
                <a:solidFill>
                  <a:srgbClr val="000000"/>
                </a:solidFill>
                <a:latin typeface="Calibri"/>
              </a:rPr>
              <a:t>Q1 I agree with the decisions made by the prediction system.</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en-US" sz="1800" spc="-1" strike="noStrike">
                <a:solidFill>
                  <a:srgbClr val="000000"/>
                </a:solidFill>
                <a:latin typeface="Calibri"/>
              </a:rPr>
              <a:t>Q2 The prediction system’s decisions are plausible.</a:t>
            </a:r>
            <a:endParaRPr b="0" lang="en-US" sz="1800" spc="-1" strike="noStrike">
              <a:solidFill>
                <a:srgbClr val="000000"/>
              </a:solidFill>
              <a:latin typeface="Calibri"/>
            </a:endParaRPr>
          </a:p>
        </p:txBody>
      </p:sp>
      <p:sp>
        <p:nvSpPr>
          <p:cNvPr id="824" name="PlaceHolder 3"/>
          <p:cNvSpPr>
            <a:spLocks noGrp="1"/>
          </p:cNvSpPr>
          <p:nvPr>
            <p:ph type="dt" idx="92"/>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pic>
        <p:nvPicPr>
          <p:cNvPr id="825" name="Grafik 7" descr=""/>
          <p:cNvPicPr/>
          <p:nvPr/>
        </p:nvPicPr>
        <p:blipFill>
          <a:blip r:embed="rId1"/>
          <a:srcRect l="0" t="0" r="51018" b="50310"/>
          <a:stretch/>
        </p:blipFill>
        <p:spPr>
          <a:xfrm>
            <a:off x="403560" y="2050560"/>
            <a:ext cx="3987360" cy="2159640"/>
          </a:xfrm>
          <a:prstGeom prst="rect">
            <a:avLst/>
          </a:prstGeom>
          <a:ln w="0">
            <a:noFill/>
          </a:ln>
        </p:spPr>
      </p:pic>
      <p:sp>
        <p:nvSpPr>
          <p:cNvPr id="826" name="Textfeld 6"/>
          <p:cNvSpPr/>
          <p:nvPr/>
        </p:nvSpPr>
        <p:spPr>
          <a:xfrm>
            <a:off x="395280" y="4210560"/>
            <a:ext cx="3839040" cy="729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de-DE" sz="1400" spc="-1" strike="noStrike">
                <a:solidFill>
                  <a:srgbClr val="000000"/>
                </a:solidFill>
                <a:latin typeface="Calibri"/>
              </a:rPr>
              <a:t>Where:</a:t>
            </a:r>
            <a:endParaRPr b="0" lang="en-US" sz="1400" spc="-1" strike="noStrike">
              <a:latin typeface="Arial"/>
            </a:endParaRPr>
          </a:p>
          <a:p>
            <a:pPr>
              <a:lnSpc>
                <a:spcPct val="100000"/>
              </a:lnSpc>
              <a:buNone/>
            </a:pPr>
            <a:r>
              <a:rPr b="0" lang="de-DE" sz="1400" spc="-1" strike="noStrike">
                <a:solidFill>
                  <a:srgbClr val="000000"/>
                </a:solidFill>
                <a:latin typeface="Calibri"/>
              </a:rPr>
              <a:t>p is value of Mann-Whitney U Test</a:t>
            </a:r>
            <a:endParaRPr b="0" lang="en-US" sz="1400" spc="-1" strike="noStrike">
              <a:latin typeface="Arial"/>
            </a:endParaRPr>
          </a:p>
          <a:p>
            <a:pPr>
              <a:lnSpc>
                <a:spcPct val="100000"/>
              </a:lnSpc>
              <a:buNone/>
            </a:pPr>
            <a:r>
              <a:rPr b="0" lang="de-DE" sz="1400" spc="-1" strike="noStrike">
                <a:solidFill>
                  <a:srgbClr val="000000"/>
                </a:solidFill>
                <a:latin typeface="Calibri"/>
              </a:rPr>
              <a:t>p* is the value of Holm-Bonferroni Correction</a:t>
            </a:r>
            <a:endParaRPr b="0" lang="en-US" sz="1400" spc="-1" strike="noStrike">
              <a:latin typeface="Arial"/>
            </a:endParaRPr>
          </a:p>
        </p:txBody>
      </p:sp>
      <p:pic>
        <p:nvPicPr>
          <p:cNvPr id="827" name="Grafik 8" descr=""/>
          <p:cNvPicPr/>
          <p:nvPr/>
        </p:nvPicPr>
        <p:blipFill>
          <a:blip r:embed="rId2"/>
          <a:srcRect l="51200" t="0" r="0" b="50310"/>
          <a:stretch/>
        </p:blipFill>
        <p:spPr>
          <a:xfrm>
            <a:off x="4572000" y="2058840"/>
            <a:ext cx="3972960" cy="2159640"/>
          </a:xfrm>
          <a:prstGeom prst="rect">
            <a:avLst/>
          </a:prstGeom>
          <a:ln w="0">
            <a:noFill/>
          </a:ln>
        </p:spPr>
      </p:pic>
      <p:sp>
        <p:nvSpPr>
          <p:cNvPr id="828" name="Textfeld 10"/>
          <p:cNvSpPr/>
          <p:nvPr/>
        </p:nvSpPr>
        <p:spPr>
          <a:xfrm>
            <a:off x="7855200" y="134640"/>
            <a:ext cx="825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Evaluation</a:t>
            </a:r>
            <a:endParaRPr b="0" lang="en-US" sz="1200" spc="-1" strike="noStrike">
              <a:latin typeface="Arial"/>
            </a:endParaRPr>
          </a:p>
        </p:txBody>
      </p:sp>
      <p:sp>
        <p:nvSpPr>
          <p:cNvPr id="829" name="Rechteck 11"/>
          <p:cNvSpPr/>
          <p:nvPr/>
        </p:nvSpPr>
        <p:spPr>
          <a:xfrm>
            <a:off x="8804520" y="664200"/>
            <a:ext cx="277560" cy="277560"/>
          </a:xfrm>
          <a:prstGeom prst="rect">
            <a:avLst/>
          </a:prstGeom>
          <a:blipFill rotWithShape="0">
            <a:blip r:embed="rId3"/>
            <a:srcRect/>
            <a:stretch/>
          </a:blipFill>
          <a:ln>
            <a:noFill/>
          </a:ln>
        </p:spPr>
        <p:style>
          <a:lnRef idx="2"/>
          <a:fillRef idx="0"/>
          <a:effectRef idx="0">
            <a:schemeClr val="accent2">
              <a:hueOff val="0"/>
              <a:satOff val="0"/>
              <a:lumOff val="0"/>
              <a:alphaOff val="0"/>
            </a:schemeClr>
          </a:effectRef>
          <a:fontRef idx="minor"/>
        </p:style>
      </p:sp>
      <p:sp>
        <p:nvSpPr>
          <p:cNvPr id="830" name="Rechteck 12"/>
          <p:cNvSpPr/>
          <p:nvPr/>
        </p:nvSpPr>
        <p:spPr>
          <a:xfrm>
            <a:off x="8804520" y="1043640"/>
            <a:ext cx="277560" cy="277560"/>
          </a:xfrm>
          <a:prstGeom prst="rect">
            <a:avLst/>
          </a:prstGeom>
          <a:blipFill rotWithShape="0">
            <a:blip r:embed="rId4"/>
            <a:srcRect/>
            <a:stretch/>
          </a:blipFill>
          <a:ln>
            <a:noFill/>
          </a:ln>
        </p:spPr>
        <p:style>
          <a:lnRef idx="2"/>
          <a:fillRef idx="0"/>
          <a:effectRef idx="0">
            <a:schemeClr val="accent3">
              <a:hueOff val="0"/>
              <a:satOff val="0"/>
              <a:lumOff val="0"/>
              <a:alphaOff val="0"/>
            </a:schemeClr>
          </a:effectRef>
          <a:fontRef idx="minor"/>
        </p:style>
      </p:sp>
      <p:sp>
        <p:nvSpPr>
          <p:cNvPr id="831" name="Rechteck 13"/>
          <p:cNvSpPr/>
          <p:nvPr/>
        </p:nvSpPr>
        <p:spPr>
          <a:xfrm>
            <a:off x="8804520" y="1379160"/>
            <a:ext cx="277560" cy="277560"/>
          </a:xfrm>
          <a:prstGeom prst="rect">
            <a:avLst/>
          </a:prstGeom>
          <a:blipFill rotWithShape="0">
            <a:blip r:embed="rId5"/>
            <a:srcRect/>
            <a:stretch/>
          </a:blipFill>
          <a:ln>
            <a:noFill/>
          </a:ln>
        </p:spPr>
        <p:style>
          <a:lnRef idx="2"/>
          <a:fillRef idx="0"/>
          <a:effectRef idx="0">
            <a:schemeClr val="accent4">
              <a:hueOff val="0"/>
              <a:satOff val="0"/>
              <a:lumOff val="0"/>
              <a:alphaOff val="0"/>
            </a:schemeClr>
          </a:effectRef>
          <a:fontRef idx="minor"/>
        </p:style>
      </p:sp>
      <p:sp>
        <p:nvSpPr>
          <p:cNvPr id="832" name="Rechteck 14"/>
          <p:cNvSpPr/>
          <p:nvPr/>
        </p:nvSpPr>
        <p:spPr>
          <a:xfrm>
            <a:off x="8804520" y="1688760"/>
            <a:ext cx="277560" cy="277560"/>
          </a:xfrm>
          <a:prstGeom prst="rect">
            <a:avLst/>
          </a:prstGeom>
          <a:blipFill rotWithShape="0">
            <a:blip r:embed="rId6"/>
            <a:srcRect/>
            <a:stretch/>
          </a:blipFill>
          <a:ln>
            <a:noFill/>
          </a:ln>
        </p:spPr>
        <p:style>
          <a:lnRef idx="2"/>
          <a:fillRef idx="0"/>
          <a:effectRef idx="0">
            <a:schemeClr val="accent5">
              <a:hueOff val="0"/>
              <a:satOff val="0"/>
              <a:lumOff val="0"/>
              <a:alphaOff val="0"/>
            </a:schemeClr>
          </a:effectRef>
          <a:fontRef idx="minor"/>
        </p:style>
      </p:sp>
      <p:sp>
        <p:nvSpPr>
          <p:cNvPr id="833" name="Rechteck 15"/>
          <p:cNvSpPr/>
          <p:nvPr/>
        </p:nvSpPr>
        <p:spPr>
          <a:xfrm>
            <a:off x="8804520" y="2007000"/>
            <a:ext cx="277560" cy="277560"/>
          </a:xfrm>
          <a:prstGeom prst="rect">
            <a:avLst/>
          </a:prstGeom>
          <a:blipFill rotWithShape="0">
            <a:blip r:embed="rId7"/>
            <a:srcRect/>
            <a:stretch/>
          </a:blipFill>
          <a:ln>
            <a:noFill/>
          </a:ln>
        </p:spPr>
        <p:style>
          <a:lnRef idx="2"/>
          <a:fillRef idx="0"/>
          <a:effectRef idx="0">
            <a:schemeClr val="accent6">
              <a:hueOff val="0"/>
              <a:satOff val="0"/>
              <a:lumOff val="0"/>
              <a:alphaOff val="0"/>
            </a:schemeClr>
          </a:effectRef>
          <a:fontRef idx="minor"/>
        </p:style>
      </p:sp>
      <p:sp>
        <p:nvSpPr>
          <p:cNvPr id="834" name="Rechteck 16"/>
          <p:cNvSpPr/>
          <p:nvPr/>
        </p:nvSpPr>
        <p:spPr>
          <a:xfrm>
            <a:off x="8804520" y="2316600"/>
            <a:ext cx="277560" cy="277560"/>
          </a:xfrm>
          <a:prstGeom prst="rect">
            <a:avLst/>
          </a:prstGeom>
          <a:blipFill rotWithShape="0">
            <a:blip r:embed="rId8"/>
            <a:srcRect/>
            <a:stretch/>
          </a:blipFill>
          <a:ln>
            <a:noFill/>
          </a:ln>
        </p:spPr>
        <p:style>
          <a:lnRef idx="2"/>
          <a:fillRef idx="0"/>
          <a:effectRef idx="0">
            <a:schemeClr val="accent2">
              <a:hueOff val="0"/>
              <a:satOff val="0"/>
              <a:lumOff val="0"/>
              <a:alphaOff val="0"/>
            </a:schemeClr>
          </a:effectRef>
          <a:fontRef idx="minor"/>
        </p:style>
      </p:sp>
      <p:sp>
        <p:nvSpPr>
          <p:cNvPr id="835" name="Rechteck 17"/>
          <p:cNvSpPr/>
          <p:nvPr/>
        </p:nvSpPr>
        <p:spPr>
          <a:xfrm>
            <a:off x="7601400" y="148320"/>
            <a:ext cx="277560" cy="277560"/>
          </a:xfrm>
          <a:prstGeom prst="rect">
            <a:avLst/>
          </a:prstGeom>
          <a:blipFill rotWithShape="0">
            <a:blip r:embed="rId9"/>
            <a:srcRect/>
            <a:stretch/>
          </a:blipFill>
          <a:ln>
            <a:noFill/>
          </a:ln>
        </p:spPr>
        <p:style>
          <a:lnRef idx="2"/>
          <a:fillRef idx="0"/>
          <a:effectRef idx="0">
            <a:schemeClr val="accent6">
              <a:hueOff val="0"/>
              <a:satOff val="0"/>
              <a:lumOff val="0"/>
              <a:alphaOff val="0"/>
            </a:schemeClr>
          </a:effectRef>
          <a:fontRef idx="minor"/>
        </p:style>
      </p:sp>
      <p:sp>
        <p:nvSpPr>
          <p:cNvPr id="5" name="PlaceHolder 4"/>
          <p:cNvSpPr>
            <a:spLocks noGrp="1"/>
          </p:cNvSpPr>
          <p:nvPr>
            <p:ph type="ftr" idx="5"/>
          </p:nvPr>
        </p:nvSpPr>
        <p:spPr/>
        <p:txBody>
          <a:bodyPr/>
          <a:p>
            <a:r>
              <a:t>Enhancing model transparency: Effects of DK Integration for Conversational XAI | Feustel</a:t>
            </a:r>
          </a:p>
        </p:txBody>
      </p:sp>
      <p:sp>
        <p:nvSpPr>
          <p:cNvPr id="6" name="PlaceHolder 5"/>
          <p:cNvSpPr>
            <a:spLocks noGrp="1"/>
          </p:cNvSpPr>
          <p:nvPr>
            <p:ph type="sldNum" idx="6"/>
          </p:nvPr>
        </p:nvSpPr>
        <p:spPr/>
        <p:txBody>
          <a:bodyPr/>
          <a:p>
            <a:fld id="{1A1BC00B-CF0D-4C27-BBCA-8154BB4E47A5}" type="slidenum">
              <a:t>28</a:t>
            </a:fld>
          </a:p>
        </p:txBody>
      </p:sp>
    </p:spTree>
  </p:cSld>
  <mc:AlternateContent>
    <mc:Choice Requires="p14">
      <p:transition spd="slow" p14:dur="2000"/>
    </mc:Choice>
    <mc:Fallback>
      <p:transition spd="slow"/>
    </mc:Fallback>
  </mc:AlternateContent>
  <p:timing>
    <p:tnLst>
      <p:par>
        <p:cTn id="1147" dur="indefinite" restart="never" nodeType="tmRoot">
          <p:childTnLst>
            <p:seq>
              <p:cTn id="1148" dur="indefinite" nodeType="mainSeq">
                <p:childTnLst>
                  <p:par>
                    <p:cTn id="1149" fill="hold">
                      <p:stCondLst>
                        <p:cond delay="0"/>
                      </p:stCondLst>
                      <p:childTnLst>
                        <p:par>
                          <p:cTn id="1150" fill="hold">
                            <p:stCondLst>
                              <p:cond delay="0"/>
                            </p:stCondLst>
                            <p:childTnLst>
                              <p:par>
                                <p:cTn id="1151" nodeType="withEffect" fill="hold" presetClass="entr" presetID="2" presetSubtype="4">
                                  <p:stCondLst>
                                    <p:cond delay="0"/>
                                  </p:stCondLst>
                                  <p:childTnLst>
                                    <p:set>
                                      <p:cBhvr>
                                        <p:cTn id="1152" dur="1" fill="hold">
                                          <p:stCondLst>
                                            <p:cond delay="0"/>
                                          </p:stCondLst>
                                        </p:cTn>
                                        <p:tgtEl>
                                          <p:spTgt spid="823">
                                            <p:txEl>
                                              <p:pRg st="0" end="0"/>
                                            </p:txEl>
                                          </p:spTgt>
                                        </p:tgtEl>
                                        <p:attrNameLst>
                                          <p:attrName>style.visibility</p:attrName>
                                        </p:attrNameLst>
                                      </p:cBhvr>
                                      <p:to>
                                        <p:strVal val="visible"/>
                                      </p:to>
                                    </p:set>
                                    <p:anim calcmode="lin" valueType="num">
                                      <p:cBhvr additive="repl">
                                        <p:cTn id="1153" dur="500" fill="hold"/>
                                        <p:tgtEl>
                                          <p:spTgt spid="823">
                                            <p:txEl>
                                              <p:pRg st="0" end="0"/>
                                            </p:txEl>
                                          </p:spTgt>
                                        </p:tgtEl>
                                        <p:attrNameLst>
                                          <p:attrName>ppt_x</p:attrName>
                                        </p:attrNameLst>
                                      </p:cBhvr>
                                      <p:tavLst>
                                        <p:tav tm="0">
                                          <p:val>
                                            <p:strVal val="#ppt_x"/>
                                          </p:val>
                                        </p:tav>
                                        <p:tav tm="100000">
                                          <p:val>
                                            <p:strVal val="#ppt_x"/>
                                          </p:val>
                                        </p:tav>
                                      </p:tavLst>
                                    </p:anim>
                                    <p:anim calcmode="lin" valueType="num">
                                      <p:cBhvr additive="repl">
                                        <p:cTn id="1154" dur="500" fill="hold"/>
                                        <p:tgtEl>
                                          <p:spTgt spid="823">
                                            <p:txEl>
                                              <p:pRg st="0" end="0"/>
                                            </p:txEl>
                                          </p:spTgt>
                                        </p:tgtEl>
                                        <p:attrNameLst>
                                          <p:attrName>ppt_y</p:attrName>
                                        </p:attrNameLst>
                                      </p:cBhvr>
                                      <p:tavLst>
                                        <p:tav tm="0">
                                          <p:val>
                                            <p:strVal val="1+#ppt_h/2"/>
                                          </p:val>
                                        </p:tav>
                                        <p:tav tm="100000">
                                          <p:val>
                                            <p:strVal val="#ppt_y"/>
                                          </p:val>
                                        </p:tav>
                                      </p:tavLst>
                                    </p:anim>
                                  </p:childTnLst>
                                </p:cTn>
                              </p:par>
                              <p:par>
                                <p:cTn id="1155" nodeType="withEffect" fill="hold" presetClass="entr" presetID="2" presetSubtype="4">
                                  <p:stCondLst>
                                    <p:cond delay="0"/>
                                  </p:stCondLst>
                                  <p:childTnLst>
                                    <p:set>
                                      <p:cBhvr>
                                        <p:cTn id="1156" dur="1" fill="hold">
                                          <p:stCondLst>
                                            <p:cond delay="0"/>
                                          </p:stCondLst>
                                        </p:cTn>
                                        <p:tgtEl>
                                          <p:spTgt spid="823">
                                            <p:txEl>
                                              <p:pRg st="1" end="1"/>
                                            </p:txEl>
                                          </p:spTgt>
                                        </p:tgtEl>
                                        <p:attrNameLst>
                                          <p:attrName>style.visibility</p:attrName>
                                        </p:attrNameLst>
                                      </p:cBhvr>
                                      <p:to>
                                        <p:strVal val="visible"/>
                                      </p:to>
                                    </p:set>
                                    <p:anim calcmode="lin" valueType="num">
                                      <p:cBhvr additive="repl">
                                        <p:cTn id="1157" dur="500" fill="hold"/>
                                        <p:tgtEl>
                                          <p:spTgt spid="823">
                                            <p:txEl>
                                              <p:pRg st="1" end="1"/>
                                            </p:txEl>
                                          </p:spTgt>
                                        </p:tgtEl>
                                        <p:attrNameLst>
                                          <p:attrName>ppt_x</p:attrName>
                                        </p:attrNameLst>
                                      </p:cBhvr>
                                      <p:tavLst>
                                        <p:tav tm="0">
                                          <p:val>
                                            <p:strVal val="#ppt_x"/>
                                          </p:val>
                                        </p:tav>
                                        <p:tav tm="100000">
                                          <p:val>
                                            <p:strVal val="#ppt_x"/>
                                          </p:val>
                                        </p:tav>
                                      </p:tavLst>
                                    </p:anim>
                                    <p:anim calcmode="lin" valueType="num">
                                      <p:cBhvr additive="repl">
                                        <p:cTn id="1158" dur="500" fill="hold"/>
                                        <p:tgtEl>
                                          <p:spTgt spid="823">
                                            <p:txEl>
                                              <p:pRg st="1" end="1"/>
                                            </p:txEl>
                                          </p:spTgt>
                                        </p:tgtEl>
                                        <p:attrNameLst>
                                          <p:attrName>ppt_y</p:attrName>
                                        </p:attrNameLst>
                                      </p:cBhvr>
                                      <p:tavLst>
                                        <p:tav tm="0">
                                          <p:val>
                                            <p:strVal val="1+#ppt_h/2"/>
                                          </p:val>
                                        </p:tav>
                                        <p:tav tm="100000">
                                          <p:val>
                                            <p:strVal val="#ppt_y"/>
                                          </p:val>
                                        </p:tav>
                                      </p:tavLst>
                                    </p:anim>
                                  </p:childTnLst>
                                </p:cTn>
                              </p:par>
                            </p:childTnLst>
                          </p:cTn>
                        </p:par>
                        <p:par>
                          <p:cTn id="1159" fill="hold">
                            <p:stCondLst>
                              <p:cond delay="500"/>
                            </p:stCondLst>
                            <p:childTnLst>
                              <p:par>
                                <p:cTn id="1160" nodeType="afterEffect" fill="hold" presetClass="entr" presetID="2" presetSubtype="4">
                                  <p:stCondLst>
                                    <p:cond delay="0"/>
                                  </p:stCondLst>
                                  <p:childTnLst>
                                    <p:set>
                                      <p:cBhvr>
                                        <p:cTn id="1161" dur="1" fill="hold">
                                          <p:stCondLst>
                                            <p:cond delay="0"/>
                                          </p:stCondLst>
                                        </p:cTn>
                                        <p:tgtEl>
                                          <p:spTgt spid="825"/>
                                        </p:tgtEl>
                                        <p:attrNameLst>
                                          <p:attrName>style.visibility</p:attrName>
                                        </p:attrNameLst>
                                      </p:cBhvr>
                                      <p:to>
                                        <p:strVal val="visible"/>
                                      </p:to>
                                    </p:set>
                                    <p:anim calcmode="lin" valueType="num">
                                      <p:cBhvr additive="repl">
                                        <p:cTn id="1162" dur="500" fill="hold"/>
                                        <p:tgtEl>
                                          <p:spTgt spid="825"/>
                                        </p:tgtEl>
                                        <p:attrNameLst>
                                          <p:attrName>ppt_x</p:attrName>
                                        </p:attrNameLst>
                                      </p:cBhvr>
                                      <p:tavLst>
                                        <p:tav tm="0">
                                          <p:val>
                                            <p:strVal val="#ppt_x"/>
                                          </p:val>
                                        </p:tav>
                                        <p:tav tm="100000">
                                          <p:val>
                                            <p:strVal val="#ppt_x"/>
                                          </p:val>
                                        </p:tav>
                                      </p:tavLst>
                                    </p:anim>
                                    <p:anim calcmode="lin" valueType="num">
                                      <p:cBhvr additive="repl">
                                        <p:cTn id="1163" dur="500" fill="hold"/>
                                        <p:tgtEl>
                                          <p:spTgt spid="825"/>
                                        </p:tgtEl>
                                        <p:attrNameLst>
                                          <p:attrName>ppt_y</p:attrName>
                                        </p:attrNameLst>
                                      </p:cBhvr>
                                      <p:tavLst>
                                        <p:tav tm="0">
                                          <p:val>
                                            <p:strVal val="1+#ppt_h/2"/>
                                          </p:val>
                                        </p:tav>
                                        <p:tav tm="100000">
                                          <p:val>
                                            <p:strVal val="#ppt_y"/>
                                          </p:val>
                                        </p:tav>
                                      </p:tavLst>
                                    </p:anim>
                                  </p:childTnLst>
                                </p:cTn>
                              </p:par>
                              <p:par>
                                <p:cTn id="1164" nodeType="withEffect" fill="hold" presetClass="entr" presetID="2" presetSubtype="4">
                                  <p:stCondLst>
                                    <p:cond delay="0"/>
                                  </p:stCondLst>
                                  <p:childTnLst>
                                    <p:set>
                                      <p:cBhvr>
                                        <p:cTn id="1165" dur="1" fill="hold">
                                          <p:stCondLst>
                                            <p:cond delay="0"/>
                                          </p:stCondLst>
                                        </p:cTn>
                                        <p:tgtEl>
                                          <p:spTgt spid="826"/>
                                        </p:tgtEl>
                                        <p:attrNameLst>
                                          <p:attrName>style.visibility</p:attrName>
                                        </p:attrNameLst>
                                      </p:cBhvr>
                                      <p:to>
                                        <p:strVal val="visible"/>
                                      </p:to>
                                    </p:set>
                                    <p:anim calcmode="lin" valueType="num">
                                      <p:cBhvr additive="repl">
                                        <p:cTn id="1166" dur="500" fill="hold"/>
                                        <p:tgtEl>
                                          <p:spTgt spid="826"/>
                                        </p:tgtEl>
                                        <p:attrNameLst>
                                          <p:attrName>ppt_x</p:attrName>
                                        </p:attrNameLst>
                                      </p:cBhvr>
                                      <p:tavLst>
                                        <p:tav tm="0">
                                          <p:val>
                                            <p:strVal val="#ppt_x"/>
                                          </p:val>
                                        </p:tav>
                                        <p:tav tm="100000">
                                          <p:val>
                                            <p:strVal val="#ppt_x"/>
                                          </p:val>
                                        </p:tav>
                                      </p:tavLst>
                                    </p:anim>
                                    <p:anim calcmode="lin" valueType="num">
                                      <p:cBhvr additive="repl">
                                        <p:cTn id="1167" dur="500" fill="hold"/>
                                        <p:tgtEl>
                                          <p:spTgt spid="826"/>
                                        </p:tgtEl>
                                        <p:attrNameLst>
                                          <p:attrName>ppt_y</p:attrName>
                                        </p:attrNameLst>
                                      </p:cBhvr>
                                      <p:tavLst>
                                        <p:tav tm="0">
                                          <p:val>
                                            <p:strVal val="1+#ppt_h/2"/>
                                          </p:val>
                                        </p:tav>
                                        <p:tav tm="100000">
                                          <p:val>
                                            <p:strVal val="#ppt_y"/>
                                          </p:val>
                                        </p:tav>
                                      </p:tavLst>
                                    </p:anim>
                                  </p:childTnLst>
                                </p:cTn>
                              </p:par>
                            </p:childTnLst>
                          </p:cTn>
                        </p:par>
                      </p:childTnLst>
                    </p:cTn>
                  </p:par>
                  <p:par>
                    <p:cTn id="1168" fill="hold">
                      <p:stCondLst>
                        <p:cond delay="indefinite"/>
                      </p:stCondLst>
                      <p:childTnLst>
                        <p:par>
                          <p:cTn id="1169" fill="hold">
                            <p:stCondLst>
                              <p:cond delay="0"/>
                            </p:stCondLst>
                            <p:childTnLst>
                              <p:par>
                                <p:cTn id="1170" nodeType="clickEffect" fill="hold" presetClass="entr" presetID="2" presetSubtype="4">
                                  <p:stCondLst>
                                    <p:cond delay="0"/>
                                  </p:stCondLst>
                                  <p:childTnLst>
                                    <p:set>
                                      <p:cBhvr>
                                        <p:cTn id="1171" dur="1" fill="hold">
                                          <p:stCondLst>
                                            <p:cond delay="0"/>
                                          </p:stCondLst>
                                        </p:cTn>
                                        <p:tgtEl>
                                          <p:spTgt spid="827"/>
                                        </p:tgtEl>
                                        <p:attrNameLst>
                                          <p:attrName>style.visibility</p:attrName>
                                        </p:attrNameLst>
                                      </p:cBhvr>
                                      <p:to>
                                        <p:strVal val="visible"/>
                                      </p:to>
                                    </p:set>
                                    <p:anim calcmode="lin" valueType="num">
                                      <p:cBhvr additive="repl">
                                        <p:cTn id="1172" dur="500" fill="hold"/>
                                        <p:tgtEl>
                                          <p:spTgt spid="827"/>
                                        </p:tgtEl>
                                        <p:attrNameLst>
                                          <p:attrName>ppt_x</p:attrName>
                                        </p:attrNameLst>
                                      </p:cBhvr>
                                      <p:tavLst>
                                        <p:tav tm="0">
                                          <p:val>
                                            <p:strVal val="#ppt_x"/>
                                          </p:val>
                                        </p:tav>
                                        <p:tav tm="100000">
                                          <p:val>
                                            <p:strVal val="#ppt_x"/>
                                          </p:val>
                                        </p:tav>
                                      </p:tavLst>
                                    </p:anim>
                                    <p:anim calcmode="lin" valueType="num">
                                      <p:cBhvr additive="repl">
                                        <p:cTn id="1173" dur="500" fill="hold"/>
                                        <p:tgtEl>
                                          <p:spTgt spid="8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6"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Arial"/>
              </a:rPr>
              <a:t>User Study Results – Impact of Domain Knowledge</a:t>
            </a:r>
            <a:endParaRPr b="0" lang="en-US" sz="2100" spc="-1" strike="noStrike">
              <a:solidFill>
                <a:srgbClr val="000000"/>
              </a:solidFill>
              <a:latin typeface="Calibri"/>
            </a:endParaRPr>
          </a:p>
        </p:txBody>
      </p:sp>
      <p:sp>
        <p:nvSpPr>
          <p:cNvPr id="837" name="PlaceHolder 2"/>
          <p:cNvSpPr>
            <a:spLocks noGrp="1"/>
          </p:cNvSpPr>
          <p:nvPr>
            <p:ph/>
          </p:nvPr>
        </p:nvSpPr>
        <p:spPr>
          <a:xfrm>
            <a:off x="395280" y="1131840"/>
            <a:ext cx="4103640" cy="3671640"/>
          </a:xfrm>
          <a:prstGeom prst="rect">
            <a:avLst/>
          </a:prstGeom>
          <a:noFill/>
          <a:ln w="0">
            <a:noFill/>
          </a:ln>
        </p:spPr>
        <p:txBody>
          <a:bodyPr lIns="0" rIns="0" tIns="0" bIns="0" anchor="t">
            <a:noAutofit/>
          </a:bodyPr>
          <a:p>
            <a:pPr marL="171360" indent="-171360">
              <a:lnSpc>
                <a:spcPct val="100000"/>
              </a:lnSpc>
              <a:spcBef>
                <a:spcPts val="751"/>
              </a:spcBef>
              <a:buClr>
                <a:srgbClr val="a32638"/>
              </a:buClr>
              <a:buFont typeface="Wingdings" charset="2"/>
              <a:buChar char=""/>
            </a:pPr>
            <a:r>
              <a:rPr b="0" lang="en-US" sz="1800" spc="-1" strike="noStrike">
                <a:solidFill>
                  <a:srgbClr val="000000"/>
                </a:solidFill>
                <a:latin typeface="Calibri"/>
              </a:rPr>
              <a:t>longer interaction</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en-US" sz="1800" spc="-1" strike="noStrike">
                <a:solidFill>
                  <a:srgbClr val="000000"/>
                </a:solidFill>
                <a:latin typeface="Calibri"/>
              </a:rPr>
              <a:t>different use of explanation </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en-US" sz="1800" spc="-1" strike="noStrike">
                <a:solidFill>
                  <a:srgbClr val="000000"/>
                </a:solidFill>
                <a:latin typeface="Calibri"/>
              </a:rPr>
              <a:t>small trends in overall dialogue experience</a:t>
            </a:r>
            <a:endParaRPr b="0" lang="en-US" sz="1800" spc="-1" strike="noStrike">
              <a:solidFill>
                <a:srgbClr val="000000"/>
              </a:solidFill>
              <a:latin typeface="Calibri"/>
            </a:endParaRPr>
          </a:p>
          <a:p>
            <a:pPr lvl="1" marL="514440" indent="-171360">
              <a:lnSpc>
                <a:spcPct val="100000"/>
              </a:lnSpc>
              <a:spcBef>
                <a:spcPts val="374"/>
              </a:spcBef>
              <a:buClr>
                <a:srgbClr val="000000"/>
              </a:buClr>
              <a:buFont typeface="Arial"/>
              <a:buChar char="•"/>
            </a:pPr>
            <a:r>
              <a:rPr b="0" lang="en-US" sz="1800" spc="-1" strike="noStrike">
                <a:solidFill>
                  <a:srgbClr val="000000"/>
                </a:solidFill>
                <a:latin typeface="Calibri"/>
              </a:rPr>
              <a:t>more engaging/enjoyable</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en-US" sz="1800" spc="-1" strike="noStrike">
                <a:solidFill>
                  <a:srgbClr val="000000"/>
                </a:solidFill>
                <a:latin typeface="Calibri"/>
              </a:rPr>
              <a:t>challenge to deal with over reliance</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en-US" sz="1800" spc="-1" strike="noStrike">
                <a:solidFill>
                  <a:srgbClr val="000000"/>
                </a:solidFill>
                <a:latin typeface="Calibri"/>
              </a:rPr>
              <a:t>DK is topic dependent</a:t>
            </a:r>
            <a:endParaRPr b="0" lang="en-US" sz="1800" spc="-1" strike="noStrike">
              <a:solidFill>
                <a:srgbClr val="000000"/>
              </a:solidFill>
              <a:latin typeface="Calibri"/>
            </a:endParaRPr>
          </a:p>
        </p:txBody>
      </p:sp>
      <p:pic>
        <p:nvPicPr>
          <p:cNvPr id="838" name="Bildplatzhalter 17" descr=""/>
          <p:cNvPicPr/>
          <p:nvPr/>
        </p:nvPicPr>
        <p:blipFill>
          <a:blip r:embed="rId1"/>
          <a:srcRect l="-192099" t="-221565" r="-192099" b="-221565"/>
          <a:stretch/>
        </p:blipFill>
        <p:spPr>
          <a:xfrm>
            <a:off x="4645080" y="1131840"/>
            <a:ext cx="4103280" cy="3671640"/>
          </a:xfrm>
          <a:prstGeom prst="rect">
            <a:avLst/>
          </a:prstGeom>
          <a:ln w="0">
            <a:noFill/>
          </a:ln>
        </p:spPr>
      </p:pic>
      <p:sp>
        <p:nvSpPr>
          <p:cNvPr id="839" name="PlaceHolder 3"/>
          <p:cNvSpPr>
            <a:spLocks noGrp="1"/>
          </p:cNvSpPr>
          <p:nvPr>
            <p:ph/>
          </p:nvPr>
        </p:nvSpPr>
        <p:spPr>
          <a:xfrm rot="10800000">
            <a:off x="8754840" y="2818800"/>
            <a:ext cx="146160" cy="1985040"/>
          </a:xfrm>
          <a:prstGeom prst="rect">
            <a:avLst/>
          </a:prstGeom>
          <a:noFill/>
          <a:ln w="0">
            <a:noFill/>
          </a:ln>
        </p:spPr>
        <p:txBody>
          <a:bodyPr lIns="0" rIns="0" tIns="0" bIns="0" anchor="b" vert="eaVert">
            <a:noAutofit/>
          </a:bodyPr>
          <a:p>
            <a:endParaRPr b="0" lang="en-US" sz="1800" spc="-1" strike="noStrike">
              <a:solidFill>
                <a:srgbClr val="000000"/>
              </a:solidFill>
              <a:latin typeface="Calibri"/>
            </a:endParaRPr>
          </a:p>
        </p:txBody>
      </p:sp>
      <p:sp>
        <p:nvSpPr>
          <p:cNvPr id="840" name="PlaceHolder 4"/>
          <p:cNvSpPr>
            <a:spLocks noGrp="1"/>
          </p:cNvSpPr>
          <p:nvPr>
            <p:ph type="dt" idx="93"/>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841" name="PlaceHolder 5"/>
          <p:cNvSpPr>
            <a:spLocks noGrp="1"/>
          </p:cNvSpPr>
          <p:nvPr>
            <p:ph type="ftr" idx="94"/>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842" name="PlaceHolder 6"/>
          <p:cNvSpPr>
            <a:spLocks noGrp="1"/>
          </p:cNvSpPr>
          <p:nvPr>
            <p:ph type="sldNum" idx="95"/>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A9765670-1FEB-4BD1-8F77-D4E8361F88C7}" type="slidenum">
              <a:rPr b="0" lang="de-DE" sz="900" spc="-1" strike="noStrike">
                <a:solidFill>
                  <a:srgbClr val="ffffff"/>
                </a:solidFill>
                <a:latin typeface="Arial"/>
              </a:rPr>
              <a:t>25</a:t>
            </a:fld>
            <a:endParaRPr b="0" lang="en-US" sz="900" spc="-1" strike="noStrike">
              <a:latin typeface="Times New Roman"/>
            </a:endParaRPr>
          </a:p>
        </p:txBody>
      </p:sp>
      <p:pic>
        <p:nvPicPr>
          <p:cNvPr id="843" name="Grafik 8" descr=""/>
          <p:cNvPicPr/>
          <p:nvPr/>
        </p:nvPicPr>
        <p:blipFill>
          <a:blip r:embed="rId2"/>
          <a:stretch/>
        </p:blipFill>
        <p:spPr>
          <a:xfrm>
            <a:off x="4645080" y="1648080"/>
            <a:ext cx="4066200" cy="1847160"/>
          </a:xfrm>
          <a:prstGeom prst="rect">
            <a:avLst/>
          </a:prstGeom>
          <a:ln w="0">
            <a:noFill/>
          </a:ln>
        </p:spPr>
      </p:pic>
      <p:sp>
        <p:nvSpPr>
          <p:cNvPr id="844" name="Textfeld 19"/>
          <p:cNvSpPr/>
          <p:nvPr/>
        </p:nvSpPr>
        <p:spPr>
          <a:xfrm>
            <a:off x="7855200" y="134640"/>
            <a:ext cx="82584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Evaluation</a:t>
            </a:r>
            <a:endParaRPr b="0" lang="en-US" sz="1200" spc="-1" strike="noStrike">
              <a:latin typeface="Arial"/>
            </a:endParaRPr>
          </a:p>
        </p:txBody>
      </p:sp>
      <p:sp>
        <p:nvSpPr>
          <p:cNvPr id="845" name="Rechteck 20"/>
          <p:cNvSpPr/>
          <p:nvPr/>
        </p:nvSpPr>
        <p:spPr>
          <a:xfrm>
            <a:off x="8804520" y="664200"/>
            <a:ext cx="277560" cy="277560"/>
          </a:xfrm>
          <a:prstGeom prst="rect">
            <a:avLst/>
          </a:prstGeom>
          <a:blipFill rotWithShape="0">
            <a:blip r:embed="rId3"/>
            <a:srcRect/>
            <a:stretch/>
          </a:blipFill>
          <a:ln>
            <a:noFill/>
          </a:ln>
        </p:spPr>
        <p:style>
          <a:lnRef idx="2"/>
          <a:fillRef idx="0"/>
          <a:effectRef idx="0">
            <a:schemeClr val="accent2">
              <a:hueOff val="0"/>
              <a:satOff val="0"/>
              <a:lumOff val="0"/>
              <a:alphaOff val="0"/>
            </a:schemeClr>
          </a:effectRef>
          <a:fontRef idx="minor"/>
        </p:style>
      </p:sp>
      <p:sp>
        <p:nvSpPr>
          <p:cNvPr id="846" name="Rechteck 21"/>
          <p:cNvSpPr/>
          <p:nvPr/>
        </p:nvSpPr>
        <p:spPr>
          <a:xfrm>
            <a:off x="8804520" y="1043640"/>
            <a:ext cx="277560" cy="277560"/>
          </a:xfrm>
          <a:prstGeom prst="rect">
            <a:avLst/>
          </a:prstGeom>
          <a:blipFill rotWithShape="0">
            <a:blip r:embed="rId4"/>
            <a:srcRect/>
            <a:stretch/>
          </a:blipFill>
          <a:ln>
            <a:noFill/>
          </a:ln>
        </p:spPr>
        <p:style>
          <a:lnRef idx="2"/>
          <a:fillRef idx="0"/>
          <a:effectRef idx="0">
            <a:schemeClr val="accent3">
              <a:hueOff val="0"/>
              <a:satOff val="0"/>
              <a:lumOff val="0"/>
              <a:alphaOff val="0"/>
            </a:schemeClr>
          </a:effectRef>
          <a:fontRef idx="minor"/>
        </p:style>
      </p:sp>
      <p:sp>
        <p:nvSpPr>
          <p:cNvPr id="847" name="Rechteck 22"/>
          <p:cNvSpPr/>
          <p:nvPr/>
        </p:nvSpPr>
        <p:spPr>
          <a:xfrm>
            <a:off x="8804520" y="1379160"/>
            <a:ext cx="277560" cy="277560"/>
          </a:xfrm>
          <a:prstGeom prst="rect">
            <a:avLst/>
          </a:prstGeom>
          <a:blipFill rotWithShape="0">
            <a:blip r:embed="rId5"/>
            <a:srcRect/>
            <a:stretch/>
          </a:blipFill>
          <a:ln>
            <a:noFill/>
          </a:ln>
        </p:spPr>
        <p:style>
          <a:lnRef idx="2"/>
          <a:fillRef idx="0"/>
          <a:effectRef idx="0">
            <a:schemeClr val="accent4">
              <a:hueOff val="0"/>
              <a:satOff val="0"/>
              <a:lumOff val="0"/>
              <a:alphaOff val="0"/>
            </a:schemeClr>
          </a:effectRef>
          <a:fontRef idx="minor"/>
        </p:style>
      </p:sp>
      <p:sp>
        <p:nvSpPr>
          <p:cNvPr id="848" name="Rechteck 23"/>
          <p:cNvSpPr/>
          <p:nvPr/>
        </p:nvSpPr>
        <p:spPr>
          <a:xfrm>
            <a:off x="8804520" y="1688760"/>
            <a:ext cx="277560" cy="277560"/>
          </a:xfrm>
          <a:prstGeom prst="rect">
            <a:avLst/>
          </a:prstGeom>
          <a:blipFill rotWithShape="0">
            <a:blip r:embed="rId6"/>
            <a:srcRect/>
            <a:stretch/>
          </a:blipFill>
          <a:ln>
            <a:noFill/>
          </a:ln>
        </p:spPr>
        <p:style>
          <a:lnRef idx="2"/>
          <a:fillRef idx="0"/>
          <a:effectRef idx="0">
            <a:schemeClr val="accent5">
              <a:hueOff val="0"/>
              <a:satOff val="0"/>
              <a:lumOff val="0"/>
              <a:alphaOff val="0"/>
            </a:schemeClr>
          </a:effectRef>
          <a:fontRef idx="minor"/>
        </p:style>
      </p:sp>
      <p:sp>
        <p:nvSpPr>
          <p:cNvPr id="849" name="Rechteck 24"/>
          <p:cNvSpPr/>
          <p:nvPr/>
        </p:nvSpPr>
        <p:spPr>
          <a:xfrm>
            <a:off x="8804520" y="2007000"/>
            <a:ext cx="277560" cy="277560"/>
          </a:xfrm>
          <a:prstGeom prst="rect">
            <a:avLst/>
          </a:prstGeom>
          <a:blipFill rotWithShape="0">
            <a:blip r:embed="rId7"/>
            <a:srcRect/>
            <a:stretch/>
          </a:blipFill>
          <a:ln>
            <a:noFill/>
          </a:ln>
        </p:spPr>
        <p:style>
          <a:lnRef idx="2"/>
          <a:fillRef idx="0"/>
          <a:effectRef idx="0">
            <a:schemeClr val="accent6">
              <a:hueOff val="0"/>
              <a:satOff val="0"/>
              <a:lumOff val="0"/>
              <a:alphaOff val="0"/>
            </a:schemeClr>
          </a:effectRef>
          <a:fontRef idx="minor"/>
        </p:style>
      </p:sp>
      <p:sp>
        <p:nvSpPr>
          <p:cNvPr id="850" name="Rechteck 25"/>
          <p:cNvSpPr/>
          <p:nvPr/>
        </p:nvSpPr>
        <p:spPr>
          <a:xfrm>
            <a:off x="8804520" y="2316600"/>
            <a:ext cx="277560" cy="277560"/>
          </a:xfrm>
          <a:prstGeom prst="rect">
            <a:avLst/>
          </a:prstGeom>
          <a:blipFill rotWithShape="0">
            <a:blip r:embed="rId8"/>
            <a:srcRect/>
            <a:stretch/>
          </a:blipFill>
          <a:ln>
            <a:noFill/>
          </a:ln>
        </p:spPr>
        <p:style>
          <a:lnRef idx="2"/>
          <a:fillRef idx="0"/>
          <a:effectRef idx="0">
            <a:schemeClr val="accent2">
              <a:hueOff val="0"/>
              <a:satOff val="0"/>
              <a:lumOff val="0"/>
              <a:alphaOff val="0"/>
            </a:schemeClr>
          </a:effectRef>
          <a:fontRef idx="minor"/>
        </p:style>
      </p:sp>
      <p:sp>
        <p:nvSpPr>
          <p:cNvPr id="851" name="Rechteck 26"/>
          <p:cNvSpPr/>
          <p:nvPr/>
        </p:nvSpPr>
        <p:spPr>
          <a:xfrm>
            <a:off x="7601400" y="148320"/>
            <a:ext cx="277560" cy="277560"/>
          </a:xfrm>
          <a:prstGeom prst="rect">
            <a:avLst/>
          </a:prstGeom>
          <a:blipFill rotWithShape="0">
            <a:blip r:embed="rId9"/>
            <a:srcRect/>
            <a:stretch/>
          </a:blipFill>
          <a:ln>
            <a:noFill/>
          </a:ln>
        </p:spPr>
        <p:style>
          <a:lnRef idx="2"/>
          <a:fillRef idx="0"/>
          <a:effectRef idx="0">
            <a:schemeClr val="accent6">
              <a:hueOff val="0"/>
              <a:satOff val="0"/>
              <a:lumOff val="0"/>
              <a:alphaOff val="0"/>
            </a:schemeClr>
          </a:effectRef>
          <a:fontRef idx="minor"/>
        </p:style>
      </p:sp>
    </p:spTree>
  </p:cSld>
  <p:transition spd="slow">
    <p:push dir="u"/>
  </p:transition>
  <p:timing>
    <p:tnLst>
      <p:par>
        <p:cTn id="1174" dur="indefinite" restart="never" nodeType="tmRoot">
          <p:childTnLst>
            <p:seq>
              <p:cTn id="1175" dur="indefinite" nodeType="mainSeq">
                <p:childTnLst>
                  <p:par>
                    <p:cTn id="1176" fill="hold">
                      <p:stCondLst>
                        <p:cond delay="indefinite"/>
                      </p:stCondLst>
                      <p:childTnLst>
                        <p:par>
                          <p:cTn id="1177" fill="hold">
                            <p:stCondLst>
                              <p:cond delay="0"/>
                            </p:stCondLst>
                            <p:childTnLst>
                              <p:par>
                                <p:cTn id="1178" nodeType="clickEffect" fill="hold" presetClass="entr" presetID="2" presetSubtype="4">
                                  <p:stCondLst>
                                    <p:cond delay="0"/>
                                  </p:stCondLst>
                                  <p:childTnLst>
                                    <p:set>
                                      <p:cBhvr>
                                        <p:cTn id="1179" dur="1" fill="hold">
                                          <p:stCondLst>
                                            <p:cond delay="0"/>
                                          </p:stCondLst>
                                        </p:cTn>
                                        <p:tgtEl>
                                          <p:spTgt spid="837">
                                            <p:txEl>
                                              <p:pRg st="0" end="0"/>
                                            </p:txEl>
                                          </p:spTgt>
                                        </p:tgtEl>
                                        <p:attrNameLst>
                                          <p:attrName>style.visibility</p:attrName>
                                        </p:attrNameLst>
                                      </p:cBhvr>
                                      <p:to>
                                        <p:strVal val="visible"/>
                                      </p:to>
                                    </p:set>
                                    <p:anim calcmode="lin" valueType="num">
                                      <p:cBhvr additive="repl">
                                        <p:cTn id="1180" dur="500" fill="hold"/>
                                        <p:tgtEl>
                                          <p:spTgt spid="837">
                                            <p:txEl>
                                              <p:pRg st="0" end="0"/>
                                            </p:txEl>
                                          </p:spTgt>
                                        </p:tgtEl>
                                        <p:attrNameLst>
                                          <p:attrName>ppt_x</p:attrName>
                                        </p:attrNameLst>
                                      </p:cBhvr>
                                      <p:tavLst>
                                        <p:tav tm="0">
                                          <p:val>
                                            <p:strVal val="#ppt_x"/>
                                          </p:val>
                                        </p:tav>
                                        <p:tav tm="100000">
                                          <p:val>
                                            <p:strVal val="#ppt_x"/>
                                          </p:val>
                                        </p:tav>
                                      </p:tavLst>
                                    </p:anim>
                                    <p:anim calcmode="lin" valueType="num">
                                      <p:cBhvr additive="repl">
                                        <p:cTn id="1181" dur="500" fill="hold"/>
                                        <p:tgtEl>
                                          <p:spTgt spid="83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82" fill="hold">
                      <p:stCondLst>
                        <p:cond delay="indefinite"/>
                      </p:stCondLst>
                      <p:childTnLst>
                        <p:par>
                          <p:cTn id="1183" fill="hold">
                            <p:stCondLst>
                              <p:cond delay="0"/>
                            </p:stCondLst>
                            <p:childTnLst>
                              <p:par>
                                <p:cTn id="1184" nodeType="clickEffect" fill="hold" presetClass="entr" presetID="2" presetSubtype="4">
                                  <p:stCondLst>
                                    <p:cond delay="0"/>
                                  </p:stCondLst>
                                  <p:childTnLst>
                                    <p:set>
                                      <p:cBhvr>
                                        <p:cTn id="1185" dur="1" fill="hold">
                                          <p:stCondLst>
                                            <p:cond delay="0"/>
                                          </p:stCondLst>
                                        </p:cTn>
                                        <p:tgtEl>
                                          <p:spTgt spid="837">
                                            <p:txEl>
                                              <p:pRg st="1" end="1"/>
                                            </p:txEl>
                                          </p:spTgt>
                                        </p:tgtEl>
                                        <p:attrNameLst>
                                          <p:attrName>style.visibility</p:attrName>
                                        </p:attrNameLst>
                                      </p:cBhvr>
                                      <p:to>
                                        <p:strVal val="visible"/>
                                      </p:to>
                                    </p:set>
                                    <p:anim calcmode="lin" valueType="num">
                                      <p:cBhvr additive="repl">
                                        <p:cTn id="1186" dur="500" fill="hold"/>
                                        <p:tgtEl>
                                          <p:spTgt spid="837">
                                            <p:txEl>
                                              <p:pRg st="1" end="1"/>
                                            </p:txEl>
                                          </p:spTgt>
                                        </p:tgtEl>
                                        <p:attrNameLst>
                                          <p:attrName>ppt_x</p:attrName>
                                        </p:attrNameLst>
                                      </p:cBhvr>
                                      <p:tavLst>
                                        <p:tav tm="0">
                                          <p:val>
                                            <p:strVal val="#ppt_x"/>
                                          </p:val>
                                        </p:tav>
                                        <p:tav tm="100000">
                                          <p:val>
                                            <p:strVal val="#ppt_x"/>
                                          </p:val>
                                        </p:tav>
                                      </p:tavLst>
                                    </p:anim>
                                    <p:anim calcmode="lin" valueType="num">
                                      <p:cBhvr additive="repl">
                                        <p:cTn id="1187" dur="500" fill="hold"/>
                                        <p:tgtEl>
                                          <p:spTgt spid="837">
                                            <p:txEl>
                                              <p:pRg st="1" end="1"/>
                                            </p:txEl>
                                          </p:spTgt>
                                        </p:tgtEl>
                                        <p:attrNameLst>
                                          <p:attrName>ppt_y</p:attrName>
                                        </p:attrNameLst>
                                      </p:cBhvr>
                                      <p:tavLst>
                                        <p:tav tm="0">
                                          <p:val>
                                            <p:strVal val="1+#ppt_h/2"/>
                                          </p:val>
                                        </p:tav>
                                        <p:tav tm="100000">
                                          <p:val>
                                            <p:strVal val="#ppt_y"/>
                                          </p:val>
                                        </p:tav>
                                      </p:tavLst>
                                    </p:anim>
                                  </p:childTnLst>
                                </p:cTn>
                              </p:par>
                            </p:childTnLst>
                          </p:cTn>
                        </p:par>
                        <p:par>
                          <p:cTn id="1188" fill="hold">
                            <p:stCondLst>
                              <p:cond delay="500"/>
                            </p:stCondLst>
                            <p:childTnLst>
                              <p:par>
                                <p:cTn id="1189" nodeType="afterEffect" fill="hold" presetClass="entr" presetID="2" presetSubtype="4">
                                  <p:stCondLst>
                                    <p:cond delay="0"/>
                                  </p:stCondLst>
                                  <p:childTnLst>
                                    <p:set>
                                      <p:cBhvr>
                                        <p:cTn id="1190" dur="1" fill="hold">
                                          <p:stCondLst>
                                            <p:cond delay="0"/>
                                          </p:stCondLst>
                                        </p:cTn>
                                        <p:tgtEl>
                                          <p:spTgt spid="843"/>
                                        </p:tgtEl>
                                        <p:attrNameLst>
                                          <p:attrName>style.visibility</p:attrName>
                                        </p:attrNameLst>
                                      </p:cBhvr>
                                      <p:to>
                                        <p:strVal val="visible"/>
                                      </p:to>
                                    </p:set>
                                    <p:anim calcmode="lin" valueType="num">
                                      <p:cBhvr additive="repl">
                                        <p:cTn id="1191" dur="500" fill="hold"/>
                                        <p:tgtEl>
                                          <p:spTgt spid="843"/>
                                        </p:tgtEl>
                                        <p:attrNameLst>
                                          <p:attrName>ppt_x</p:attrName>
                                        </p:attrNameLst>
                                      </p:cBhvr>
                                      <p:tavLst>
                                        <p:tav tm="0">
                                          <p:val>
                                            <p:strVal val="#ppt_x"/>
                                          </p:val>
                                        </p:tav>
                                        <p:tav tm="100000">
                                          <p:val>
                                            <p:strVal val="#ppt_x"/>
                                          </p:val>
                                        </p:tav>
                                      </p:tavLst>
                                    </p:anim>
                                    <p:anim calcmode="lin" valueType="num">
                                      <p:cBhvr additive="repl">
                                        <p:cTn id="1192" dur="500" fill="hold"/>
                                        <p:tgtEl>
                                          <p:spTgt spid="843"/>
                                        </p:tgtEl>
                                        <p:attrNameLst>
                                          <p:attrName>ppt_y</p:attrName>
                                        </p:attrNameLst>
                                      </p:cBhvr>
                                      <p:tavLst>
                                        <p:tav tm="0">
                                          <p:val>
                                            <p:strVal val="1+#ppt_h/2"/>
                                          </p:val>
                                        </p:tav>
                                        <p:tav tm="100000">
                                          <p:val>
                                            <p:strVal val="#ppt_y"/>
                                          </p:val>
                                        </p:tav>
                                      </p:tavLst>
                                    </p:anim>
                                  </p:childTnLst>
                                </p:cTn>
                              </p:par>
                            </p:childTnLst>
                          </p:cTn>
                        </p:par>
                      </p:childTnLst>
                    </p:cTn>
                  </p:par>
                  <p:par>
                    <p:cTn id="1193" fill="hold">
                      <p:stCondLst>
                        <p:cond delay="indefinite"/>
                      </p:stCondLst>
                      <p:childTnLst>
                        <p:par>
                          <p:cTn id="1194" fill="hold">
                            <p:stCondLst>
                              <p:cond delay="0"/>
                            </p:stCondLst>
                            <p:childTnLst>
                              <p:par>
                                <p:cTn id="1195" nodeType="clickEffect" fill="hold" presetClass="entr" presetID="2" presetSubtype="4">
                                  <p:stCondLst>
                                    <p:cond delay="0"/>
                                  </p:stCondLst>
                                  <p:childTnLst>
                                    <p:set>
                                      <p:cBhvr>
                                        <p:cTn id="1196" dur="1" fill="hold">
                                          <p:stCondLst>
                                            <p:cond delay="0"/>
                                          </p:stCondLst>
                                        </p:cTn>
                                        <p:tgtEl>
                                          <p:spTgt spid="837">
                                            <p:txEl>
                                              <p:pRg st="2" end="2"/>
                                            </p:txEl>
                                          </p:spTgt>
                                        </p:tgtEl>
                                        <p:attrNameLst>
                                          <p:attrName>style.visibility</p:attrName>
                                        </p:attrNameLst>
                                      </p:cBhvr>
                                      <p:to>
                                        <p:strVal val="visible"/>
                                      </p:to>
                                    </p:set>
                                    <p:anim calcmode="lin" valueType="num">
                                      <p:cBhvr additive="repl">
                                        <p:cTn id="1197" dur="500" fill="hold"/>
                                        <p:tgtEl>
                                          <p:spTgt spid="837">
                                            <p:txEl>
                                              <p:pRg st="2" end="2"/>
                                            </p:txEl>
                                          </p:spTgt>
                                        </p:tgtEl>
                                        <p:attrNameLst>
                                          <p:attrName>ppt_x</p:attrName>
                                        </p:attrNameLst>
                                      </p:cBhvr>
                                      <p:tavLst>
                                        <p:tav tm="0">
                                          <p:val>
                                            <p:strVal val="#ppt_x"/>
                                          </p:val>
                                        </p:tav>
                                        <p:tav tm="100000">
                                          <p:val>
                                            <p:strVal val="#ppt_x"/>
                                          </p:val>
                                        </p:tav>
                                      </p:tavLst>
                                    </p:anim>
                                    <p:anim calcmode="lin" valueType="num">
                                      <p:cBhvr additive="repl">
                                        <p:cTn id="1198" dur="500" fill="hold"/>
                                        <p:tgtEl>
                                          <p:spTgt spid="837">
                                            <p:txEl>
                                              <p:pRg st="2" end="2"/>
                                            </p:txEl>
                                          </p:spTgt>
                                        </p:tgtEl>
                                        <p:attrNameLst>
                                          <p:attrName>ppt_y</p:attrName>
                                        </p:attrNameLst>
                                      </p:cBhvr>
                                      <p:tavLst>
                                        <p:tav tm="0">
                                          <p:val>
                                            <p:strVal val="1+#ppt_h/2"/>
                                          </p:val>
                                        </p:tav>
                                        <p:tav tm="100000">
                                          <p:val>
                                            <p:strVal val="#ppt_y"/>
                                          </p:val>
                                        </p:tav>
                                      </p:tavLst>
                                    </p:anim>
                                  </p:childTnLst>
                                </p:cTn>
                              </p:par>
                              <p:par>
                                <p:cTn id="1199" nodeType="withEffect" fill="hold" presetClass="entr" presetID="2" presetSubtype="4">
                                  <p:stCondLst>
                                    <p:cond delay="0"/>
                                  </p:stCondLst>
                                  <p:childTnLst>
                                    <p:set>
                                      <p:cBhvr>
                                        <p:cTn id="1200" dur="1" fill="hold">
                                          <p:stCondLst>
                                            <p:cond delay="0"/>
                                          </p:stCondLst>
                                        </p:cTn>
                                        <p:tgtEl>
                                          <p:spTgt spid="837">
                                            <p:txEl>
                                              <p:pRg st="3" end="3"/>
                                            </p:txEl>
                                          </p:spTgt>
                                        </p:tgtEl>
                                        <p:attrNameLst>
                                          <p:attrName>style.visibility</p:attrName>
                                        </p:attrNameLst>
                                      </p:cBhvr>
                                      <p:to>
                                        <p:strVal val="visible"/>
                                      </p:to>
                                    </p:set>
                                    <p:anim calcmode="lin" valueType="num">
                                      <p:cBhvr additive="repl">
                                        <p:cTn id="1201" dur="500" fill="hold"/>
                                        <p:tgtEl>
                                          <p:spTgt spid="837">
                                            <p:txEl>
                                              <p:pRg st="3" end="3"/>
                                            </p:txEl>
                                          </p:spTgt>
                                        </p:tgtEl>
                                        <p:attrNameLst>
                                          <p:attrName>ppt_x</p:attrName>
                                        </p:attrNameLst>
                                      </p:cBhvr>
                                      <p:tavLst>
                                        <p:tav tm="0">
                                          <p:val>
                                            <p:strVal val="#ppt_x"/>
                                          </p:val>
                                        </p:tav>
                                        <p:tav tm="100000">
                                          <p:val>
                                            <p:strVal val="#ppt_x"/>
                                          </p:val>
                                        </p:tav>
                                      </p:tavLst>
                                    </p:anim>
                                    <p:anim calcmode="lin" valueType="num">
                                      <p:cBhvr additive="repl">
                                        <p:cTn id="1202" dur="500" fill="hold"/>
                                        <p:tgtEl>
                                          <p:spTgt spid="83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203" fill="hold">
                      <p:stCondLst>
                        <p:cond delay="indefinite"/>
                      </p:stCondLst>
                      <p:childTnLst>
                        <p:par>
                          <p:cTn id="1204" fill="hold">
                            <p:stCondLst>
                              <p:cond delay="0"/>
                            </p:stCondLst>
                            <p:childTnLst>
                              <p:par>
                                <p:cTn id="1205" nodeType="clickEffect" fill="hold" presetClass="entr" presetID="2" presetSubtype="4">
                                  <p:stCondLst>
                                    <p:cond delay="0"/>
                                  </p:stCondLst>
                                  <p:childTnLst>
                                    <p:set>
                                      <p:cBhvr>
                                        <p:cTn id="1206" dur="1" fill="hold">
                                          <p:stCondLst>
                                            <p:cond delay="0"/>
                                          </p:stCondLst>
                                        </p:cTn>
                                        <p:tgtEl>
                                          <p:spTgt spid="837">
                                            <p:txEl>
                                              <p:pRg st="4" end="4"/>
                                            </p:txEl>
                                          </p:spTgt>
                                        </p:tgtEl>
                                        <p:attrNameLst>
                                          <p:attrName>style.visibility</p:attrName>
                                        </p:attrNameLst>
                                      </p:cBhvr>
                                      <p:to>
                                        <p:strVal val="visible"/>
                                      </p:to>
                                    </p:set>
                                    <p:anim calcmode="lin" valueType="num">
                                      <p:cBhvr additive="repl">
                                        <p:cTn id="1207" dur="500" fill="hold"/>
                                        <p:tgtEl>
                                          <p:spTgt spid="837">
                                            <p:txEl>
                                              <p:pRg st="4" end="4"/>
                                            </p:txEl>
                                          </p:spTgt>
                                        </p:tgtEl>
                                        <p:attrNameLst>
                                          <p:attrName>ppt_x</p:attrName>
                                        </p:attrNameLst>
                                      </p:cBhvr>
                                      <p:tavLst>
                                        <p:tav tm="0">
                                          <p:val>
                                            <p:strVal val="#ppt_x"/>
                                          </p:val>
                                        </p:tav>
                                        <p:tav tm="100000">
                                          <p:val>
                                            <p:strVal val="#ppt_x"/>
                                          </p:val>
                                        </p:tav>
                                      </p:tavLst>
                                    </p:anim>
                                    <p:anim calcmode="lin" valueType="num">
                                      <p:cBhvr additive="repl">
                                        <p:cTn id="1208" dur="500" fill="hold"/>
                                        <p:tgtEl>
                                          <p:spTgt spid="83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209" fill="hold">
                      <p:stCondLst>
                        <p:cond delay="indefinite"/>
                      </p:stCondLst>
                      <p:childTnLst>
                        <p:par>
                          <p:cTn id="1210" fill="hold">
                            <p:stCondLst>
                              <p:cond delay="0"/>
                            </p:stCondLst>
                            <p:childTnLst>
                              <p:par>
                                <p:cTn id="1211" nodeType="clickEffect" fill="hold" presetClass="entr" presetID="2" presetSubtype="4">
                                  <p:stCondLst>
                                    <p:cond delay="0"/>
                                  </p:stCondLst>
                                  <p:childTnLst>
                                    <p:set>
                                      <p:cBhvr>
                                        <p:cTn id="1212" dur="1" fill="hold">
                                          <p:stCondLst>
                                            <p:cond delay="0"/>
                                          </p:stCondLst>
                                        </p:cTn>
                                        <p:tgtEl>
                                          <p:spTgt spid="837">
                                            <p:txEl>
                                              <p:pRg st="5" end="5"/>
                                            </p:txEl>
                                          </p:spTgt>
                                        </p:tgtEl>
                                        <p:attrNameLst>
                                          <p:attrName>style.visibility</p:attrName>
                                        </p:attrNameLst>
                                      </p:cBhvr>
                                      <p:to>
                                        <p:strVal val="visible"/>
                                      </p:to>
                                    </p:set>
                                    <p:anim calcmode="lin" valueType="num">
                                      <p:cBhvr additive="repl">
                                        <p:cTn id="1213" dur="500" fill="hold"/>
                                        <p:tgtEl>
                                          <p:spTgt spid="837">
                                            <p:txEl>
                                              <p:pRg st="5" end="5"/>
                                            </p:txEl>
                                          </p:spTgt>
                                        </p:tgtEl>
                                        <p:attrNameLst>
                                          <p:attrName>ppt_x</p:attrName>
                                        </p:attrNameLst>
                                      </p:cBhvr>
                                      <p:tavLst>
                                        <p:tav tm="0">
                                          <p:val>
                                            <p:strVal val="#ppt_x"/>
                                          </p:val>
                                        </p:tav>
                                        <p:tav tm="100000">
                                          <p:val>
                                            <p:strVal val="#ppt_x"/>
                                          </p:val>
                                        </p:tav>
                                      </p:tavLst>
                                    </p:anim>
                                    <p:anim calcmode="lin" valueType="num">
                                      <p:cBhvr additive="repl">
                                        <p:cTn id="1214" dur="500" fill="hold"/>
                                        <p:tgtEl>
                                          <p:spTgt spid="83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000" spc="-1" strike="noStrike">
                <a:solidFill>
                  <a:srgbClr val="000000"/>
                </a:solidFill>
                <a:latin typeface="Calibri"/>
              </a:rPr>
              <a:t>Conclusion</a:t>
            </a:r>
            <a:endParaRPr b="0" lang="en-US" sz="2000" spc="-1" strike="noStrike">
              <a:solidFill>
                <a:srgbClr val="000000"/>
              </a:solidFill>
              <a:latin typeface="Calibri"/>
            </a:endParaRPr>
          </a:p>
        </p:txBody>
      </p:sp>
      <p:sp>
        <p:nvSpPr>
          <p:cNvPr id="853" name="PlaceHolder 2"/>
          <p:cNvSpPr>
            <a:spLocks noGrp="1"/>
          </p:cNvSpPr>
          <p:nvPr>
            <p:ph/>
          </p:nvPr>
        </p:nvSpPr>
        <p:spPr>
          <a:xfrm>
            <a:off x="395280" y="1131840"/>
            <a:ext cx="8353080" cy="3675960"/>
          </a:xfrm>
          <a:prstGeom prst="rect">
            <a:avLst/>
          </a:prstGeom>
          <a:noFill/>
          <a:ln w="0">
            <a:noFill/>
          </a:ln>
        </p:spPr>
        <p:txBody>
          <a:bodyPr lIns="0" rIns="0" tIns="0" bIns="0" anchor="t">
            <a:normAutofit/>
          </a:bodyPr>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Transparency is needed for AI</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Conversational XAI enables interactive, personalized experiences</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Argumentation Trees can be used to integrate DK</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DK has impact on understanding and acceptance of AI</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Remaining Challenges</a:t>
            </a:r>
            <a:endParaRPr b="0" lang="en-US" sz="1800" spc="-1" strike="noStrike">
              <a:solidFill>
                <a:srgbClr val="000000"/>
              </a:solidFill>
              <a:latin typeface="Calibri"/>
            </a:endParaRPr>
          </a:p>
          <a:p>
            <a:pPr lvl="1" marL="514440" indent="-171360">
              <a:lnSpc>
                <a:spcPct val="100000"/>
              </a:lnSpc>
              <a:spcBef>
                <a:spcPts val="374"/>
              </a:spcBef>
              <a:buClr>
                <a:srgbClr val="a32638"/>
              </a:buClr>
              <a:buFont typeface="Arial"/>
              <a:buChar char="•"/>
            </a:pPr>
            <a:r>
              <a:rPr b="0" lang="de-DE" sz="1800" spc="-1" strike="noStrike">
                <a:solidFill>
                  <a:srgbClr val="000000"/>
                </a:solidFill>
                <a:latin typeface="Calibri"/>
              </a:rPr>
              <a:t>Ethical Concerns like over-reliance</a:t>
            </a:r>
            <a:endParaRPr b="0" lang="en-US" sz="1800" spc="-1" strike="noStrike">
              <a:solidFill>
                <a:srgbClr val="000000"/>
              </a:solidFill>
              <a:latin typeface="Calibri"/>
            </a:endParaRPr>
          </a:p>
          <a:p>
            <a:pPr lvl="1" marL="514440" indent="-171360">
              <a:lnSpc>
                <a:spcPct val="100000"/>
              </a:lnSpc>
              <a:spcBef>
                <a:spcPts val="374"/>
              </a:spcBef>
              <a:buClr>
                <a:srgbClr val="a32638"/>
              </a:buClr>
              <a:buFont typeface="Arial"/>
              <a:buChar char="•"/>
            </a:pPr>
            <a:r>
              <a:rPr b="0" lang="de-DE" sz="1800" spc="-1" strike="noStrike">
                <a:solidFill>
                  <a:srgbClr val="000000"/>
                </a:solidFill>
                <a:latin typeface="Calibri"/>
              </a:rPr>
              <a:t>Truthful sources for DK</a:t>
            </a:r>
            <a:endParaRPr b="0" lang="en-US" sz="1800" spc="-1" strike="noStrike">
              <a:solidFill>
                <a:srgbClr val="000000"/>
              </a:solidFill>
              <a:latin typeface="Calibri"/>
            </a:endParaRPr>
          </a:p>
          <a:p>
            <a:pPr lvl="1" marL="514440" indent="-171360">
              <a:lnSpc>
                <a:spcPct val="100000"/>
              </a:lnSpc>
              <a:spcBef>
                <a:spcPts val="374"/>
              </a:spcBef>
              <a:buClr>
                <a:srgbClr val="a32638"/>
              </a:buClr>
              <a:buFont typeface="Arial"/>
              <a:buChar char="•"/>
            </a:pPr>
            <a:r>
              <a:rPr b="0" lang="de-DE" sz="1800" spc="-1" strike="noStrike">
                <a:solidFill>
                  <a:srgbClr val="000000"/>
                </a:solidFill>
                <a:latin typeface="Calibri"/>
              </a:rPr>
              <a:t>Domain/Topic dependent</a:t>
            </a:r>
            <a:endParaRPr b="0" lang="en-US" sz="1800" spc="-1" strike="noStrike">
              <a:solidFill>
                <a:srgbClr val="000000"/>
              </a:solidFill>
              <a:latin typeface="Calibri"/>
            </a:endParaRPr>
          </a:p>
          <a:p>
            <a:pPr>
              <a:lnSpc>
                <a:spcPct val="100000"/>
              </a:lnSpc>
              <a:spcBef>
                <a:spcPts val="751"/>
              </a:spcBef>
              <a:buNone/>
            </a:pPr>
            <a:endParaRPr b="0" lang="en-US" sz="1800" spc="-1" strike="noStrike">
              <a:solidFill>
                <a:srgbClr val="000000"/>
              </a:solidFill>
              <a:latin typeface="Calibri"/>
            </a:endParaRPr>
          </a:p>
          <a:p>
            <a:endParaRPr b="0" lang="en-US" sz="1800" spc="-1" strike="noStrike">
              <a:solidFill>
                <a:srgbClr val="000000"/>
              </a:solidFill>
              <a:latin typeface="Calibri"/>
            </a:endParaRPr>
          </a:p>
          <a:p>
            <a:endParaRPr b="0" lang="en-US" sz="1800" spc="-1" strike="noStrike">
              <a:solidFill>
                <a:srgbClr val="000000"/>
              </a:solidFill>
              <a:latin typeface="Calibri"/>
            </a:endParaRPr>
          </a:p>
          <a:p>
            <a:endParaRPr b="0" lang="en-US" sz="1800" spc="-1" strike="noStrike">
              <a:solidFill>
                <a:srgbClr val="000000"/>
              </a:solidFill>
              <a:latin typeface="Calibri"/>
            </a:endParaRPr>
          </a:p>
        </p:txBody>
      </p:sp>
      <p:sp>
        <p:nvSpPr>
          <p:cNvPr id="854" name="PlaceHolder 3"/>
          <p:cNvSpPr>
            <a:spLocks noGrp="1"/>
          </p:cNvSpPr>
          <p:nvPr>
            <p:ph type="dt" idx="96"/>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855" name="PlaceHolder 4"/>
          <p:cNvSpPr>
            <a:spLocks noGrp="1"/>
          </p:cNvSpPr>
          <p:nvPr>
            <p:ph type="ftr" idx="97"/>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856" name="PlaceHolder 5"/>
          <p:cNvSpPr>
            <a:spLocks noGrp="1"/>
          </p:cNvSpPr>
          <p:nvPr>
            <p:ph type="sldNum" idx="98"/>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E7555419-7C4E-404F-80D5-990B9EC3C022}" type="slidenum">
              <a:rPr b="0" lang="de-DE" sz="900" spc="-1" strike="noStrike">
                <a:solidFill>
                  <a:srgbClr val="ffffff"/>
                </a:solidFill>
                <a:latin typeface="Arial"/>
              </a:rPr>
              <a:t>30</a:t>
            </a:fld>
            <a:endParaRPr b="0" lang="en-US" sz="900" spc="-1" strike="noStrike">
              <a:latin typeface="Times New Roman"/>
            </a:endParaRPr>
          </a:p>
        </p:txBody>
      </p:sp>
      <p:sp>
        <p:nvSpPr>
          <p:cNvPr id="857" name="Textfeld 7"/>
          <p:cNvSpPr/>
          <p:nvPr/>
        </p:nvSpPr>
        <p:spPr>
          <a:xfrm>
            <a:off x="7855920" y="134640"/>
            <a:ext cx="85932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de-DE" sz="1200" spc="-1" strike="noStrike">
                <a:solidFill>
                  <a:srgbClr val="000000"/>
                </a:solidFill>
                <a:latin typeface="Calibri"/>
              </a:rPr>
              <a:t>Conclusion</a:t>
            </a:r>
            <a:endParaRPr b="0" lang="en-US" sz="1200" spc="-1" strike="noStrike">
              <a:latin typeface="Arial"/>
            </a:endParaRPr>
          </a:p>
        </p:txBody>
      </p:sp>
      <p:sp>
        <p:nvSpPr>
          <p:cNvPr id="858" name="Rechteck 9"/>
          <p:cNvSpPr/>
          <p:nvPr/>
        </p:nvSpPr>
        <p:spPr>
          <a:xfrm>
            <a:off x="8804520" y="664200"/>
            <a:ext cx="277560" cy="277560"/>
          </a:xfrm>
          <a:prstGeom prst="rect">
            <a:avLst/>
          </a:prstGeom>
          <a:blipFill rotWithShape="0">
            <a:blip r:embed="rId1"/>
            <a:srcRect/>
            <a:stretch/>
          </a:blipFill>
          <a:ln>
            <a:noFill/>
          </a:ln>
        </p:spPr>
        <p:style>
          <a:lnRef idx="2"/>
          <a:fillRef idx="0"/>
          <a:effectRef idx="0">
            <a:schemeClr val="accent2">
              <a:hueOff val="0"/>
              <a:satOff val="0"/>
              <a:lumOff val="0"/>
              <a:alphaOff val="0"/>
            </a:schemeClr>
          </a:effectRef>
          <a:fontRef idx="minor"/>
        </p:style>
      </p:sp>
      <p:sp>
        <p:nvSpPr>
          <p:cNvPr id="859" name="Rechteck 10"/>
          <p:cNvSpPr/>
          <p:nvPr/>
        </p:nvSpPr>
        <p:spPr>
          <a:xfrm>
            <a:off x="8804520" y="1043640"/>
            <a:ext cx="277560" cy="277560"/>
          </a:xfrm>
          <a:prstGeom prst="rect">
            <a:avLst/>
          </a:prstGeom>
          <a:blipFill rotWithShape="0">
            <a:blip r:embed="rId2"/>
            <a:srcRect/>
            <a:stretch/>
          </a:blipFill>
          <a:ln>
            <a:noFill/>
          </a:ln>
        </p:spPr>
        <p:style>
          <a:lnRef idx="2"/>
          <a:fillRef idx="0"/>
          <a:effectRef idx="0">
            <a:schemeClr val="accent3">
              <a:hueOff val="0"/>
              <a:satOff val="0"/>
              <a:lumOff val="0"/>
              <a:alphaOff val="0"/>
            </a:schemeClr>
          </a:effectRef>
          <a:fontRef idx="minor"/>
        </p:style>
      </p:sp>
      <p:sp>
        <p:nvSpPr>
          <p:cNvPr id="860" name="Rechteck 11"/>
          <p:cNvSpPr/>
          <p:nvPr/>
        </p:nvSpPr>
        <p:spPr>
          <a:xfrm>
            <a:off x="8804520" y="1379160"/>
            <a:ext cx="277560" cy="277560"/>
          </a:xfrm>
          <a:prstGeom prst="rect">
            <a:avLst/>
          </a:prstGeom>
          <a:blipFill rotWithShape="0">
            <a:blip r:embed="rId3"/>
            <a:srcRect/>
            <a:stretch/>
          </a:blipFill>
          <a:ln>
            <a:noFill/>
          </a:ln>
        </p:spPr>
        <p:style>
          <a:lnRef idx="2"/>
          <a:fillRef idx="0"/>
          <a:effectRef idx="0">
            <a:schemeClr val="accent4">
              <a:hueOff val="0"/>
              <a:satOff val="0"/>
              <a:lumOff val="0"/>
              <a:alphaOff val="0"/>
            </a:schemeClr>
          </a:effectRef>
          <a:fontRef idx="minor"/>
        </p:style>
      </p:sp>
      <p:sp>
        <p:nvSpPr>
          <p:cNvPr id="861" name="Rechteck 12"/>
          <p:cNvSpPr/>
          <p:nvPr/>
        </p:nvSpPr>
        <p:spPr>
          <a:xfrm>
            <a:off x="8804520" y="1688760"/>
            <a:ext cx="277560" cy="277560"/>
          </a:xfrm>
          <a:prstGeom prst="rect">
            <a:avLst/>
          </a:prstGeom>
          <a:blipFill rotWithShape="0">
            <a:blip r:embed="rId4"/>
            <a:srcRect/>
            <a:stretch/>
          </a:blipFill>
          <a:ln>
            <a:noFill/>
          </a:ln>
        </p:spPr>
        <p:style>
          <a:lnRef idx="2"/>
          <a:fillRef idx="0"/>
          <a:effectRef idx="0">
            <a:schemeClr val="accent5">
              <a:hueOff val="0"/>
              <a:satOff val="0"/>
              <a:lumOff val="0"/>
              <a:alphaOff val="0"/>
            </a:schemeClr>
          </a:effectRef>
          <a:fontRef idx="minor"/>
        </p:style>
      </p:sp>
      <p:sp>
        <p:nvSpPr>
          <p:cNvPr id="862" name="Rechteck 13"/>
          <p:cNvSpPr/>
          <p:nvPr/>
        </p:nvSpPr>
        <p:spPr>
          <a:xfrm>
            <a:off x="8804520" y="2007000"/>
            <a:ext cx="277560" cy="277560"/>
          </a:xfrm>
          <a:prstGeom prst="rect">
            <a:avLst/>
          </a:prstGeom>
          <a:blipFill rotWithShape="0">
            <a:blip r:embed="rId5"/>
            <a:srcRect/>
            <a:stretch/>
          </a:blipFill>
          <a:ln>
            <a:noFill/>
          </a:ln>
        </p:spPr>
        <p:style>
          <a:lnRef idx="2"/>
          <a:fillRef idx="0"/>
          <a:effectRef idx="0">
            <a:schemeClr val="accent6">
              <a:hueOff val="0"/>
              <a:satOff val="0"/>
              <a:lumOff val="0"/>
              <a:alphaOff val="0"/>
            </a:schemeClr>
          </a:effectRef>
          <a:fontRef idx="minor"/>
        </p:style>
      </p:sp>
      <p:sp>
        <p:nvSpPr>
          <p:cNvPr id="863" name="Rechteck 14"/>
          <p:cNvSpPr/>
          <p:nvPr/>
        </p:nvSpPr>
        <p:spPr>
          <a:xfrm>
            <a:off x="8804520" y="2316600"/>
            <a:ext cx="277560" cy="277560"/>
          </a:xfrm>
          <a:prstGeom prst="rect">
            <a:avLst/>
          </a:prstGeom>
          <a:blipFill rotWithShape="0">
            <a:blip r:embed="rId6"/>
            <a:srcRect/>
            <a:stretch/>
          </a:blipFill>
          <a:ln>
            <a:noFill/>
          </a:ln>
        </p:spPr>
        <p:style>
          <a:lnRef idx="2"/>
          <a:fillRef idx="0"/>
          <a:effectRef idx="0">
            <a:schemeClr val="accent2">
              <a:hueOff val="0"/>
              <a:satOff val="0"/>
              <a:lumOff val="0"/>
              <a:alphaOff val="0"/>
            </a:schemeClr>
          </a:effectRef>
          <a:fontRef idx="minor"/>
        </p:style>
      </p:sp>
      <p:sp>
        <p:nvSpPr>
          <p:cNvPr id="864" name="Rechteck 17"/>
          <p:cNvSpPr/>
          <p:nvPr/>
        </p:nvSpPr>
        <p:spPr>
          <a:xfrm>
            <a:off x="7587720" y="131760"/>
            <a:ext cx="277560" cy="277560"/>
          </a:xfrm>
          <a:prstGeom prst="rect">
            <a:avLst/>
          </a:prstGeom>
          <a:blipFill rotWithShape="0">
            <a:blip r:embed="rId7"/>
            <a:srcRect/>
            <a:stretch/>
          </a:blipFill>
          <a:ln>
            <a:noFill/>
          </a:ln>
        </p:spPr>
        <p:style>
          <a:lnRef idx="2"/>
          <a:fillRef idx="0"/>
          <a:effectRef idx="0">
            <a:schemeClr val="accent2">
              <a:hueOff val="0"/>
              <a:satOff val="0"/>
              <a:lumOff val="0"/>
              <a:alphaOff val="0"/>
            </a:schemeClr>
          </a:effectRef>
          <a:fontRef idx="minor"/>
        </p:style>
      </p:sp>
    </p:spTree>
  </p:cSld>
  <p:transition spd="slow">
    <p:push dir="u"/>
  </p:transition>
  <p:timing>
    <p:tnLst>
      <p:par>
        <p:cTn id="1215" dur="indefinite" restart="never" nodeType="tmRoot">
          <p:childTnLst>
            <p:seq>
              <p:cTn id="1216" dur="indefinite" nodeType="mainSeq">
                <p:childTnLst>
                  <p:par>
                    <p:cTn id="1217" fill="hold">
                      <p:stCondLst>
                        <p:cond delay="indefinite"/>
                      </p:stCondLst>
                      <p:childTnLst>
                        <p:par>
                          <p:cTn id="1218" fill="hold">
                            <p:stCondLst>
                              <p:cond delay="0"/>
                            </p:stCondLst>
                            <p:childTnLst>
                              <p:par>
                                <p:cTn id="1219" nodeType="clickEffect" fill="hold" presetClass="entr" presetID="10">
                                  <p:stCondLst>
                                    <p:cond delay="0"/>
                                  </p:stCondLst>
                                  <p:childTnLst>
                                    <p:set>
                                      <p:cBhvr>
                                        <p:cTn id="1220" dur="1" fill="hold">
                                          <p:stCondLst>
                                            <p:cond delay="0"/>
                                          </p:stCondLst>
                                        </p:cTn>
                                        <p:tgtEl>
                                          <p:spTgt spid="853">
                                            <p:txEl>
                                              <p:pRg st="0" end="0"/>
                                            </p:txEl>
                                          </p:spTgt>
                                        </p:tgtEl>
                                        <p:attrNameLst>
                                          <p:attrName>style.visibility</p:attrName>
                                        </p:attrNameLst>
                                      </p:cBhvr>
                                      <p:to>
                                        <p:strVal val="visible"/>
                                      </p:to>
                                    </p:set>
                                    <p:animEffect filter="fade" transition="in">
                                      <p:cBhvr additive="repl">
                                        <p:cTn id="1221" dur="500"/>
                                        <p:tgtEl>
                                          <p:spTgt spid="853">
                                            <p:txEl>
                                              <p:pRg st="0" end="0"/>
                                            </p:txEl>
                                          </p:spTgt>
                                        </p:tgtEl>
                                      </p:cBhvr>
                                    </p:animEffect>
                                  </p:childTnLst>
                                </p:cTn>
                              </p:par>
                            </p:childTnLst>
                          </p:cTn>
                        </p:par>
                      </p:childTnLst>
                    </p:cTn>
                  </p:par>
                  <p:par>
                    <p:cTn id="1222" fill="hold">
                      <p:stCondLst>
                        <p:cond delay="indefinite"/>
                      </p:stCondLst>
                      <p:childTnLst>
                        <p:par>
                          <p:cTn id="1223" fill="hold">
                            <p:stCondLst>
                              <p:cond delay="0"/>
                            </p:stCondLst>
                            <p:childTnLst>
                              <p:par>
                                <p:cTn id="1224" nodeType="clickEffect" fill="hold" presetClass="entr" presetID="10">
                                  <p:stCondLst>
                                    <p:cond delay="0"/>
                                  </p:stCondLst>
                                  <p:childTnLst>
                                    <p:set>
                                      <p:cBhvr>
                                        <p:cTn id="1225" dur="1" fill="hold">
                                          <p:stCondLst>
                                            <p:cond delay="0"/>
                                          </p:stCondLst>
                                        </p:cTn>
                                        <p:tgtEl>
                                          <p:spTgt spid="853">
                                            <p:txEl>
                                              <p:pRg st="1" end="1"/>
                                            </p:txEl>
                                          </p:spTgt>
                                        </p:tgtEl>
                                        <p:attrNameLst>
                                          <p:attrName>style.visibility</p:attrName>
                                        </p:attrNameLst>
                                      </p:cBhvr>
                                      <p:to>
                                        <p:strVal val="visible"/>
                                      </p:to>
                                    </p:set>
                                    <p:animEffect filter="fade" transition="in">
                                      <p:cBhvr additive="repl">
                                        <p:cTn id="1226" dur="500"/>
                                        <p:tgtEl>
                                          <p:spTgt spid="853">
                                            <p:txEl>
                                              <p:pRg st="1" end="1"/>
                                            </p:txEl>
                                          </p:spTgt>
                                        </p:tgtEl>
                                      </p:cBhvr>
                                    </p:animEffect>
                                  </p:childTnLst>
                                </p:cTn>
                              </p:par>
                            </p:childTnLst>
                          </p:cTn>
                        </p:par>
                      </p:childTnLst>
                    </p:cTn>
                  </p:par>
                  <p:par>
                    <p:cTn id="1227" fill="hold">
                      <p:stCondLst>
                        <p:cond delay="indefinite"/>
                      </p:stCondLst>
                      <p:childTnLst>
                        <p:par>
                          <p:cTn id="1228" fill="hold">
                            <p:stCondLst>
                              <p:cond delay="0"/>
                            </p:stCondLst>
                            <p:childTnLst>
                              <p:par>
                                <p:cTn id="1229" nodeType="clickEffect" fill="hold" presetClass="entr" presetID="10">
                                  <p:stCondLst>
                                    <p:cond delay="0"/>
                                  </p:stCondLst>
                                  <p:childTnLst>
                                    <p:set>
                                      <p:cBhvr>
                                        <p:cTn id="1230" dur="1" fill="hold">
                                          <p:stCondLst>
                                            <p:cond delay="0"/>
                                          </p:stCondLst>
                                        </p:cTn>
                                        <p:tgtEl>
                                          <p:spTgt spid="853">
                                            <p:txEl>
                                              <p:pRg st="2" end="2"/>
                                            </p:txEl>
                                          </p:spTgt>
                                        </p:tgtEl>
                                        <p:attrNameLst>
                                          <p:attrName>style.visibility</p:attrName>
                                        </p:attrNameLst>
                                      </p:cBhvr>
                                      <p:to>
                                        <p:strVal val="visible"/>
                                      </p:to>
                                    </p:set>
                                    <p:animEffect filter="fade" transition="in">
                                      <p:cBhvr additive="repl">
                                        <p:cTn id="1231" dur="500"/>
                                        <p:tgtEl>
                                          <p:spTgt spid="853">
                                            <p:txEl>
                                              <p:pRg st="2" end="2"/>
                                            </p:txEl>
                                          </p:spTgt>
                                        </p:tgtEl>
                                      </p:cBhvr>
                                    </p:animEffect>
                                  </p:childTnLst>
                                </p:cTn>
                              </p:par>
                            </p:childTnLst>
                          </p:cTn>
                        </p:par>
                      </p:childTnLst>
                    </p:cTn>
                  </p:par>
                  <p:par>
                    <p:cTn id="1232" fill="hold">
                      <p:stCondLst>
                        <p:cond delay="indefinite"/>
                      </p:stCondLst>
                      <p:childTnLst>
                        <p:par>
                          <p:cTn id="1233" fill="hold">
                            <p:stCondLst>
                              <p:cond delay="0"/>
                            </p:stCondLst>
                            <p:childTnLst>
                              <p:par>
                                <p:cTn id="1234" nodeType="clickEffect" fill="hold" presetClass="entr" presetID="10">
                                  <p:stCondLst>
                                    <p:cond delay="0"/>
                                  </p:stCondLst>
                                  <p:childTnLst>
                                    <p:set>
                                      <p:cBhvr>
                                        <p:cTn id="1235" dur="1" fill="hold">
                                          <p:stCondLst>
                                            <p:cond delay="0"/>
                                          </p:stCondLst>
                                        </p:cTn>
                                        <p:tgtEl>
                                          <p:spTgt spid="853">
                                            <p:txEl>
                                              <p:pRg st="3" end="3"/>
                                            </p:txEl>
                                          </p:spTgt>
                                        </p:tgtEl>
                                        <p:attrNameLst>
                                          <p:attrName>style.visibility</p:attrName>
                                        </p:attrNameLst>
                                      </p:cBhvr>
                                      <p:to>
                                        <p:strVal val="visible"/>
                                      </p:to>
                                    </p:set>
                                    <p:animEffect filter="fade" transition="in">
                                      <p:cBhvr additive="repl">
                                        <p:cTn id="1236" dur="500"/>
                                        <p:tgtEl>
                                          <p:spTgt spid="853">
                                            <p:txEl>
                                              <p:pRg st="3" end="3"/>
                                            </p:txEl>
                                          </p:spTgt>
                                        </p:tgtEl>
                                      </p:cBhvr>
                                    </p:animEffect>
                                  </p:childTnLst>
                                </p:cTn>
                              </p:par>
                            </p:childTnLst>
                          </p:cTn>
                        </p:par>
                      </p:childTnLst>
                    </p:cTn>
                  </p:par>
                  <p:par>
                    <p:cTn id="1237" fill="hold">
                      <p:stCondLst>
                        <p:cond delay="indefinite"/>
                      </p:stCondLst>
                      <p:childTnLst>
                        <p:par>
                          <p:cTn id="1238" fill="hold">
                            <p:stCondLst>
                              <p:cond delay="0"/>
                            </p:stCondLst>
                            <p:childTnLst>
                              <p:par>
                                <p:cTn id="1239" nodeType="clickEffect" fill="hold" presetClass="entr" presetID="10">
                                  <p:stCondLst>
                                    <p:cond delay="0"/>
                                  </p:stCondLst>
                                  <p:childTnLst>
                                    <p:set>
                                      <p:cBhvr>
                                        <p:cTn id="1240" dur="1" fill="hold">
                                          <p:stCondLst>
                                            <p:cond delay="0"/>
                                          </p:stCondLst>
                                        </p:cTn>
                                        <p:tgtEl>
                                          <p:spTgt spid="853">
                                            <p:txEl>
                                              <p:pRg st="4" end="4"/>
                                            </p:txEl>
                                          </p:spTgt>
                                        </p:tgtEl>
                                        <p:attrNameLst>
                                          <p:attrName>style.visibility</p:attrName>
                                        </p:attrNameLst>
                                      </p:cBhvr>
                                      <p:to>
                                        <p:strVal val="visible"/>
                                      </p:to>
                                    </p:set>
                                    <p:animEffect filter="fade" transition="in">
                                      <p:cBhvr additive="repl">
                                        <p:cTn id="1241" dur="500"/>
                                        <p:tgtEl>
                                          <p:spTgt spid="853">
                                            <p:txEl>
                                              <p:pRg st="4" end="4"/>
                                            </p:txEl>
                                          </p:spTgt>
                                        </p:tgtEl>
                                      </p:cBhvr>
                                    </p:animEffect>
                                  </p:childTnLst>
                                </p:cTn>
                              </p:par>
                              <p:par>
                                <p:cTn id="1242" nodeType="withEffect" fill="hold" presetClass="entr" presetID="10">
                                  <p:stCondLst>
                                    <p:cond delay="0"/>
                                  </p:stCondLst>
                                  <p:childTnLst>
                                    <p:set>
                                      <p:cBhvr>
                                        <p:cTn id="1243" dur="1" fill="hold">
                                          <p:stCondLst>
                                            <p:cond delay="0"/>
                                          </p:stCondLst>
                                        </p:cTn>
                                        <p:tgtEl>
                                          <p:spTgt spid="853">
                                            <p:txEl>
                                              <p:pRg st="5" end="5"/>
                                            </p:txEl>
                                          </p:spTgt>
                                        </p:tgtEl>
                                        <p:attrNameLst>
                                          <p:attrName>style.visibility</p:attrName>
                                        </p:attrNameLst>
                                      </p:cBhvr>
                                      <p:to>
                                        <p:strVal val="visible"/>
                                      </p:to>
                                    </p:set>
                                    <p:animEffect filter="fade" transition="in">
                                      <p:cBhvr additive="repl">
                                        <p:cTn id="1244" dur="500"/>
                                        <p:tgtEl>
                                          <p:spTgt spid="853">
                                            <p:txEl>
                                              <p:pRg st="5" end="5"/>
                                            </p:txEl>
                                          </p:spTgt>
                                        </p:tgtEl>
                                      </p:cBhvr>
                                    </p:animEffect>
                                  </p:childTnLst>
                                </p:cTn>
                              </p:par>
                              <p:par>
                                <p:cTn id="1245" nodeType="withEffect" fill="hold" presetClass="entr" presetID="10">
                                  <p:stCondLst>
                                    <p:cond delay="0"/>
                                  </p:stCondLst>
                                  <p:childTnLst>
                                    <p:set>
                                      <p:cBhvr>
                                        <p:cTn id="1246" dur="1" fill="hold">
                                          <p:stCondLst>
                                            <p:cond delay="0"/>
                                          </p:stCondLst>
                                        </p:cTn>
                                        <p:tgtEl>
                                          <p:spTgt spid="853">
                                            <p:txEl>
                                              <p:pRg st="6" end="6"/>
                                            </p:txEl>
                                          </p:spTgt>
                                        </p:tgtEl>
                                        <p:attrNameLst>
                                          <p:attrName>style.visibility</p:attrName>
                                        </p:attrNameLst>
                                      </p:cBhvr>
                                      <p:to>
                                        <p:strVal val="visible"/>
                                      </p:to>
                                    </p:set>
                                    <p:animEffect filter="fade" transition="in">
                                      <p:cBhvr additive="repl">
                                        <p:cTn id="1247" dur="500"/>
                                        <p:tgtEl>
                                          <p:spTgt spid="853">
                                            <p:txEl>
                                              <p:pRg st="6" end="6"/>
                                            </p:txEl>
                                          </p:spTgt>
                                        </p:tgtEl>
                                      </p:cBhvr>
                                    </p:animEffect>
                                  </p:childTnLst>
                                </p:cTn>
                              </p:par>
                              <p:par>
                                <p:cTn id="1248" nodeType="withEffect" fill="hold" presetClass="entr" presetID="10">
                                  <p:stCondLst>
                                    <p:cond delay="0"/>
                                  </p:stCondLst>
                                  <p:childTnLst>
                                    <p:set>
                                      <p:cBhvr>
                                        <p:cTn id="1249" dur="1" fill="hold">
                                          <p:stCondLst>
                                            <p:cond delay="0"/>
                                          </p:stCondLst>
                                        </p:cTn>
                                        <p:tgtEl>
                                          <p:spTgt spid="853">
                                            <p:txEl>
                                              <p:pRg st="7" end="7"/>
                                            </p:txEl>
                                          </p:spTgt>
                                        </p:tgtEl>
                                        <p:attrNameLst>
                                          <p:attrName>style.visibility</p:attrName>
                                        </p:attrNameLst>
                                      </p:cBhvr>
                                      <p:to>
                                        <p:strVal val="visible"/>
                                      </p:to>
                                    </p:set>
                                    <p:animEffect filter="fade" transition="in">
                                      <p:cBhvr additive="repl">
                                        <p:cTn id="1250" dur="500"/>
                                        <p:tgtEl>
                                          <p:spTgt spid="853">
                                            <p:txEl>
                                              <p:pRg st="7" end="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5" name="PlaceHolder 1"/>
          <p:cNvSpPr>
            <a:spLocks noGrp="1"/>
          </p:cNvSpPr>
          <p:nvPr>
            <p:ph type="title"/>
          </p:nvPr>
        </p:nvSpPr>
        <p:spPr>
          <a:xfrm>
            <a:off x="2547360" y="1328040"/>
            <a:ext cx="5414400" cy="1004040"/>
          </a:xfrm>
          <a:prstGeom prst="rect">
            <a:avLst/>
          </a:prstGeom>
          <a:noFill/>
          <a:ln w="0">
            <a:noFill/>
          </a:ln>
        </p:spPr>
        <p:txBody>
          <a:bodyPr lIns="0" rIns="0" tIns="0" bIns="0" anchor="t">
            <a:noAutofit/>
          </a:bodyPr>
          <a:p>
            <a:pPr>
              <a:lnSpc>
                <a:spcPct val="100000"/>
              </a:lnSpc>
              <a:buNone/>
            </a:pPr>
            <a:r>
              <a:rPr b="1" lang="de-DE" sz="3000" spc="-1" strike="noStrike">
                <a:solidFill>
                  <a:srgbClr val="ffffff"/>
                </a:solidFill>
                <a:latin typeface="Calibri"/>
              </a:rPr>
              <a:t>Knowledge isn‘t power until it is applied.</a:t>
            </a:r>
            <a:endParaRPr b="0" lang="en-US" sz="3000" spc="-1" strike="noStrike">
              <a:solidFill>
                <a:srgbClr val="000000"/>
              </a:solidFill>
              <a:latin typeface="Calibri"/>
            </a:endParaRPr>
          </a:p>
        </p:txBody>
      </p:sp>
      <p:sp>
        <p:nvSpPr>
          <p:cNvPr id="866" name="PlaceHolder 2"/>
          <p:cNvSpPr>
            <a:spLocks noGrp="1"/>
          </p:cNvSpPr>
          <p:nvPr>
            <p:ph type="dt" idx="99"/>
          </p:nvPr>
        </p:nvSpPr>
        <p:spPr>
          <a:xfrm>
            <a:off x="7701480" y="4978800"/>
            <a:ext cx="825840" cy="12204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867" name="PlaceHolder 3"/>
          <p:cNvSpPr>
            <a:spLocks noGrp="1"/>
          </p:cNvSpPr>
          <p:nvPr>
            <p:ph type="ftr" idx="100"/>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868" name="PlaceHolder 4"/>
          <p:cNvSpPr>
            <a:spLocks noGrp="1"/>
          </p:cNvSpPr>
          <p:nvPr>
            <p:ph type="sldNum" idx="101"/>
          </p:nvPr>
        </p:nvSpPr>
        <p:spPr>
          <a:xfrm>
            <a:off x="8494920" y="4978800"/>
            <a:ext cx="212400" cy="135720"/>
          </a:xfrm>
          <a:prstGeom prst="rect">
            <a:avLst/>
          </a:prstGeom>
          <a:noFill/>
          <a:ln w="0">
            <a:noFill/>
          </a:ln>
        </p:spPr>
        <p:txBody>
          <a:bodyPr lIns="0" rIns="0" tIns="0" bIns="0" anchor="t">
            <a:noAutofit/>
          </a:bodyPr>
          <a:lstStyle>
            <a:lvl1pPr algn="r">
              <a:lnSpc>
                <a:spcPct val="100000"/>
              </a:lnSpc>
              <a:buNone/>
              <a:defRPr b="0" lang="de-DE" sz="700" spc="-1" strike="noStrike">
                <a:solidFill>
                  <a:srgbClr val="ffffff"/>
                </a:solidFill>
                <a:latin typeface="Arial"/>
              </a:defRPr>
            </a:lvl1pPr>
          </a:lstStyle>
          <a:p>
            <a:pPr algn="r">
              <a:lnSpc>
                <a:spcPct val="100000"/>
              </a:lnSpc>
              <a:buNone/>
            </a:pPr>
            <a:r>
              <a:rPr b="0" lang="de-DE" sz="700" spc="-1" strike="noStrike">
                <a:solidFill>
                  <a:srgbClr val="ffffff"/>
                </a:solidFill>
                <a:latin typeface="Arial"/>
              </a:rPr>
              <a:t> </a:t>
            </a:r>
            <a:fld id="{45B95C37-A4EC-46EE-BCAE-052D5239129F}" type="slidenum">
              <a:rPr b="0" lang="de-DE" sz="700" spc="-1" strike="noStrike">
                <a:solidFill>
                  <a:srgbClr val="ffffff"/>
                </a:solidFill>
                <a:latin typeface="Arial"/>
              </a:rPr>
              <a:t>30</a:t>
            </a:fld>
            <a:endParaRPr b="0" lang="en-US" sz="700" spc="-1" strike="noStrike">
              <a:latin typeface="Times New Roman"/>
            </a:endParaRPr>
          </a:p>
        </p:txBody>
      </p:sp>
      <p:sp>
        <p:nvSpPr>
          <p:cNvPr id="869" name="Textfeld 6"/>
          <p:cNvSpPr/>
          <p:nvPr/>
        </p:nvSpPr>
        <p:spPr>
          <a:xfrm>
            <a:off x="1785600" y="1002240"/>
            <a:ext cx="604080" cy="15526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de-DE" sz="9600" spc="-1" strike="noStrike">
                <a:solidFill>
                  <a:srgbClr val="000000"/>
                </a:solidFill>
                <a:latin typeface="Arial"/>
              </a:rPr>
              <a:t>„</a:t>
            </a:r>
            <a:endParaRPr b="0" lang="en-US" sz="9600" spc="-1" strike="noStrike">
              <a:latin typeface="Arial"/>
            </a:endParaRPr>
          </a:p>
        </p:txBody>
      </p:sp>
      <p:sp>
        <p:nvSpPr>
          <p:cNvPr id="870" name="Textfeld 7"/>
          <p:cNvSpPr/>
          <p:nvPr/>
        </p:nvSpPr>
        <p:spPr>
          <a:xfrm>
            <a:off x="7962120" y="1002240"/>
            <a:ext cx="604080" cy="15526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de-DE" sz="9600" spc="-1" strike="noStrike">
                <a:solidFill>
                  <a:srgbClr val="000000"/>
                </a:solidFill>
                <a:latin typeface="Arial"/>
              </a:rPr>
              <a:t>“</a:t>
            </a:r>
            <a:endParaRPr b="0" lang="en-US" sz="9600" spc="-1" strike="noStrike">
              <a:latin typeface="Arial"/>
            </a:endParaRPr>
          </a:p>
        </p:txBody>
      </p:sp>
      <p:sp>
        <p:nvSpPr>
          <p:cNvPr id="871" name="Grafik 11"/>
          <p:cNvSpPr/>
          <p:nvPr/>
        </p:nvSpPr>
        <p:spPr>
          <a:xfrm>
            <a:off x="643680" y="2882520"/>
            <a:ext cx="1598760" cy="1598760"/>
          </a:xfrm>
          <a:custGeom>
            <a:avLst/>
            <a:gdLst/>
            <a:ahLst/>
            <a:rect l="l" t="t" r="r" b="b"/>
            <a:pathLst>
              <a:path w="3519146" h="3519146">
                <a:moveTo>
                  <a:pt x="1759573" y="0"/>
                </a:moveTo>
                <a:cubicBezTo>
                  <a:pt x="2731358" y="0"/>
                  <a:pt x="3519146" y="787788"/>
                  <a:pt x="3519146" y="1759573"/>
                </a:cubicBezTo>
                <a:cubicBezTo>
                  <a:pt x="3519146" y="2731358"/>
                  <a:pt x="2731358" y="3519146"/>
                  <a:pt x="1759573" y="3519146"/>
                </a:cubicBezTo>
                <a:cubicBezTo>
                  <a:pt x="787788" y="3519146"/>
                  <a:pt x="0" y="2731358"/>
                  <a:pt x="0" y="1759573"/>
                </a:cubicBezTo>
                <a:cubicBezTo>
                  <a:pt x="0" y="787788"/>
                  <a:pt x="787788" y="0"/>
                  <a:pt x="1759573" y="0"/>
                </a:cubicBezTo>
                <a:close/>
              </a:path>
            </a:pathLst>
          </a:custGeom>
          <a:blipFill rotWithShape="0">
            <a:blip r:embed="rId1"/>
            <a:srcRect/>
            <a:stretch/>
          </a:blipFill>
          <a:ln w="0">
            <a:noFill/>
          </a:ln>
        </p:spPr>
        <p:style>
          <a:lnRef idx="0"/>
          <a:fillRef idx="0"/>
          <a:effectRef idx="0"/>
          <a:fontRef idx="minor"/>
        </p:style>
      </p:sp>
      <p:sp>
        <p:nvSpPr>
          <p:cNvPr id="872" name="Textfeld 13"/>
          <p:cNvSpPr/>
          <p:nvPr/>
        </p:nvSpPr>
        <p:spPr>
          <a:xfrm>
            <a:off x="2547360" y="2283480"/>
            <a:ext cx="5414400" cy="3639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buNone/>
            </a:pPr>
            <a:r>
              <a:rPr b="0" i="1" lang="de-DE" sz="1800" spc="-1" strike="noStrike">
                <a:solidFill>
                  <a:srgbClr val="ffffff"/>
                </a:solidFill>
                <a:latin typeface="Calibri"/>
              </a:rPr>
              <a:t>Dale Carnegie</a:t>
            </a:r>
            <a:endParaRPr b="0" lang="en-US" sz="1800" spc="-1" strike="noStrike">
              <a:latin typeface="Arial"/>
            </a:endParaRPr>
          </a:p>
        </p:txBody>
      </p:sp>
      <p:sp>
        <p:nvSpPr>
          <p:cNvPr id="873" name="Textfeld 21"/>
          <p:cNvSpPr/>
          <p:nvPr/>
        </p:nvSpPr>
        <p:spPr>
          <a:xfrm>
            <a:off x="395280" y="384120"/>
            <a:ext cx="159876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de-DE" sz="1800" spc="-1" strike="noStrike">
                <a:solidFill>
                  <a:srgbClr val="000000"/>
                </a:solidFill>
                <a:latin typeface="Arial"/>
              </a:rPr>
              <a:t>Thank </a:t>
            </a:r>
            <a:r>
              <a:rPr b="1" lang="de-DE" sz="2000" spc="-1" strike="noStrike">
                <a:solidFill>
                  <a:srgbClr val="000000"/>
                </a:solidFill>
                <a:latin typeface="Arial"/>
              </a:rPr>
              <a:t>you</a:t>
            </a:r>
            <a:endParaRPr b="0" lang="en-US" sz="2000" spc="-1" strike="noStrike">
              <a:latin typeface="Arial"/>
            </a:endParaRPr>
          </a:p>
        </p:txBody>
      </p:sp>
      <p:graphicFrame>
        <p:nvGraphicFramePr>
          <p:cNvPr id="2" name="Diagram2"/>
          <p:cNvGraphicFramePr/>
          <p:nvPr>
            <p:extLst>
              <p:ext uri="{D42A27DB-BD31-4B8C-83A1-F6EECF244321}">
                <p14:modId xmlns:p14="http://schemas.microsoft.com/office/powerpoint/2010/main" val="3230017197"/>
              </p:ext>
            </p:extLst>
          </p:nvPr>
        </p:nvGraphicFramePr>
        <p:xfrm>
          <a:off x="2233440" y="2597400"/>
          <a:ext cx="3056760" cy="2179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74" name="Grafik 24" descr="Internet Silhouette"/>
          <p:cNvPicPr/>
          <p:nvPr/>
        </p:nvPicPr>
        <p:blipFill>
          <a:blip r:embed="rId7"/>
          <a:stretch/>
        </p:blipFill>
        <p:spPr>
          <a:xfrm>
            <a:off x="2314080" y="4102200"/>
            <a:ext cx="456840" cy="456840"/>
          </a:xfrm>
          <a:prstGeom prst="rect">
            <a:avLst/>
          </a:prstGeom>
          <a:ln w="0">
            <a:noFill/>
          </a:ln>
        </p:spPr>
      </p:pic>
      <p:pic>
        <p:nvPicPr>
          <p:cNvPr id="875" name="Grafik 26" descr="Umschlag Silhouette"/>
          <p:cNvPicPr/>
          <p:nvPr/>
        </p:nvPicPr>
        <p:blipFill>
          <a:blip r:embed="rId8"/>
          <a:stretch/>
        </p:blipFill>
        <p:spPr>
          <a:xfrm>
            <a:off x="2305800" y="2806200"/>
            <a:ext cx="456840" cy="456840"/>
          </a:xfrm>
          <a:prstGeom prst="rect">
            <a:avLst/>
          </a:prstGeom>
          <a:ln w="0">
            <a:noFill/>
          </a:ln>
        </p:spPr>
      </p:pic>
      <p:pic>
        <p:nvPicPr>
          <p:cNvPr id="876" name="Grafik 28" descr=""/>
          <p:cNvPicPr/>
          <p:nvPr/>
        </p:nvPicPr>
        <p:blipFill>
          <a:blip r:embed="rId9"/>
          <a:stretch/>
        </p:blipFill>
        <p:spPr>
          <a:xfrm>
            <a:off x="2535840" y="3530520"/>
            <a:ext cx="319680" cy="319680"/>
          </a:xfrm>
          <a:prstGeom prst="rect">
            <a:avLst/>
          </a:prstGeom>
          <a:ln w="0">
            <a:noFill/>
          </a:ln>
        </p:spPr>
      </p:pic>
    </p:spTree>
  </p:cSld>
  <p:transition spd="slow">
    <p:push dir="u"/>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7" name="PlaceHolder 1"/>
          <p:cNvSpPr>
            <a:spLocks noGrp="1"/>
          </p:cNvSpPr>
          <p:nvPr>
            <p:ph type="title"/>
          </p:nvPr>
        </p:nvSpPr>
        <p:spPr>
          <a:xfrm>
            <a:off x="403560" y="303120"/>
            <a:ext cx="7432200" cy="610920"/>
          </a:xfrm>
          <a:prstGeom prst="rect">
            <a:avLst/>
          </a:prstGeom>
          <a:noFill/>
          <a:ln w="0">
            <a:noFill/>
          </a:ln>
        </p:spPr>
        <p:txBody>
          <a:bodyPr lIns="0" rIns="0" tIns="0" bIns="0" anchor="t">
            <a:noAutofit/>
          </a:bodyPr>
          <a:p>
            <a:pPr>
              <a:lnSpc>
                <a:spcPct val="100000"/>
              </a:lnSpc>
              <a:buNone/>
            </a:pPr>
            <a:r>
              <a:rPr b="1" lang="de-DE" sz="2100" spc="-1" strike="noStrike">
                <a:solidFill>
                  <a:srgbClr val="000000"/>
                </a:solidFill>
                <a:latin typeface="Calibri"/>
              </a:rPr>
              <a:t>Citations</a:t>
            </a:r>
            <a:endParaRPr b="0" lang="en-US" sz="2100" spc="-1" strike="noStrike">
              <a:solidFill>
                <a:srgbClr val="000000"/>
              </a:solidFill>
              <a:latin typeface="Calibri"/>
            </a:endParaRPr>
          </a:p>
        </p:txBody>
      </p:sp>
      <p:sp>
        <p:nvSpPr>
          <p:cNvPr id="878" name="PlaceHolder 2"/>
          <p:cNvSpPr>
            <a:spLocks noGrp="1"/>
          </p:cNvSpPr>
          <p:nvPr>
            <p:ph/>
          </p:nvPr>
        </p:nvSpPr>
        <p:spPr>
          <a:xfrm>
            <a:off x="395280" y="1131840"/>
            <a:ext cx="8353080" cy="3675960"/>
          </a:xfrm>
          <a:prstGeom prst="rect">
            <a:avLst/>
          </a:prstGeom>
          <a:noFill/>
          <a:ln w="0">
            <a:noFill/>
          </a:ln>
        </p:spPr>
        <p:txBody>
          <a:bodyPr lIns="0" rIns="0" tIns="0" bIns="0" anchor="t">
            <a:normAutofit fontScale="91000"/>
          </a:bodyPr>
          <a:p>
            <a:pPr marL="171360" indent="-171360">
              <a:lnSpc>
                <a:spcPct val="100000"/>
              </a:lnSpc>
              <a:spcBef>
                <a:spcPts val="751"/>
              </a:spcBef>
              <a:buClr>
                <a:srgbClr val="a32638"/>
              </a:buClr>
              <a:buFont typeface="Wingdings" charset="2"/>
              <a:buChar char=""/>
            </a:pPr>
            <a:r>
              <a:rPr b="0" lang="de-DE" sz="1800" spc="-1" strike="noStrike">
                <a:solidFill>
                  <a:srgbClr val="222222"/>
                </a:solidFill>
                <a:latin typeface="Calibri"/>
              </a:rPr>
              <a:t>Antaki, C., &amp; Leudar, I. (1992). Explaining in conversation: Towards an argument model. </a:t>
            </a:r>
            <a:r>
              <a:rPr b="0" i="1" lang="de-DE" sz="1800" spc="-1" strike="noStrike">
                <a:solidFill>
                  <a:srgbClr val="222222"/>
                </a:solidFill>
                <a:latin typeface="Calibri"/>
              </a:rPr>
              <a:t>European Journal of Social Psychology</a:t>
            </a:r>
            <a:r>
              <a:rPr b="0" lang="de-DE" sz="1800" spc="-1" strike="noStrike">
                <a:solidFill>
                  <a:srgbClr val="222222"/>
                </a:solidFill>
                <a:latin typeface="Calibri"/>
              </a:rPr>
              <a:t>, </a:t>
            </a:r>
            <a:r>
              <a:rPr b="0" i="1" lang="de-DE" sz="1800" spc="-1" strike="noStrike">
                <a:solidFill>
                  <a:srgbClr val="222222"/>
                </a:solidFill>
                <a:latin typeface="Calibri"/>
              </a:rPr>
              <a:t>22</a:t>
            </a:r>
            <a:r>
              <a:rPr b="0" lang="de-DE" sz="1800" spc="-1" strike="noStrike">
                <a:solidFill>
                  <a:srgbClr val="222222"/>
                </a:solidFill>
                <a:latin typeface="Calibri"/>
              </a:rPr>
              <a:t>(2), 181-194.</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000000"/>
                </a:solidFill>
                <a:latin typeface="Calibri"/>
              </a:rPr>
              <a:t>Stab, C., &amp; Gurevych, I. (2014). Annotating argument components and relations in persuasive essays. Proceedings of COLING 2014, the 25th International Conference on ComputationalLinguistics: Technical Papers, 1501–1510.</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222222"/>
                </a:solidFill>
                <a:latin typeface="Calibri"/>
              </a:rPr>
              <a:t>Feustel et al. (2024). </a:t>
            </a:r>
            <a:r>
              <a:rPr b="0" lang="en-US" sz="1800" spc="-1" strike="noStrike">
                <a:solidFill>
                  <a:srgbClr val="222222"/>
                </a:solidFill>
                <a:latin typeface="Calibri"/>
              </a:rPr>
              <a:t>Enhancing Model Transparency: A Dialogue System Approach to XAI with Domain Knowledge. SigDial 2024</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222222"/>
                </a:solidFill>
                <a:latin typeface="Calibri"/>
              </a:rPr>
              <a:t>Miller, T. (2019). Explanation in artificial intelligence: Insights from the social sciences. </a:t>
            </a:r>
            <a:r>
              <a:rPr b="0" i="1" lang="de-DE" sz="1800" spc="-1" strike="noStrike">
                <a:solidFill>
                  <a:srgbClr val="222222"/>
                </a:solidFill>
                <a:latin typeface="Calibri"/>
              </a:rPr>
              <a:t>Artificial intelligence</a:t>
            </a:r>
            <a:r>
              <a:rPr b="0" lang="de-DE" sz="1800" spc="-1" strike="noStrike">
                <a:solidFill>
                  <a:srgbClr val="222222"/>
                </a:solidFill>
                <a:latin typeface="Calibri"/>
              </a:rPr>
              <a:t>, </a:t>
            </a:r>
            <a:r>
              <a:rPr b="0" i="1" lang="de-DE" sz="1800" spc="-1" strike="noStrike">
                <a:solidFill>
                  <a:srgbClr val="222222"/>
                </a:solidFill>
                <a:latin typeface="Calibri"/>
              </a:rPr>
              <a:t>267</a:t>
            </a:r>
            <a:r>
              <a:rPr b="0" lang="de-DE" sz="1800" spc="-1" strike="noStrike">
                <a:solidFill>
                  <a:srgbClr val="222222"/>
                </a:solidFill>
                <a:latin typeface="Calibri"/>
              </a:rPr>
              <a:t>, 1-38.</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222222"/>
                </a:solidFill>
                <a:latin typeface="Calibri"/>
              </a:rPr>
              <a:t>Mercier, H., &amp; Sperber, D. (2011). Why do humans reason? Arguments for an argumentative theory. </a:t>
            </a:r>
            <a:r>
              <a:rPr b="0" i="1" lang="de-DE" sz="1800" spc="-1" strike="noStrike">
                <a:solidFill>
                  <a:srgbClr val="222222"/>
                </a:solidFill>
                <a:latin typeface="Calibri"/>
              </a:rPr>
              <a:t>Behavioral and brain sciences</a:t>
            </a:r>
            <a:r>
              <a:rPr b="0" lang="de-DE" sz="1800" spc="-1" strike="noStrike">
                <a:solidFill>
                  <a:srgbClr val="222222"/>
                </a:solidFill>
                <a:latin typeface="Calibri"/>
              </a:rPr>
              <a:t>, </a:t>
            </a:r>
            <a:r>
              <a:rPr b="0" i="1" lang="de-DE" sz="1800" spc="-1" strike="noStrike">
                <a:solidFill>
                  <a:srgbClr val="222222"/>
                </a:solidFill>
                <a:latin typeface="Calibri"/>
              </a:rPr>
              <a:t>34</a:t>
            </a:r>
            <a:r>
              <a:rPr b="0" lang="de-DE" sz="1800" spc="-1" strike="noStrike">
                <a:solidFill>
                  <a:srgbClr val="222222"/>
                </a:solidFill>
                <a:latin typeface="Calibri"/>
              </a:rPr>
              <a:t>(2), 57-74.</a:t>
            </a:r>
            <a:endParaRPr b="0" lang="en-US" sz="1800" spc="-1" strike="noStrike">
              <a:solidFill>
                <a:srgbClr val="000000"/>
              </a:solidFill>
              <a:latin typeface="Calibri"/>
            </a:endParaRPr>
          </a:p>
          <a:p>
            <a:pPr marL="171360" indent="-171360">
              <a:lnSpc>
                <a:spcPct val="100000"/>
              </a:lnSpc>
              <a:spcBef>
                <a:spcPts val="751"/>
              </a:spcBef>
              <a:buClr>
                <a:srgbClr val="a32638"/>
              </a:buClr>
              <a:buFont typeface="Wingdings" charset="2"/>
              <a:buChar char=""/>
            </a:pPr>
            <a:r>
              <a:rPr b="0" lang="de-DE" sz="1800" spc="-1" strike="noStrike">
                <a:solidFill>
                  <a:srgbClr val="222222"/>
                </a:solidFill>
                <a:latin typeface="Calibri"/>
              </a:rPr>
              <a:t>Schindler et al. (2025). </a:t>
            </a:r>
            <a:r>
              <a:rPr b="0" lang="en-US" sz="1800" spc="-1" strike="noStrike">
                <a:solidFill>
                  <a:srgbClr val="222222"/>
                </a:solidFill>
                <a:latin typeface="Calibri"/>
              </a:rPr>
              <a:t>Automatic Generation of Structured Domain Knowledge for Dialogue-based XAI Systems. IWSDS 2025.</a:t>
            </a:r>
            <a:endParaRPr b="0" lang="en-US" sz="1800" spc="-1" strike="noStrike">
              <a:solidFill>
                <a:srgbClr val="000000"/>
              </a:solidFill>
              <a:latin typeface="Calibri"/>
            </a:endParaRPr>
          </a:p>
          <a:p>
            <a:pPr>
              <a:lnSpc>
                <a:spcPct val="100000"/>
              </a:lnSpc>
              <a:spcBef>
                <a:spcPts val="751"/>
              </a:spcBef>
              <a:buNone/>
            </a:pPr>
            <a:endParaRPr b="0" lang="en-US" sz="1800" spc="-1" strike="noStrike">
              <a:solidFill>
                <a:srgbClr val="000000"/>
              </a:solidFill>
              <a:latin typeface="Calibri"/>
            </a:endParaRPr>
          </a:p>
        </p:txBody>
      </p:sp>
      <p:sp>
        <p:nvSpPr>
          <p:cNvPr id="879" name="PlaceHolder 3"/>
          <p:cNvSpPr>
            <a:spLocks noGrp="1"/>
          </p:cNvSpPr>
          <p:nvPr>
            <p:ph type="dt" idx="102"/>
          </p:nvPr>
        </p:nvSpPr>
        <p:spPr>
          <a:xfrm>
            <a:off x="7701480" y="4978800"/>
            <a:ext cx="984960" cy="14760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18.08.2025</a:t>
            </a:r>
            <a:endParaRPr b="0" lang="en-US" sz="900" spc="-1" strike="noStrike">
              <a:latin typeface="Times New Roman"/>
            </a:endParaRPr>
          </a:p>
        </p:txBody>
      </p:sp>
      <p:sp>
        <p:nvSpPr>
          <p:cNvPr id="880" name="PlaceHolder 4"/>
          <p:cNvSpPr>
            <a:spLocks noGrp="1"/>
          </p:cNvSpPr>
          <p:nvPr>
            <p:ph type="ftr" idx="103"/>
          </p:nvPr>
        </p:nvSpPr>
        <p:spPr>
          <a:xfrm>
            <a:off x="395280" y="4978800"/>
            <a:ext cx="7246440" cy="119880"/>
          </a:xfrm>
          <a:prstGeom prst="rect">
            <a:avLst/>
          </a:prstGeom>
          <a:noFill/>
          <a:ln w="0">
            <a:noFill/>
          </a:ln>
        </p:spPr>
        <p:txBody>
          <a:bodyPr lIns="0" rIns="0" tIns="0" bIns="0" anchor="t">
            <a:noAutofit/>
          </a:bodyPr>
          <a:lstStyle>
            <a:lvl1pPr>
              <a:lnSpc>
                <a:spcPct val="100000"/>
              </a:lnSpc>
              <a:buNone/>
              <a:defRPr b="0" lang="en-US" sz="900" spc="-1" strike="noStrike">
                <a:solidFill>
                  <a:srgbClr val="8b8b8b"/>
                </a:solidFill>
                <a:latin typeface="Calibri"/>
              </a:defRPr>
            </a:lvl1pPr>
          </a:lstStyle>
          <a:p>
            <a:pPr>
              <a:lnSpc>
                <a:spcPct val="100000"/>
              </a:lnSpc>
              <a:buNone/>
            </a:pPr>
            <a:r>
              <a:rPr b="0" lang="en-US" sz="900" spc="-1" strike="noStrike">
                <a:solidFill>
                  <a:srgbClr val="8b8b8b"/>
                </a:solidFill>
                <a:latin typeface="Calibri"/>
              </a:rPr>
              <a:t>Enhancing model transparency: Effects of DK Integration for Conversational XAI | Feustel</a:t>
            </a:r>
            <a:endParaRPr b="0" lang="en-US" sz="900" spc="-1" strike="noStrike">
              <a:latin typeface="Times New Roman"/>
            </a:endParaRPr>
          </a:p>
        </p:txBody>
      </p:sp>
      <p:sp>
        <p:nvSpPr>
          <p:cNvPr id="881" name="PlaceHolder 5"/>
          <p:cNvSpPr>
            <a:spLocks noGrp="1"/>
          </p:cNvSpPr>
          <p:nvPr>
            <p:ph type="sldNum" idx="104"/>
          </p:nvPr>
        </p:nvSpPr>
        <p:spPr>
          <a:xfrm>
            <a:off x="8494920" y="4978800"/>
            <a:ext cx="253440" cy="164520"/>
          </a:xfrm>
          <a:prstGeom prst="rect">
            <a:avLst/>
          </a:prstGeom>
          <a:noFill/>
          <a:ln w="0">
            <a:noFill/>
          </a:ln>
        </p:spPr>
        <p:txBody>
          <a:bodyPr lIns="0" rIns="0" tIns="0" bIns="0" anchor="t">
            <a:noAutofit/>
          </a:bodyPr>
          <a:lstStyle>
            <a:lvl1pPr algn="r">
              <a:lnSpc>
                <a:spcPct val="100000"/>
              </a:lnSpc>
              <a:buNone/>
              <a:defRPr b="0" lang="de-DE" sz="900" spc="-1" strike="noStrike">
                <a:solidFill>
                  <a:srgbClr val="ffffff"/>
                </a:solidFill>
                <a:latin typeface="Arial"/>
              </a:defRPr>
            </a:lvl1pPr>
          </a:lstStyle>
          <a:p>
            <a:pPr algn="r">
              <a:lnSpc>
                <a:spcPct val="100000"/>
              </a:lnSpc>
              <a:buNone/>
            </a:pPr>
            <a:r>
              <a:rPr b="0" lang="de-DE" sz="900" spc="-1" strike="noStrike">
                <a:solidFill>
                  <a:srgbClr val="ffffff"/>
                </a:solidFill>
                <a:latin typeface="Arial"/>
              </a:rPr>
              <a:t> </a:t>
            </a:r>
            <a:fld id="{5A99DF5E-A789-4099-843F-ED68802551A0}" type="slidenum">
              <a:rPr b="0" lang="de-DE" sz="900" spc="-1" strike="noStrike">
                <a:solidFill>
                  <a:srgbClr val="ffffff"/>
                </a:solidFill>
                <a:latin typeface="Arial"/>
              </a:rPr>
              <a:t>32</a:t>
            </a:fld>
            <a:endParaRPr b="0" lang="en-US" sz="900" spc="-1" strike="noStrike">
              <a:latin typeface="Times New Roman"/>
            </a:endParaRPr>
          </a:p>
        </p:txBody>
      </p:sp>
    </p:spTree>
  </p:cSld>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7d9aa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7d9aa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7d9aa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7d9aa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7d9aa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7d9aa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0</TotalTime>
  <Application>LibreOffice/7.3.7.2$Linux_X86_64 LibreOffice_project/30$Build-2</Application>
  <AppVersion>15.0000</AppVersion>
  <Words>4246</Words>
  <Paragraphs>659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2021-01-19T07:31:11Z</dcterms:created>
  <dc:creator>Microsoft Office-Benutzer</dc:creator>
  <dc:description/>
  <dc:language>en-US</dc:language>
  <cp:lastModifiedBy/>
  <dcterms:modified xsi:type="dcterms:W3CDTF">2025-09-16T11:06:48Z</dcterms:modified>
  <cp:revision>392</cp:revision>
  <dc:subject/>
  <dc:title>PowerPoint-Präsentation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4</vt:i4>
  </property>
  <property fmtid="{D5CDD505-2E9C-101B-9397-08002B2CF9AE}" pid="3" name="Notes">
    <vt:i4>32</vt:i4>
  </property>
  <property fmtid="{D5CDD505-2E9C-101B-9397-08002B2CF9AE}" pid="4" name="PresentationFormat">
    <vt:lpwstr>Bildschirmpräsentation (16:9)</vt:lpwstr>
  </property>
  <property fmtid="{D5CDD505-2E9C-101B-9397-08002B2CF9AE}" pid="5" name="Slides">
    <vt:i4>46</vt:i4>
  </property>
</Properties>
</file>